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3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31"/>
  </p:notesMasterIdLst>
  <p:sldIdLst>
    <p:sldId id="256" r:id="rId2"/>
    <p:sldId id="257" r:id="rId3"/>
    <p:sldId id="278" r:id="rId4"/>
    <p:sldId id="258" r:id="rId5"/>
    <p:sldId id="281" r:id="rId6"/>
    <p:sldId id="259" r:id="rId7"/>
    <p:sldId id="260" r:id="rId8"/>
    <p:sldId id="277" r:id="rId9"/>
    <p:sldId id="282" r:id="rId10"/>
    <p:sldId id="262" r:id="rId11"/>
    <p:sldId id="263" r:id="rId12"/>
    <p:sldId id="264" r:id="rId13"/>
    <p:sldId id="268" r:id="rId14"/>
    <p:sldId id="283" r:id="rId15"/>
    <p:sldId id="291" r:id="rId16"/>
    <p:sldId id="289" r:id="rId17"/>
    <p:sldId id="288" r:id="rId18"/>
    <p:sldId id="290" r:id="rId19"/>
    <p:sldId id="292" r:id="rId20"/>
    <p:sldId id="269" r:id="rId21"/>
    <p:sldId id="266" r:id="rId22"/>
    <p:sldId id="270" r:id="rId23"/>
    <p:sldId id="271" r:id="rId24"/>
    <p:sldId id="272" r:id="rId25"/>
    <p:sldId id="276" r:id="rId26"/>
    <p:sldId id="273" r:id="rId27"/>
    <p:sldId id="284" r:id="rId28"/>
    <p:sldId id="274" r:id="rId29"/>
    <p:sldId id="275" r:id="rId30"/>
  </p:sldIdLst>
  <p:sldSz cx="12192000" cy="6858000"/>
  <p:notesSz cx="6858000" cy="2371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D5A77D-0AB5-4FC9-9FE1-BAA284E60755}" v="1460" dt="2019-04-16T00:40:35.0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27" autoAdjust="0"/>
    <p:restoredTop sz="78953"/>
  </p:normalViewPr>
  <p:slideViewPr>
    <p:cSldViewPr snapToGrid="0">
      <p:cViewPr varScale="1">
        <p:scale>
          <a:sx n="93" d="100"/>
          <a:sy n="93" d="100"/>
        </p:scale>
        <p:origin x="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mith" userId="c57af3070aeedd65" providerId="LiveId" clId="{D2D5A77D-0AB5-4FC9-9FE1-BAA284E60755}"/>
    <pc:docChg chg="undo redo custSel addSld delSld modSld sldOrd">
      <pc:chgData name="Greg Smith" userId="c57af3070aeedd65" providerId="LiveId" clId="{D2D5A77D-0AB5-4FC9-9FE1-BAA284E60755}" dt="2019-04-16T00:40:35.003" v="1457" actId="20577"/>
      <pc:docMkLst>
        <pc:docMk/>
      </pc:docMkLst>
      <pc:sldChg chg="modSp">
        <pc:chgData name="Greg Smith" userId="c57af3070aeedd65" providerId="LiveId" clId="{D2D5A77D-0AB5-4FC9-9FE1-BAA284E60755}" dt="2019-04-15T22:11:07.314" v="1332" actId="20577"/>
        <pc:sldMkLst>
          <pc:docMk/>
          <pc:sldMk cId="3764519627" sldId="260"/>
        </pc:sldMkLst>
        <pc:graphicFrameChg chg="mod">
          <ac:chgData name="Greg Smith" userId="c57af3070aeedd65" providerId="LiveId" clId="{D2D5A77D-0AB5-4FC9-9FE1-BAA284E60755}" dt="2019-04-15T22:11:07.314" v="1332" actId="20577"/>
          <ac:graphicFrameMkLst>
            <pc:docMk/>
            <pc:sldMk cId="3764519627" sldId="260"/>
            <ac:graphicFrameMk id="5" creationId="{16D158B1-0B4A-450B-A537-05157B88CBDB}"/>
          </ac:graphicFrameMkLst>
        </pc:graphicFrameChg>
      </pc:sldChg>
      <pc:sldChg chg="modSp">
        <pc:chgData name="Greg Smith" userId="c57af3070aeedd65" providerId="LiveId" clId="{D2D5A77D-0AB5-4FC9-9FE1-BAA284E60755}" dt="2019-04-15T21:01:12.640" v="457" actId="20577"/>
        <pc:sldMkLst>
          <pc:docMk/>
          <pc:sldMk cId="3878636988" sldId="268"/>
        </pc:sldMkLst>
        <pc:graphicFrameChg chg="mod">
          <ac:chgData name="Greg Smith" userId="c57af3070aeedd65" providerId="LiveId" clId="{D2D5A77D-0AB5-4FC9-9FE1-BAA284E60755}" dt="2019-04-15T21:01:12.640" v="457" actId="20577"/>
          <ac:graphicFrameMkLst>
            <pc:docMk/>
            <pc:sldMk cId="3878636988" sldId="268"/>
            <ac:graphicFrameMk id="4" creationId="{64E8A326-783B-4E87-8335-3177A01B1513}"/>
          </ac:graphicFrameMkLst>
        </pc:graphicFrameChg>
      </pc:sldChg>
      <pc:sldChg chg="modSp">
        <pc:chgData name="Greg Smith" userId="c57af3070aeedd65" providerId="LiveId" clId="{D2D5A77D-0AB5-4FC9-9FE1-BAA284E60755}" dt="2019-04-15T20:31:11.682" v="17" actId="20577"/>
        <pc:sldMkLst>
          <pc:docMk/>
          <pc:sldMk cId="2949022576" sldId="269"/>
        </pc:sldMkLst>
        <pc:graphicFrameChg chg="mod">
          <ac:chgData name="Greg Smith" userId="c57af3070aeedd65" providerId="LiveId" clId="{D2D5A77D-0AB5-4FC9-9FE1-BAA284E60755}" dt="2019-04-15T20:31:11.682" v="17" actId="20577"/>
          <ac:graphicFrameMkLst>
            <pc:docMk/>
            <pc:sldMk cId="2949022576" sldId="269"/>
            <ac:graphicFrameMk id="4" creationId="{64E8A326-783B-4E87-8335-3177A01B1513}"/>
          </ac:graphicFrameMkLst>
        </pc:graphicFrameChg>
      </pc:sldChg>
      <pc:sldChg chg="addSp modSp modAnim modNotesTx">
        <pc:chgData name="Greg Smith" userId="c57af3070aeedd65" providerId="LiveId" clId="{D2D5A77D-0AB5-4FC9-9FE1-BAA284E60755}" dt="2019-04-16T00:16:48.193" v="1402" actId="20577"/>
        <pc:sldMkLst>
          <pc:docMk/>
          <pc:sldMk cId="1505657608" sldId="273"/>
        </pc:sldMkLst>
        <pc:spChg chg="mod">
          <ac:chgData name="Greg Smith" userId="c57af3070aeedd65" providerId="LiveId" clId="{D2D5A77D-0AB5-4FC9-9FE1-BAA284E60755}" dt="2019-04-15T23:52:25.927" v="1395" actId="164"/>
          <ac:spMkLst>
            <pc:docMk/>
            <pc:sldMk cId="1505657608" sldId="273"/>
            <ac:spMk id="25" creationId="{9F1B34DE-C35A-474F-AFBD-56EA425342C2}"/>
          </ac:spMkLst>
        </pc:spChg>
        <pc:grpChg chg="add mod">
          <ac:chgData name="Greg Smith" userId="c57af3070aeedd65" providerId="LiveId" clId="{D2D5A77D-0AB5-4FC9-9FE1-BAA284E60755}" dt="2019-04-15T23:52:25.927" v="1395" actId="164"/>
          <ac:grpSpMkLst>
            <pc:docMk/>
            <pc:sldMk cId="1505657608" sldId="273"/>
            <ac:grpSpMk id="3" creationId="{50CA130F-96CE-40DE-9E76-8AB6281B7105}"/>
          </ac:grpSpMkLst>
        </pc:grpChg>
        <pc:cxnChg chg="mod">
          <ac:chgData name="Greg Smith" userId="c57af3070aeedd65" providerId="LiveId" clId="{D2D5A77D-0AB5-4FC9-9FE1-BAA284E60755}" dt="2019-04-15T23:52:25.927" v="1395" actId="164"/>
          <ac:cxnSpMkLst>
            <pc:docMk/>
            <pc:sldMk cId="1505657608" sldId="273"/>
            <ac:cxnSpMk id="21" creationId="{2D67E6C3-7240-41F7-8004-97E6A9F7F5E4}"/>
          </ac:cxnSpMkLst>
        </pc:cxnChg>
      </pc:sldChg>
      <pc:sldChg chg="add del setBg modNotesTx">
        <pc:chgData name="Greg Smith" userId="c57af3070aeedd65" providerId="LiveId" clId="{D2D5A77D-0AB5-4FC9-9FE1-BAA284E60755}" dt="2019-04-16T00:14:06.149" v="1400"/>
        <pc:sldMkLst>
          <pc:docMk/>
          <pc:sldMk cId="1574491162" sldId="274"/>
        </pc:sldMkLst>
      </pc:sldChg>
      <pc:sldChg chg="add del setBg">
        <pc:chgData name="Greg Smith" userId="c57af3070aeedd65" providerId="LiveId" clId="{D2D5A77D-0AB5-4FC9-9FE1-BAA284E60755}" dt="2019-04-16T00:14:06.149" v="1400"/>
        <pc:sldMkLst>
          <pc:docMk/>
          <pc:sldMk cId="436893362" sldId="275"/>
        </pc:sldMkLst>
      </pc:sldChg>
      <pc:sldChg chg="del">
        <pc:chgData name="Greg Smith" userId="c57af3070aeedd65" providerId="LiveId" clId="{D2D5A77D-0AB5-4FC9-9FE1-BAA284E60755}" dt="2019-04-16T00:14:03.723" v="1398" actId="2696"/>
        <pc:sldMkLst>
          <pc:docMk/>
          <pc:sldMk cId="1154208678" sldId="280"/>
        </pc:sldMkLst>
      </pc:sldChg>
      <pc:sldChg chg="modSp">
        <pc:chgData name="Greg Smith" userId="c57af3070aeedd65" providerId="LiveId" clId="{D2D5A77D-0AB5-4FC9-9FE1-BAA284E60755}" dt="2019-04-15T21:43:52.201" v="738" actId="20577"/>
        <pc:sldMkLst>
          <pc:docMk/>
          <pc:sldMk cId="3928208760" sldId="281"/>
        </pc:sldMkLst>
        <pc:graphicFrameChg chg="modGraphic">
          <ac:chgData name="Greg Smith" userId="c57af3070aeedd65" providerId="LiveId" clId="{D2D5A77D-0AB5-4FC9-9FE1-BAA284E60755}" dt="2019-04-15T21:43:52.201" v="738" actId="20577"/>
          <ac:graphicFrameMkLst>
            <pc:docMk/>
            <pc:sldMk cId="3928208760" sldId="281"/>
            <ac:graphicFrameMk id="3" creationId="{82B48639-1E95-40CA-BB13-BE23D3518066}"/>
          </ac:graphicFrameMkLst>
        </pc:graphicFrameChg>
        <pc:graphicFrameChg chg="modGraphic">
          <ac:chgData name="Greg Smith" userId="c57af3070aeedd65" providerId="LiveId" clId="{D2D5A77D-0AB5-4FC9-9FE1-BAA284E60755}" dt="2019-04-15T21:43:41.572" v="726" actId="20577"/>
          <ac:graphicFrameMkLst>
            <pc:docMk/>
            <pc:sldMk cId="3928208760" sldId="281"/>
            <ac:graphicFrameMk id="7" creationId="{725E97E2-1BDA-4A67-9F12-DEE3F223766F}"/>
          </ac:graphicFrameMkLst>
        </pc:graphicFrameChg>
      </pc:sldChg>
      <pc:sldChg chg="modSp ord">
        <pc:chgData name="Greg Smith" userId="c57af3070aeedd65" providerId="LiveId" clId="{D2D5A77D-0AB5-4FC9-9FE1-BAA284E60755}" dt="2019-04-16T00:40:35.003" v="1457" actId="20577"/>
        <pc:sldMkLst>
          <pc:docMk/>
          <pc:sldMk cId="2902493049" sldId="282"/>
        </pc:sldMkLst>
        <pc:graphicFrameChg chg="mod">
          <ac:chgData name="Greg Smith" userId="c57af3070aeedd65" providerId="LiveId" clId="{D2D5A77D-0AB5-4FC9-9FE1-BAA284E60755}" dt="2019-04-16T00:40:35.003" v="1457" actId="20577"/>
          <ac:graphicFrameMkLst>
            <pc:docMk/>
            <pc:sldMk cId="2902493049" sldId="282"/>
            <ac:graphicFrameMk id="13" creationId="{6B958D69-3203-40F1-9D49-D74BCEAF9A41}"/>
          </ac:graphicFrameMkLst>
        </pc:graphicFrameChg>
        <pc:graphicFrameChg chg="mod">
          <ac:chgData name="Greg Smith" userId="c57af3070aeedd65" providerId="LiveId" clId="{D2D5A77D-0AB5-4FC9-9FE1-BAA284E60755}" dt="2019-04-16T00:40:16.632" v="1433" actId="20577"/>
          <ac:graphicFrameMkLst>
            <pc:docMk/>
            <pc:sldMk cId="2902493049" sldId="282"/>
            <ac:graphicFrameMk id="489" creationId="{11036D18-2528-42D6-8D1A-3B40A5023451}"/>
          </ac:graphicFrameMkLst>
        </pc:graphicFrameChg>
      </pc:sldChg>
      <pc:sldChg chg="addSp delSp modSp delAnim modAnim">
        <pc:chgData name="Greg Smith" userId="c57af3070aeedd65" providerId="LiveId" clId="{D2D5A77D-0AB5-4FC9-9FE1-BAA284E60755}" dt="2019-04-15T21:57:27.704" v="996" actId="20577"/>
        <pc:sldMkLst>
          <pc:docMk/>
          <pc:sldMk cId="2393814716" sldId="283"/>
        </pc:sldMkLst>
        <pc:spChg chg="del">
          <ac:chgData name="Greg Smith" userId="c57af3070aeedd65" providerId="LiveId" clId="{D2D5A77D-0AB5-4FC9-9FE1-BAA284E60755}" dt="2019-04-15T20:32:42.449" v="26" actId="478"/>
          <ac:spMkLst>
            <pc:docMk/>
            <pc:sldMk cId="2393814716" sldId="283"/>
            <ac:spMk id="4" creationId="{FFD8173B-12EF-4760-BD07-07C22AD181E2}"/>
          </ac:spMkLst>
        </pc:spChg>
        <pc:spChg chg="del">
          <ac:chgData name="Greg Smith" userId="c57af3070aeedd65" providerId="LiveId" clId="{D2D5A77D-0AB5-4FC9-9FE1-BAA284E60755}" dt="2019-04-15T20:32:38.810" v="25" actId="478"/>
          <ac:spMkLst>
            <pc:docMk/>
            <pc:sldMk cId="2393814716" sldId="283"/>
            <ac:spMk id="6" creationId="{27AAA801-688C-4F38-81C9-DB58FD867A19}"/>
          </ac:spMkLst>
        </pc:spChg>
        <pc:spChg chg="add del mod">
          <ac:chgData name="Greg Smith" userId="c57af3070aeedd65" providerId="LiveId" clId="{D2D5A77D-0AB5-4FC9-9FE1-BAA284E60755}" dt="2019-04-15T21:12:27.193" v="573" actId="1076"/>
          <ac:spMkLst>
            <pc:docMk/>
            <pc:sldMk cId="2393814716" sldId="283"/>
            <ac:spMk id="8" creationId="{CC39C621-4684-4197-8DC6-5A86E77B2CC7}"/>
          </ac:spMkLst>
        </pc:spChg>
        <pc:spChg chg="add mod">
          <ac:chgData name="Greg Smith" userId="c57af3070aeedd65" providerId="LiveId" clId="{D2D5A77D-0AB5-4FC9-9FE1-BAA284E60755}" dt="2019-04-15T21:01:47.317" v="481" actId="403"/>
          <ac:spMkLst>
            <pc:docMk/>
            <pc:sldMk cId="2393814716" sldId="283"/>
            <ac:spMk id="9" creationId="{99DE2026-63CB-4A81-A384-23A5EA825164}"/>
          </ac:spMkLst>
        </pc:spChg>
        <pc:spChg chg="add mod topLvl">
          <ac:chgData name="Greg Smith" userId="c57af3070aeedd65" providerId="LiveId" clId="{D2D5A77D-0AB5-4FC9-9FE1-BAA284E60755}" dt="2019-04-15T21:46:21.162" v="751" actId="1076"/>
          <ac:spMkLst>
            <pc:docMk/>
            <pc:sldMk cId="2393814716" sldId="283"/>
            <ac:spMk id="10" creationId="{0606FEB7-C254-4DFA-AD88-241C1225F9EB}"/>
          </ac:spMkLst>
        </pc:spChg>
        <pc:spChg chg="add mod">
          <ac:chgData name="Greg Smith" userId="c57af3070aeedd65" providerId="LiveId" clId="{D2D5A77D-0AB5-4FC9-9FE1-BAA284E60755}" dt="2019-04-15T21:47:37.760" v="805"/>
          <ac:spMkLst>
            <pc:docMk/>
            <pc:sldMk cId="2393814716" sldId="283"/>
            <ac:spMk id="12" creationId="{838DE6E0-0FE2-4327-8016-1BEAA2E71FA1}"/>
          </ac:spMkLst>
        </pc:spChg>
        <pc:spChg chg="add mod topLvl">
          <ac:chgData name="Greg Smith" userId="c57af3070aeedd65" providerId="LiveId" clId="{D2D5A77D-0AB5-4FC9-9FE1-BAA284E60755}" dt="2019-04-15T21:46:03.978" v="749" actId="1076"/>
          <ac:spMkLst>
            <pc:docMk/>
            <pc:sldMk cId="2393814716" sldId="283"/>
            <ac:spMk id="30" creationId="{16E32AF7-A1F5-441A-A051-6EE43739C821}"/>
          </ac:spMkLst>
        </pc:spChg>
        <pc:spChg chg="add mod">
          <ac:chgData name="Greg Smith" userId="c57af3070aeedd65" providerId="LiveId" clId="{D2D5A77D-0AB5-4FC9-9FE1-BAA284E60755}" dt="2019-04-15T21:46:23.371" v="752" actId="1076"/>
          <ac:spMkLst>
            <pc:docMk/>
            <pc:sldMk cId="2393814716" sldId="283"/>
            <ac:spMk id="31" creationId="{AF7E4637-5778-4B59-BDFE-80ED9E2FD539}"/>
          </ac:spMkLst>
        </pc:spChg>
        <pc:spChg chg="add mod">
          <ac:chgData name="Greg Smith" userId="c57af3070aeedd65" providerId="LiveId" clId="{D2D5A77D-0AB5-4FC9-9FE1-BAA284E60755}" dt="2019-04-15T21:46:21.162" v="751" actId="1076"/>
          <ac:spMkLst>
            <pc:docMk/>
            <pc:sldMk cId="2393814716" sldId="283"/>
            <ac:spMk id="32" creationId="{0896D38C-F582-4265-9F68-CE9FBDA44D18}"/>
          </ac:spMkLst>
        </pc:spChg>
        <pc:spChg chg="add mod">
          <ac:chgData name="Greg Smith" userId="c57af3070aeedd65" providerId="LiveId" clId="{D2D5A77D-0AB5-4FC9-9FE1-BAA284E60755}" dt="2019-04-15T21:46:21.162" v="751" actId="1076"/>
          <ac:spMkLst>
            <pc:docMk/>
            <pc:sldMk cId="2393814716" sldId="283"/>
            <ac:spMk id="33" creationId="{55FE1E2C-9590-4575-A473-8E6D34A37E38}"/>
          </ac:spMkLst>
        </pc:spChg>
        <pc:spChg chg="add mod">
          <ac:chgData name="Greg Smith" userId="c57af3070aeedd65" providerId="LiveId" clId="{D2D5A77D-0AB5-4FC9-9FE1-BAA284E60755}" dt="2019-04-15T21:48:01.360" v="819" actId="20577"/>
          <ac:spMkLst>
            <pc:docMk/>
            <pc:sldMk cId="2393814716" sldId="283"/>
            <ac:spMk id="34" creationId="{60157EEC-2B6A-4413-BC30-8A90E5D152AA}"/>
          </ac:spMkLst>
        </pc:spChg>
        <pc:grpChg chg="del">
          <ac:chgData name="Greg Smith" userId="c57af3070aeedd65" providerId="LiveId" clId="{D2D5A77D-0AB5-4FC9-9FE1-BAA284E60755}" dt="2019-04-15T20:32:27.334" v="20" actId="478"/>
          <ac:grpSpMkLst>
            <pc:docMk/>
            <pc:sldMk cId="2393814716" sldId="283"/>
            <ac:grpSpMk id="2" creationId="{E27D8003-5F26-4891-9CEB-92651D9F5E20}"/>
          </ac:grpSpMkLst>
        </pc:grpChg>
        <pc:grpChg chg="del">
          <ac:chgData name="Greg Smith" userId="c57af3070aeedd65" providerId="LiveId" clId="{D2D5A77D-0AB5-4FC9-9FE1-BAA284E60755}" dt="2019-04-15T20:32:29.060" v="21" actId="478"/>
          <ac:grpSpMkLst>
            <pc:docMk/>
            <pc:sldMk cId="2393814716" sldId="283"/>
            <ac:grpSpMk id="3" creationId="{420052F6-E6A9-4951-B184-E6D1D6295749}"/>
          </ac:grpSpMkLst>
        </pc:grpChg>
        <pc:grpChg chg="add del mod">
          <ac:chgData name="Greg Smith" userId="c57af3070aeedd65" providerId="LiveId" clId="{D2D5A77D-0AB5-4FC9-9FE1-BAA284E60755}" dt="2019-04-15T21:13:13.070" v="577" actId="165"/>
          <ac:grpSpMkLst>
            <pc:docMk/>
            <pc:sldMk cId="2393814716" sldId="283"/>
            <ac:grpSpMk id="11" creationId="{B419E398-AF30-420D-ACF1-6D1D4CC94D3E}"/>
          </ac:grpSpMkLst>
        </pc:grpChg>
        <pc:grpChg chg="del">
          <ac:chgData name="Greg Smith" userId="c57af3070aeedd65" providerId="LiveId" clId="{D2D5A77D-0AB5-4FC9-9FE1-BAA284E60755}" dt="2019-04-15T20:32:31.658" v="22" actId="478"/>
          <ac:grpSpMkLst>
            <pc:docMk/>
            <pc:sldMk cId="2393814716" sldId="283"/>
            <ac:grpSpMk id="25" creationId="{F378DB18-F7AA-4CDA-AEA8-BF61B45D6B8E}"/>
          </ac:grpSpMkLst>
        </pc:grpChg>
        <pc:grpChg chg="del">
          <ac:chgData name="Greg Smith" userId="c57af3070aeedd65" providerId="LiveId" clId="{D2D5A77D-0AB5-4FC9-9FE1-BAA284E60755}" dt="2019-04-15T20:32:33.731" v="23" actId="478"/>
          <ac:grpSpMkLst>
            <pc:docMk/>
            <pc:sldMk cId="2393814716" sldId="283"/>
            <ac:grpSpMk id="26" creationId="{428292CF-7B20-4796-BF1F-A81E01247918}"/>
          </ac:grpSpMkLst>
        </pc:grpChg>
        <pc:grpChg chg="del">
          <ac:chgData name="Greg Smith" userId="c57af3070aeedd65" providerId="LiveId" clId="{D2D5A77D-0AB5-4FC9-9FE1-BAA284E60755}" dt="2019-04-15T20:32:35.613" v="24" actId="478"/>
          <ac:grpSpMkLst>
            <pc:docMk/>
            <pc:sldMk cId="2393814716" sldId="283"/>
            <ac:grpSpMk id="27" creationId="{8160CC4E-1DC6-4FB3-B89F-D5AD3F63709A}"/>
          </ac:grpSpMkLst>
        </pc:grpChg>
        <pc:graphicFrameChg chg="mod modGraphic">
          <ac:chgData name="Greg Smith" userId="c57af3070aeedd65" providerId="LiveId" clId="{D2D5A77D-0AB5-4FC9-9FE1-BAA284E60755}" dt="2019-04-15T21:57:09.023" v="984" actId="20577"/>
          <ac:graphicFrameMkLst>
            <pc:docMk/>
            <pc:sldMk cId="2393814716" sldId="283"/>
            <ac:graphicFrameMk id="5" creationId="{B033794F-9869-49D7-BF9B-396DAC42E109}"/>
          </ac:graphicFrameMkLst>
        </pc:graphicFrameChg>
        <pc:graphicFrameChg chg="mod modGraphic">
          <ac:chgData name="Greg Smith" userId="c57af3070aeedd65" providerId="LiveId" clId="{D2D5A77D-0AB5-4FC9-9FE1-BAA284E60755}" dt="2019-04-15T21:57:27.704" v="996" actId="20577"/>
          <ac:graphicFrameMkLst>
            <pc:docMk/>
            <pc:sldMk cId="2393814716" sldId="283"/>
            <ac:graphicFrameMk id="7" creationId="{91F187D5-992A-4A24-B16B-F80DB734CBED}"/>
          </ac:graphicFrameMkLst>
        </pc:graphicFrameChg>
      </pc:sldChg>
      <pc:sldChg chg="del">
        <pc:chgData name="Greg Smith" userId="c57af3070aeedd65" providerId="LiveId" clId="{D2D5A77D-0AB5-4FC9-9FE1-BAA284E60755}" dt="2019-04-15T22:43:29.923" v="1393" actId="2696"/>
        <pc:sldMkLst>
          <pc:docMk/>
          <pc:sldMk cId="4203324687" sldId="285"/>
        </pc:sldMkLst>
      </pc:sldChg>
      <pc:sldChg chg="del">
        <pc:chgData name="Greg Smith" userId="c57af3070aeedd65" providerId="LiveId" clId="{D2D5A77D-0AB5-4FC9-9FE1-BAA284E60755}" dt="2019-04-15T22:43:24.856" v="1392" actId="2696"/>
        <pc:sldMkLst>
          <pc:docMk/>
          <pc:sldMk cId="592756346" sldId="286"/>
        </pc:sldMkLst>
      </pc:sldChg>
      <pc:sldChg chg="add del">
        <pc:chgData name="Greg Smith" userId="c57af3070aeedd65" providerId="LiveId" clId="{D2D5A77D-0AB5-4FC9-9FE1-BAA284E60755}" dt="2019-04-15T20:38:17.678" v="71" actId="2696"/>
        <pc:sldMkLst>
          <pc:docMk/>
          <pc:sldMk cId="1229531173" sldId="287"/>
        </pc:sldMkLst>
      </pc:sldChg>
      <pc:sldChg chg="addSp delSp modSp add del modAnim">
        <pc:chgData name="Greg Smith" userId="c57af3070aeedd65" providerId="LiveId" clId="{D2D5A77D-0AB5-4FC9-9FE1-BAA284E60755}" dt="2019-04-15T21:23:24.956" v="703" actId="2696"/>
        <pc:sldMkLst>
          <pc:docMk/>
          <pc:sldMk cId="3241024390" sldId="287"/>
        </pc:sldMkLst>
        <pc:spChg chg="add del mod">
          <ac:chgData name="Greg Smith" userId="c57af3070aeedd65" providerId="LiveId" clId="{D2D5A77D-0AB5-4FC9-9FE1-BAA284E60755}" dt="2019-04-15T20:38:38.218" v="74" actId="478"/>
          <ac:spMkLst>
            <pc:docMk/>
            <pc:sldMk cId="3241024390" sldId="287"/>
            <ac:spMk id="3" creationId="{E6C41D33-AC94-4DAB-A29F-D035B3C1963E}"/>
          </ac:spMkLst>
        </pc:spChg>
        <pc:spChg chg="add mod">
          <ac:chgData name="Greg Smith" userId="c57af3070aeedd65" providerId="LiveId" clId="{D2D5A77D-0AB5-4FC9-9FE1-BAA284E60755}" dt="2019-04-15T21:07:27.649" v="543" actId="164"/>
          <ac:spMkLst>
            <pc:docMk/>
            <pc:sldMk cId="3241024390" sldId="287"/>
            <ac:spMk id="4" creationId="{23075A35-5AE3-441F-9A31-FBC17CA61D07}"/>
          </ac:spMkLst>
        </pc:spChg>
        <pc:spChg chg="add mod">
          <ac:chgData name="Greg Smith" userId="c57af3070aeedd65" providerId="LiveId" clId="{D2D5A77D-0AB5-4FC9-9FE1-BAA284E60755}" dt="2019-04-15T21:07:27.649" v="543" actId="164"/>
          <ac:spMkLst>
            <pc:docMk/>
            <pc:sldMk cId="3241024390" sldId="287"/>
            <ac:spMk id="14" creationId="{7525A76A-6C1C-4D38-9AD8-9B9E2D600A5F}"/>
          </ac:spMkLst>
        </pc:spChg>
        <pc:spChg chg="add mod">
          <ac:chgData name="Greg Smith" userId="c57af3070aeedd65" providerId="LiveId" clId="{D2D5A77D-0AB5-4FC9-9FE1-BAA284E60755}" dt="2019-04-15T21:07:27.649" v="543" actId="164"/>
          <ac:spMkLst>
            <pc:docMk/>
            <pc:sldMk cId="3241024390" sldId="287"/>
            <ac:spMk id="15" creationId="{5E31142E-A32A-4F9F-8852-B97FC6170D72}"/>
          </ac:spMkLst>
        </pc:spChg>
        <pc:spChg chg="add mod">
          <ac:chgData name="Greg Smith" userId="c57af3070aeedd65" providerId="LiveId" clId="{D2D5A77D-0AB5-4FC9-9FE1-BAA284E60755}" dt="2019-04-15T21:07:27.649" v="543" actId="164"/>
          <ac:spMkLst>
            <pc:docMk/>
            <pc:sldMk cId="3241024390" sldId="287"/>
            <ac:spMk id="16" creationId="{F4901C2A-938D-48F2-BC2A-25184E24D973}"/>
          </ac:spMkLst>
        </pc:spChg>
        <pc:grpChg chg="add mod">
          <ac:chgData name="Greg Smith" userId="c57af3070aeedd65" providerId="LiveId" clId="{D2D5A77D-0AB5-4FC9-9FE1-BAA284E60755}" dt="2019-04-15T21:07:27.649" v="543" actId="164"/>
          <ac:grpSpMkLst>
            <pc:docMk/>
            <pc:sldMk cId="3241024390" sldId="287"/>
            <ac:grpSpMk id="6" creationId="{3460E85D-FC3C-4BB4-AA28-49BED2F74E16}"/>
          </ac:grpSpMkLst>
        </pc:grpChg>
        <pc:graphicFrameChg chg="del">
          <ac:chgData name="Greg Smith" userId="c57af3070aeedd65" providerId="LiveId" clId="{D2D5A77D-0AB5-4FC9-9FE1-BAA284E60755}" dt="2019-04-15T20:38:31.438" v="73" actId="478"/>
          <ac:graphicFrameMkLst>
            <pc:docMk/>
            <pc:sldMk cId="3241024390" sldId="287"/>
            <ac:graphicFrameMk id="5" creationId="{B033794F-9869-49D7-BF9B-396DAC42E109}"/>
          </ac:graphicFrameMkLst>
        </pc:graphicFrameChg>
        <pc:graphicFrameChg chg="del mod modGraphic">
          <ac:chgData name="Greg Smith" userId="c57af3070aeedd65" providerId="LiveId" clId="{D2D5A77D-0AB5-4FC9-9FE1-BAA284E60755}" dt="2019-04-15T20:44:20.005" v="243" actId="478"/>
          <ac:graphicFrameMkLst>
            <pc:docMk/>
            <pc:sldMk cId="3241024390" sldId="287"/>
            <ac:graphicFrameMk id="7" creationId="{91F187D5-992A-4A24-B16B-F80DB734CBED}"/>
          </ac:graphicFrameMkLst>
        </pc:graphicFrameChg>
        <pc:graphicFrameChg chg="add del mod modGraphic">
          <ac:chgData name="Greg Smith" userId="c57af3070aeedd65" providerId="LiveId" clId="{D2D5A77D-0AB5-4FC9-9FE1-BAA284E60755}" dt="2019-04-15T20:47:30.312" v="328" actId="478"/>
          <ac:graphicFrameMkLst>
            <pc:docMk/>
            <pc:sldMk cId="3241024390" sldId="287"/>
            <ac:graphicFrameMk id="9" creationId="{1AEA1C92-DCAE-43D6-AED7-A72BAC6E4B78}"/>
          </ac:graphicFrameMkLst>
        </pc:graphicFrameChg>
        <pc:graphicFrameChg chg="add del mod modGraphic">
          <ac:chgData name="Greg Smith" userId="c57af3070aeedd65" providerId="LiveId" clId="{D2D5A77D-0AB5-4FC9-9FE1-BAA284E60755}" dt="2019-04-15T20:47:44.798" v="331" actId="1076"/>
          <ac:graphicFrameMkLst>
            <pc:docMk/>
            <pc:sldMk cId="3241024390" sldId="287"/>
            <ac:graphicFrameMk id="10" creationId="{2EAF1B95-E57C-4F6B-ADB9-3B1AD202B94D}"/>
          </ac:graphicFrameMkLst>
        </pc:graphicFrameChg>
        <pc:graphicFrameChg chg="add mod modGraphic">
          <ac:chgData name="Greg Smith" userId="c57af3070aeedd65" providerId="LiveId" clId="{D2D5A77D-0AB5-4FC9-9FE1-BAA284E60755}" dt="2019-04-15T20:48:13.262" v="336" actId="14100"/>
          <ac:graphicFrameMkLst>
            <pc:docMk/>
            <pc:sldMk cId="3241024390" sldId="287"/>
            <ac:graphicFrameMk id="11" creationId="{7486881E-6713-43BE-BD26-59E6831F8DFA}"/>
          </ac:graphicFrameMkLst>
        </pc:graphicFrameChg>
        <pc:graphicFrameChg chg="add mod modGraphic">
          <ac:chgData name="Greg Smith" userId="c57af3070aeedd65" providerId="LiveId" clId="{D2D5A77D-0AB5-4FC9-9FE1-BAA284E60755}" dt="2019-04-15T20:48:05.580" v="335" actId="14100"/>
          <ac:graphicFrameMkLst>
            <pc:docMk/>
            <pc:sldMk cId="3241024390" sldId="287"/>
            <ac:graphicFrameMk id="12" creationId="{8BC63C85-E58A-4E1C-82A4-6ADC9622E736}"/>
          </ac:graphicFrameMkLst>
        </pc:graphicFrameChg>
        <pc:graphicFrameChg chg="add mod modGraphic">
          <ac:chgData name="Greg Smith" userId="c57af3070aeedd65" providerId="LiveId" clId="{D2D5A77D-0AB5-4FC9-9FE1-BAA284E60755}" dt="2019-04-15T20:48:13.262" v="336" actId="14100"/>
          <ac:graphicFrameMkLst>
            <pc:docMk/>
            <pc:sldMk cId="3241024390" sldId="287"/>
            <ac:graphicFrameMk id="13" creationId="{4B83C3C1-975F-49B5-8C78-62213FFD32C3}"/>
          </ac:graphicFrameMkLst>
        </pc:graphicFrameChg>
      </pc:sldChg>
      <pc:sldChg chg="addSp delSp modSp add del ord modAnim">
        <pc:chgData name="Greg Smith" userId="c57af3070aeedd65" providerId="LiveId" clId="{D2D5A77D-0AB5-4FC9-9FE1-BAA284E60755}" dt="2019-04-15T21:23:44.215" v="711" actId="2696"/>
        <pc:sldMkLst>
          <pc:docMk/>
          <pc:sldMk cId="3894098195" sldId="288"/>
        </pc:sldMkLst>
        <pc:spChg chg="add del mod">
          <ac:chgData name="Greg Smith" userId="c57af3070aeedd65" providerId="LiveId" clId="{D2D5A77D-0AB5-4FC9-9FE1-BAA284E60755}" dt="2019-04-15T21:16:27.301" v="603" actId="478"/>
          <ac:spMkLst>
            <pc:docMk/>
            <pc:sldMk cId="3894098195" sldId="288"/>
            <ac:spMk id="2" creationId="{2DEA1712-64A9-4ECC-98DC-05CC6932DD3B}"/>
          </ac:spMkLst>
        </pc:spChg>
        <pc:spChg chg="add mod">
          <ac:chgData name="Greg Smith" userId="c57af3070aeedd65" providerId="LiveId" clId="{D2D5A77D-0AB5-4FC9-9FE1-BAA284E60755}" dt="2019-04-15T21:17:30.088" v="616" actId="14100"/>
          <ac:spMkLst>
            <pc:docMk/>
            <pc:sldMk cId="3894098195" sldId="288"/>
            <ac:spMk id="9" creationId="{849F90CD-F966-43C8-AD3F-1481FD2C9A5B}"/>
          </ac:spMkLst>
        </pc:spChg>
        <pc:spChg chg="add mod">
          <ac:chgData name="Greg Smith" userId="c57af3070aeedd65" providerId="LiveId" clId="{D2D5A77D-0AB5-4FC9-9FE1-BAA284E60755}" dt="2019-04-15T21:17:33.764" v="617" actId="14100"/>
          <ac:spMkLst>
            <pc:docMk/>
            <pc:sldMk cId="3894098195" sldId="288"/>
            <ac:spMk id="14" creationId="{9B631698-607A-42EA-95CB-5317AE3605A3}"/>
          </ac:spMkLst>
        </pc:spChg>
        <pc:spChg chg="add mod">
          <ac:chgData name="Greg Smith" userId="c57af3070aeedd65" providerId="LiveId" clId="{D2D5A77D-0AB5-4FC9-9FE1-BAA284E60755}" dt="2019-04-15T21:19:42.953" v="630" actId="403"/>
          <ac:spMkLst>
            <pc:docMk/>
            <pc:sldMk cId="3894098195" sldId="288"/>
            <ac:spMk id="15" creationId="{660A1130-6741-4696-B008-1FD3BC31B072}"/>
          </ac:spMkLst>
        </pc:spChg>
        <pc:graphicFrameChg chg="add del mod modGraphic">
          <ac:chgData name="Greg Smith" userId="c57af3070aeedd65" providerId="LiveId" clId="{D2D5A77D-0AB5-4FC9-9FE1-BAA284E60755}" dt="2019-04-15T21:15:33.626" v="592"/>
          <ac:graphicFrameMkLst>
            <pc:docMk/>
            <pc:sldMk cId="3894098195" sldId="288"/>
            <ac:graphicFrameMk id="7" creationId="{A2F31E3D-678B-446A-868D-BF3ABD565CA9}"/>
          </ac:graphicFrameMkLst>
        </pc:graphicFrameChg>
        <pc:graphicFrameChg chg="mod modGraphic">
          <ac:chgData name="Greg Smith" userId="c57af3070aeedd65" providerId="LiveId" clId="{D2D5A77D-0AB5-4FC9-9FE1-BAA284E60755}" dt="2019-04-15T21:15:59.234" v="599" actId="14734"/>
          <ac:graphicFrameMkLst>
            <pc:docMk/>
            <pc:sldMk cId="3894098195" sldId="288"/>
            <ac:graphicFrameMk id="10" creationId="{2EAF1B95-E57C-4F6B-ADB9-3B1AD202B94D}"/>
          </ac:graphicFrameMkLst>
        </pc:graphicFrameChg>
        <pc:graphicFrameChg chg="add del">
          <ac:chgData name="Greg Smith" userId="c57af3070aeedd65" providerId="LiveId" clId="{D2D5A77D-0AB5-4FC9-9FE1-BAA284E60755}" dt="2019-04-15T20:54:07.585" v="370" actId="478"/>
          <ac:graphicFrameMkLst>
            <pc:docMk/>
            <pc:sldMk cId="3894098195" sldId="288"/>
            <ac:graphicFrameMk id="11" creationId="{7486881E-6713-43BE-BD26-59E6831F8DFA}"/>
          </ac:graphicFrameMkLst>
        </pc:graphicFrameChg>
        <pc:graphicFrameChg chg="add del">
          <ac:chgData name="Greg Smith" userId="c57af3070aeedd65" providerId="LiveId" clId="{D2D5A77D-0AB5-4FC9-9FE1-BAA284E60755}" dt="2019-04-15T20:54:07.942" v="372" actId="478"/>
          <ac:graphicFrameMkLst>
            <pc:docMk/>
            <pc:sldMk cId="3894098195" sldId="288"/>
            <ac:graphicFrameMk id="12" creationId="{8BC63C85-E58A-4E1C-82A4-6ADC9622E736}"/>
          </ac:graphicFrameMkLst>
        </pc:graphicFrameChg>
        <pc:graphicFrameChg chg="add del">
          <ac:chgData name="Greg Smith" userId="c57af3070aeedd65" providerId="LiveId" clId="{D2D5A77D-0AB5-4FC9-9FE1-BAA284E60755}" dt="2019-04-15T20:54:07.767" v="371" actId="478"/>
          <ac:graphicFrameMkLst>
            <pc:docMk/>
            <pc:sldMk cId="3894098195" sldId="288"/>
            <ac:graphicFrameMk id="13" creationId="{4B83C3C1-975F-49B5-8C78-62213FFD32C3}"/>
          </ac:graphicFrameMkLst>
        </pc:graphicFrameChg>
      </pc:sldChg>
      <pc:sldChg chg="add del">
        <pc:chgData name="Greg Smith" userId="c57af3070aeedd65" providerId="LiveId" clId="{D2D5A77D-0AB5-4FC9-9FE1-BAA284E60755}" dt="2019-04-15T21:04:39.942" v="485" actId="2696"/>
        <pc:sldMkLst>
          <pc:docMk/>
          <pc:sldMk cId="1587855928" sldId="289"/>
        </pc:sldMkLst>
      </pc:sldChg>
      <pc:sldChg chg="addSp delSp modSp add ord modAnim">
        <pc:chgData name="Greg Smith" userId="c57af3070aeedd65" providerId="LiveId" clId="{D2D5A77D-0AB5-4FC9-9FE1-BAA284E60755}" dt="2019-04-15T21:57:40.901" v="1004" actId="20577"/>
        <pc:sldMkLst>
          <pc:docMk/>
          <pc:sldMk cId="3898512519" sldId="289"/>
        </pc:sldMkLst>
        <pc:graphicFrameChg chg="add del">
          <ac:chgData name="Greg Smith" userId="c57af3070aeedd65" providerId="LiveId" clId="{D2D5A77D-0AB5-4FC9-9FE1-BAA284E60755}" dt="2019-04-15T21:04:58.024" v="494" actId="478"/>
          <ac:graphicFrameMkLst>
            <pc:docMk/>
            <pc:sldMk cId="3898512519" sldId="289"/>
            <ac:graphicFrameMk id="2" creationId="{D27B1D54-8FD9-40BA-A23C-19FC3657EDD9}"/>
          </ac:graphicFrameMkLst>
        </pc:graphicFrameChg>
        <pc:graphicFrameChg chg="add mod modGraphic">
          <ac:chgData name="Greg Smith" userId="c57af3070aeedd65" providerId="LiveId" clId="{D2D5A77D-0AB5-4FC9-9FE1-BAA284E60755}" dt="2019-04-15T21:57:40.901" v="1004" actId="20577"/>
          <ac:graphicFrameMkLst>
            <pc:docMk/>
            <pc:sldMk cId="3898512519" sldId="289"/>
            <ac:graphicFrameMk id="3" creationId="{04BFB0C4-1788-4701-BD50-9AF94D54C091}"/>
          </ac:graphicFrameMkLst>
        </pc:graphicFrameChg>
        <pc:graphicFrameChg chg="add mod modGraphic">
          <ac:chgData name="Greg Smith" userId="c57af3070aeedd65" providerId="LiveId" clId="{D2D5A77D-0AB5-4FC9-9FE1-BAA284E60755}" dt="2019-04-15T21:23:16.698" v="702" actId="20577"/>
          <ac:graphicFrameMkLst>
            <pc:docMk/>
            <pc:sldMk cId="3898512519" sldId="289"/>
            <ac:graphicFrameMk id="9" creationId="{65648021-D8C2-4E38-910F-532295DE1C95}"/>
          </ac:graphicFrameMkLst>
        </pc:graphicFrameChg>
        <pc:graphicFrameChg chg="del">
          <ac:chgData name="Greg Smith" userId="c57af3070aeedd65" providerId="LiveId" clId="{D2D5A77D-0AB5-4FC9-9FE1-BAA284E60755}" dt="2019-04-15T21:04:46.307" v="487" actId="478"/>
          <ac:graphicFrameMkLst>
            <pc:docMk/>
            <pc:sldMk cId="3898512519" sldId="289"/>
            <ac:graphicFrameMk id="10" creationId="{2EAF1B95-E57C-4F6B-ADB9-3B1AD202B94D}"/>
          </ac:graphicFrameMkLst>
        </pc:graphicFrameChg>
        <pc:graphicFrameChg chg="del modGraphic">
          <ac:chgData name="Greg Smith" userId="c57af3070aeedd65" providerId="LiveId" clId="{D2D5A77D-0AB5-4FC9-9FE1-BAA284E60755}" dt="2019-04-15T21:04:49.650" v="489" actId="478"/>
          <ac:graphicFrameMkLst>
            <pc:docMk/>
            <pc:sldMk cId="3898512519" sldId="289"/>
            <ac:graphicFrameMk id="11" creationId="{7486881E-6713-43BE-BD26-59E6831F8DFA}"/>
          </ac:graphicFrameMkLst>
        </pc:graphicFrameChg>
        <pc:graphicFrameChg chg="del modGraphic">
          <ac:chgData name="Greg Smith" userId="c57af3070aeedd65" providerId="LiveId" clId="{D2D5A77D-0AB5-4FC9-9FE1-BAA284E60755}" dt="2019-04-15T21:04:54.322" v="492" actId="478"/>
          <ac:graphicFrameMkLst>
            <pc:docMk/>
            <pc:sldMk cId="3898512519" sldId="289"/>
            <ac:graphicFrameMk id="12" creationId="{8BC63C85-E58A-4E1C-82A4-6ADC9622E736}"/>
          </ac:graphicFrameMkLst>
        </pc:graphicFrameChg>
        <pc:graphicFrameChg chg="del">
          <ac:chgData name="Greg Smith" userId="c57af3070aeedd65" providerId="LiveId" clId="{D2D5A77D-0AB5-4FC9-9FE1-BAA284E60755}" dt="2019-04-15T21:04:50.866" v="490" actId="478"/>
          <ac:graphicFrameMkLst>
            <pc:docMk/>
            <pc:sldMk cId="3898512519" sldId="289"/>
            <ac:graphicFrameMk id="13" creationId="{4B83C3C1-975F-49B5-8C78-62213FFD32C3}"/>
          </ac:graphicFrameMkLst>
        </pc:graphicFrameChg>
        <pc:graphicFrameChg chg="add mod">
          <ac:chgData name="Greg Smith" userId="c57af3070aeedd65" providerId="LiveId" clId="{D2D5A77D-0AB5-4FC9-9FE1-BAA284E60755}" dt="2019-04-15T21:22:06.891" v="647"/>
          <ac:graphicFrameMkLst>
            <pc:docMk/>
            <pc:sldMk cId="3898512519" sldId="289"/>
            <ac:graphicFrameMk id="14" creationId="{480F41F1-568F-42B5-B388-EE3F1FBFA1E5}"/>
          </ac:graphicFrameMkLst>
        </pc:graphicFrameChg>
        <pc:graphicFrameChg chg="add mod modGraphic">
          <ac:chgData name="Greg Smith" userId="c57af3070aeedd65" providerId="LiveId" clId="{D2D5A77D-0AB5-4FC9-9FE1-BAA284E60755}" dt="2019-04-15T21:22:56.353" v="675" actId="20577"/>
          <ac:graphicFrameMkLst>
            <pc:docMk/>
            <pc:sldMk cId="3898512519" sldId="289"/>
            <ac:graphicFrameMk id="15" creationId="{6AB95567-4FF1-445F-860F-8D09A747C278}"/>
          </ac:graphicFrameMkLst>
        </pc:graphicFrameChg>
      </pc:sldChg>
      <pc:sldChg chg="modSp add">
        <pc:chgData name="Greg Smith" userId="c57af3070aeedd65" providerId="LiveId" clId="{D2D5A77D-0AB5-4FC9-9FE1-BAA284E60755}" dt="2019-04-15T22:43:05.971" v="1391" actId="20577"/>
        <pc:sldMkLst>
          <pc:docMk/>
          <pc:sldMk cId="832215426" sldId="290"/>
        </pc:sldMkLst>
        <pc:graphicFrameChg chg="mod modGraphic">
          <ac:chgData name="Greg Smith" userId="c57af3070aeedd65" providerId="LiveId" clId="{D2D5A77D-0AB5-4FC9-9FE1-BAA284E60755}" dt="2019-04-15T22:43:05.971" v="1391" actId="20577"/>
          <ac:graphicFrameMkLst>
            <pc:docMk/>
            <pc:sldMk cId="832215426" sldId="290"/>
            <ac:graphicFrameMk id="10" creationId="{2EAF1B95-E57C-4F6B-ADB9-3B1AD202B94D}"/>
          </ac:graphicFrameMkLst>
        </pc:graphicFrameChg>
      </pc:sldChg>
      <pc:sldChg chg="add del ord">
        <pc:chgData name="Greg Smith" userId="c57af3070aeedd65" providerId="LiveId" clId="{D2D5A77D-0AB5-4FC9-9FE1-BAA284E60755}" dt="2019-04-15T21:23:39.953" v="709" actId="2696"/>
        <pc:sldMkLst>
          <pc:docMk/>
          <pc:sldMk cId="1019898407" sldId="290"/>
        </pc:sldMkLst>
      </pc:sldChg>
      <pc:sldChg chg="delSp modSp add del ord delAnim">
        <pc:chgData name="Greg Smith" userId="c57af3070aeedd65" providerId="LiveId" clId="{D2D5A77D-0AB5-4FC9-9FE1-BAA284E60755}" dt="2019-04-15T21:50:12.395" v="871" actId="2696"/>
        <pc:sldMkLst>
          <pc:docMk/>
          <pc:sldMk cId="811742485" sldId="291"/>
        </pc:sldMkLst>
        <pc:spChg chg="del">
          <ac:chgData name="Greg Smith" userId="c57af3070aeedd65" providerId="LiveId" clId="{D2D5A77D-0AB5-4FC9-9FE1-BAA284E60755}" dt="2019-04-15T21:49:58.619" v="868" actId="478"/>
          <ac:spMkLst>
            <pc:docMk/>
            <pc:sldMk cId="811742485" sldId="291"/>
            <ac:spMk id="9" creationId="{849F90CD-F966-43C8-AD3F-1481FD2C9A5B}"/>
          </ac:spMkLst>
        </pc:spChg>
        <pc:spChg chg="del">
          <ac:chgData name="Greg Smith" userId="c57af3070aeedd65" providerId="LiveId" clId="{D2D5A77D-0AB5-4FC9-9FE1-BAA284E60755}" dt="2019-04-15T21:49:57.536" v="867" actId="478"/>
          <ac:spMkLst>
            <pc:docMk/>
            <pc:sldMk cId="811742485" sldId="291"/>
            <ac:spMk id="14" creationId="{9B631698-607A-42EA-95CB-5317AE3605A3}"/>
          </ac:spMkLst>
        </pc:spChg>
        <pc:spChg chg="del">
          <ac:chgData name="Greg Smith" userId="c57af3070aeedd65" providerId="LiveId" clId="{D2D5A77D-0AB5-4FC9-9FE1-BAA284E60755}" dt="2019-04-15T21:49:50.851" v="865" actId="478"/>
          <ac:spMkLst>
            <pc:docMk/>
            <pc:sldMk cId="811742485" sldId="291"/>
            <ac:spMk id="15" creationId="{660A1130-6741-4696-B008-1FD3BC31B072}"/>
          </ac:spMkLst>
        </pc:spChg>
        <pc:graphicFrameChg chg="del modGraphic">
          <ac:chgData name="Greg Smith" userId="c57af3070aeedd65" providerId="LiveId" clId="{D2D5A77D-0AB5-4FC9-9FE1-BAA284E60755}" dt="2019-04-15T21:49:53.733" v="866" actId="478"/>
          <ac:graphicFrameMkLst>
            <pc:docMk/>
            <pc:sldMk cId="811742485" sldId="291"/>
            <ac:graphicFrameMk id="10" creationId="{2EAF1B95-E57C-4F6B-ADB9-3B1AD202B94D}"/>
          </ac:graphicFrameMkLst>
        </pc:graphicFrameChg>
      </pc:sldChg>
      <pc:sldChg chg="addSp delSp modSp add modAnim">
        <pc:chgData name="Greg Smith" userId="c57af3070aeedd65" providerId="LiveId" clId="{D2D5A77D-0AB5-4FC9-9FE1-BAA284E60755}" dt="2019-04-15T21:53:25.372" v="968" actId="20577"/>
        <pc:sldMkLst>
          <pc:docMk/>
          <pc:sldMk cId="2990503809" sldId="291"/>
        </pc:sldMkLst>
        <pc:spChg chg="del">
          <ac:chgData name="Greg Smith" userId="c57af3070aeedd65" providerId="LiveId" clId="{D2D5A77D-0AB5-4FC9-9FE1-BAA284E60755}" dt="2019-04-15T21:50:31.996" v="873" actId="478"/>
          <ac:spMkLst>
            <pc:docMk/>
            <pc:sldMk cId="2990503809" sldId="291"/>
            <ac:spMk id="2" creationId="{B2192B81-4ED2-4D25-B970-ABF3F984B116}"/>
          </ac:spMkLst>
        </pc:spChg>
        <pc:spChg chg="del">
          <ac:chgData name="Greg Smith" userId="c57af3070aeedd65" providerId="LiveId" clId="{D2D5A77D-0AB5-4FC9-9FE1-BAA284E60755}" dt="2019-04-15T21:50:56.181" v="875" actId="478"/>
          <ac:spMkLst>
            <pc:docMk/>
            <pc:sldMk cId="2990503809" sldId="291"/>
            <ac:spMk id="3" creationId="{AADF9139-77EA-4EA7-AAC8-B88966F2A9CD}"/>
          </ac:spMkLst>
        </pc:spChg>
        <pc:spChg chg="add">
          <ac:chgData name="Greg Smith" userId="c57af3070aeedd65" providerId="LiveId" clId="{D2D5A77D-0AB5-4FC9-9FE1-BAA284E60755}" dt="2019-04-15T21:50:33.070" v="874"/>
          <ac:spMkLst>
            <pc:docMk/>
            <pc:sldMk cId="2990503809" sldId="291"/>
            <ac:spMk id="4" creationId="{3C75CCC6-4D74-409B-89AC-D550C46022F2}"/>
          </ac:spMkLst>
        </pc:spChg>
        <pc:graphicFrameChg chg="add mod modGraphic">
          <ac:chgData name="Greg Smith" userId="c57af3070aeedd65" providerId="LiveId" clId="{D2D5A77D-0AB5-4FC9-9FE1-BAA284E60755}" dt="2019-04-15T21:53:25.372" v="968" actId="20577"/>
          <ac:graphicFrameMkLst>
            <pc:docMk/>
            <pc:sldMk cId="2990503809" sldId="291"/>
            <ac:graphicFrameMk id="5" creationId="{D404869A-0CEE-4B24-BFBD-D29C149F0AE8}"/>
          </ac:graphicFrameMkLst>
        </pc:graphicFrameChg>
      </pc:sldChg>
      <pc:sldChg chg="modSp add del">
        <pc:chgData name="Greg Smith" userId="c57af3070aeedd65" providerId="LiveId" clId="{D2D5A77D-0AB5-4FC9-9FE1-BAA284E60755}" dt="2019-04-15T21:48:57.653" v="859" actId="2696"/>
        <pc:sldMkLst>
          <pc:docMk/>
          <pc:sldMk cId="3701301841" sldId="291"/>
        </pc:sldMkLst>
        <pc:spChg chg="mod">
          <ac:chgData name="Greg Smith" userId="c57af3070aeedd65" providerId="LiveId" clId="{D2D5A77D-0AB5-4FC9-9FE1-BAA284E60755}" dt="2019-04-15T21:48:49.305" v="858" actId="403"/>
          <ac:spMkLst>
            <pc:docMk/>
            <pc:sldMk cId="3701301841" sldId="291"/>
            <ac:spMk id="3" creationId="{4A8A8B70-B653-4DB8-855A-C016B04752AA}"/>
          </ac:spMkLst>
        </pc:spChg>
      </pc:sldChg>
      <pc:sldChg chg="addSp delSp modSp add">
        <pc:chgData name="Greg Smith" userId="c57af3070aeedd65" providerId="LiveId" clId="{D2D5A77D-0AB5-4FC9-9FE1-BAA284E60755}" dt="2019-04-15T22:05:59.466" v="1296" actId="20577"/>
        <pc:sldMkLst>
          <pc:docMk/>
          <pc:sldMk cId="2853730166" sldId="292"/>
        </pc:sldMkLst>
        <pc:spChg chg="del">
          <ac:chgData name="Greg Smith" userId="c57af3070aeedd65" providerId="LiveId" clId="{D2D5A77D-0AB5-4FC9-9FE1-BAA284E60755}" dt="2019-04-15T22:00:18.588" v="1006" actId="478"/>
          <ac:spMkLst>
            <pc:docMk/>
            <pc:sldMk cId="2853730166" sldId="292"/>
            <ac:spMk id="2" creationId="{F39C22A8-EF38-4194-85E9-A797735BA39F}"/>
          </ac:spMkLst>
        </pc:spChg>
        <pc:spChg chg="mod">
          <ac:chgData name="Greg Smith" userId="c57af3070aeedd65" providerId="LiveId" clId="{D2D5A77D-0AB5-4FC9-9FE1-BAA284E60755}" dt="2019-04-15T22:05:59.466" v="1296" actId="20577"/>
          <ac:spMkLst>
            <pc:docMk/>
            <pc:sldMk cId="2853730166" sldId="292"/>
            <ac:spMk id="3" creationId="{DA64963D-7686-4045-B010-D59E7D6BB7BB}"/>
          </ac:spMkLst>
        </pc:spChg>
        <pc:spChg chg="add">
          <ac:chgData name="Greg Smith" userId="c57af3070aeedd65" providerId="LiveId" clId="{D2D5A77D-0AB5-4FC9-9FE1-BAA284E60755}" dt="2019-04-15T22:00:19.326" v="1007"/>
          <ac:spMkLst>
            <pc:docMk/>
            <pc:sldMk cId="2853730166" sldId="292"/>
            <ac:spMk id="4" creationId="{0C95D285-1FA3-454E-B16A-0C4E260CA089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The Problem</a:t>
          </a:r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Design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D56B39B8-DE0D-4BE9-BED1-5379BDDE6463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Achieved Goals</a:t>
          </a:r>
        </a:p>
      </dgm:t>
    </dgm:pt>
    <dgm:pt modelId="{6F9BF4E9-3AEA-42A3-932A-43D910CE989D}" type="parTrans" cxnId="{B5412D67-DDE7-4B75-8F6D-2F4FDB9654A5}">
      <dgm:prSet/>
      <dgm:spPr/>
      <dgm:t>
        <a:bodyPr/>
        <a:lstStyle/>
        <a:p>
          <a:endParaRPr lang="en-US"/>
        </a:p>
      </dgm:t>
    </dgm:pt>
    <dgm:pt modelId="{FCB22A08-CACA-4AC8-9F7E-48C50CBB6C3A}" type="sibTrans" cxnId="{B5412D67-DDE7-4B75-8F6D-2F4FDB9654A5}">
      <dgm:prSet/>
      <dgm:spPr/>
      <dgm:t>
        <a:bodyPr/>
        <a:lstStyle/>
        <a:p>
          <a:endParaRPr lang="en-US"/>
        </a:p>
      </dgm:t>
    </dgm:pt>
    <dgm:pt modelId="{344A5502-55A6-4C83-8A8C-E66CF4DEB2FB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Dependencies</a:t>
          </a:r>
        </a:p>
      </dgm:t>
    </dgm:pt>
    <dgm:pt modelId="{D2408721-9B5B-4C7C-A49E-1991462F9D53}" type="parTrans" cxnId="{0F83389D-7870-4B15-B409-73AC08D80842}">
      <dgm:prSet/>
      <dgm:spPr/>
      <dgm:t>
        <a:bodyPr/>
        <a:lstStyle/>
        <a:p>
          <a:endParaRPr lang="en-US"/>
        </a:p>
      </dgm:t>
    </dgm:pt>
    <dgm:pt modelId="{19D54727-54EA-47EE-BA21-240A9AED2799}" type="sibTrans" cxnId="{0F83389D-7870-4B15-B409-73AC08D80842}">
      <dgm:prSet/>
      <dgm:spPr/>
      <dgm:t>
        <a:bodyPr/>
        <a:lstStyle/>
        <a:p>
          <a:endParaRPr lang="en-US"/>
        </a:p>
      </dgm:t>
    </dgm:pt>
    <dgm:pt modelId="{4D0CAE83-76D8-4BCA-BC9E-DE893748495C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 Info</a:t>
          </a:r>
        </a:p>
      </dgm:t>
    </dgm:pt>
    <dgm:pt modelId="{12F7092D-F474-4980-B087-FC9E52D136DD}" type="parTrans" cxnId="{D550C321-81EC-4283-8813-9A24DDF412A5}">
      <dgm:prSet/>
      <dgm:spPr/>
      <dgm:t>
        <a:bodyPr/>
        <a:lstStyle/>
        <a:p>
          <a:endParaRPr lang="en-US"/>
        </a:p>
      </dgm:t>
    </dgm:pt>
    <dgm:pt modelId="{2ED5D6C3-B4A8-4C48-845A-931990A66977}" type="sibTrans" cxnId="{D550C321-81EC-4283-8813-9A24DDF412A5}">
      <dgm:prSet/>
      <dgm:spPr/>
      <dgm:t>
        <a:bodyPr/>
        <a:lstStyle/>
        <a:p>
          <a:endParaRPr lang="en-US"/>
        </a:p>
      </dgm:t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759CD1D3-4223-4A32-AD55-357BC1AAF58A}" type="pres">
      <dgm:prSet presAssocID="{4D0CAE83-76D8-4BCA-BC9E-DE893748495C}" presName="linNode" presStyleCnt="0"/>
      <dgm:spPr/>
    </dgm:pt>
    <dgm:pt modelId="{A6E0B775-DCD6-4BEB-BA96-7746953A2534}" type="pres">
      <dgm:prSet presAssocID="{4D0CAE83-76D8-4BCA-BC9E-DE893748495C}" presName="parentText" presStyleLbl="node1" presStyleIdx="0" presStyleCnt="11">
        <dgm:presLayoutVars>
          <dgm:chMax val="1"/>
          <dgm:bulletEnabled val="1"/>
        </dgm:presLayoutVars>
      </dgm:prSet>
      <dgm:spPr/>
    </dgm:pt>
    <dgm:pt modelId="{3E73BE01-9519-4B6D-84BD-DC72BB47772E}" type="pres">
      <dgm:prSet presAssocID="{2ED5D6C3-B4A8-4C48-845A-931990A66977}" presName="sp" presStyleCnt="0"/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1" presStyleCnt="11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2" presStyleCnt="11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3" presStyleCnt="11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4" presStyleCnt="11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E5BCAF12-E5E4-4EE9-9B93-D547F33BC8DF}" type="pres">
      <dgm:prSet presAssocID="{344A5502-55A6-4C83-8A8C-E66CF4DEB2FB}" presName="linNode" presStyleCnt="0"/>
      <dgm:spPr/>
    </dgm:pt>
    <dgm:pt modelId="{D22C1773-3F60-41BD-805D-C07FE4D5F633}" type="pres">
      <dgm:prSet presAssocID="{344A5502-55A6-4C83-8A8C-E66CF4DEB2FB}" presName="parentText" presStyleLbl="node1" presStyleIdx="5" presStyleCnt="11">
        <dgm:presLayoutVars>
          <dgm:chMax val="1"/>
          <dgm:bulletEnabled val="1"/>
        </dgm:presLayoutVars>
      </dgm:prSet>
      <dgm:spPr/>
    </dgm:pt>
    <dgm:pt modelId="{84372467-60A0-41D6-9693-AD944C5D4F8D}" type="pres">
      <dgm:prSet presAssocID="{19D54727-54EA-47EE-BA21-240A9AED2799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6" presStyleCnt="11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7" presStyleCnt="11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8" presStyleCnt="11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E89E302D-2568-4969-8E92-2A5A4046888C}" type="pres">
      <dgm:prSet presAssocID="{D56B39B8-DE0D-4BE9-BED1-5379BDDE6463}" presName="linNode" presStyleCnt="0"/>
      <dgm:spPr/>
    </dgm:pt>
    <dgm:pt modelId="{9A56D476-57EC-4DAE-8286-533FD3497850}" type="pres">
      <dgm:prSet presAssocID="{D56B39B8-DE0D-4BE9-BED1-5379BDDE6463}" presName="parentText" presStyleLbl="node1" presStyleIdx="9" presStyleCnt="11">
        <dgm:presLayoutVars>
          <dgm:chMax val="1"/>
          <dgm:bulletEnabled val="1"/>
        </dgm:presLayoutVars>
      </dgm:prSet>
      <dgm:spPr/>
    </dgm:pt>
    <dgm:pt modelId="{7E62A088-6EB1-469C-B3B4-93F22EEC19F3}" type="pres">
      <dgm:prSet presAssocID="{FCB22A08-CACA-4AC8-9F7E-48C50CBB6C3A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10" presStyleCnt="11">
        <dgm:presLayoutVars>
          <dgm:chMax val="1"/>
          <dgm:bulletEnabled val="1"/>
        </dgm:presLayoutVars>
      </dgm:prSet>
      <dgm:spPr/>
    </dgm:pt>
  </dgm:ptLst>
  <dgm:cxnLst>
    <dgm:cxn modelId="{939A2409-44D2-4648-8E1D-AE5ECD35458B}" type="presOf" srcId="{344A5502-55A6-4C83-8A8C-E66CF4DEB2FB}" destId="{D22C1773-3F60-41BD-805D-C07FE4D5F633}" srcOrd="0" destOrd="0" presId="urn:microsoft.com/office/officeart/2005/8/layout/vList5"/>
    <dgm:cxn modelId="{FA197A0C-DE6E-4E7D-8834-64EFDD08F88A}" type="presOf" srcId="{D26A42DB-657A-427C-BD7E-4C842922F6EE}" destId="{18232ADC-C076-49B0-9CD3-41278FA6D915}" srcOrd="0" destOrd="0" presId="urn:microsoft.com/office/officeart/2005/8/layout/vList5"/>
    <dgm:cxn modelId="{2BD05B10-53D1-487D-9EE2-0CBE70E0975A}" type="presOf" srcId="{68EB87DB-0581-4640-9ADB-562EA677AF1B}" destId="{6588EB65-C784-423D-AE18-E3CF6265C1D6}" srcOrd="0" destOrd="0" presId="urn:microsoft.com/office/officeart/2005/8/layout/vList5"/>
    <dgm:cxn modelId="{D550C321-81EC-4283-8813-9A24DDF412A5}" srcId="{14FB87C3-FCC9-46D8-8275-62A0B38C812D}" destId="{4D0CAE83-76D8-4BCA-BC9E-DE893748495C}" srcOrd="0" destOrd="0" parTransId="{12F7092D-F474-4980-B087-FC9E52D136DD}" sibTransId="{2ED5D6C3-B4A8-4C48-845A-931990A66977}"/>
    <dgm:cxn modelId="{8BC59E5D-A1F2-4BE7-BA9A-1553D297A779}" type="presOf" srcId="{4D0CAE83-76D8-4BCA-BC9E-DE893748495C}" destId="{A6E0B775-DCD6-4BEB-BA96-7746953A2534}" srcOrd="0" destOrd="0" presId="urn:microsoft.com/office/officeart/2005/8/layout/vList5"/>
    <dgm:cxn modelId="{53779463-0564-4D4C-A8F4-E99D9AB13F24}" type="presOf" srcId="{40DB2B9C-1F19-441D-9344-82B86306084E}" destId="{1A5ED826-5D00-4CB2-87B5-BEC5EC62E772}" srcOrd="0" destOrd="0" presId="urn:microsoft.com/office/officeart/2005/8/layout/vList5"/>
    <dgm:cxn modelId="{094A9B64-7952-41E9-BE95-414977EE421D}" type="presOf" srcId="{84F6B20A-49A4-4704-AB4E-7D86696A7A35}" destId="{C2175BCC-CBB7-4BF3-9511-2D8C3F0FE10F}" srcOrd="0" destOrd="0" presId="urn:microsoft.com/office/officeart/2005/8/layout/vList5"/>
    <dgm:cxn modelId="{B5412D67-DDE7-4B75-8F6D-2F4FDB9654A5}" srcId="{14FB87C3-FCC9-46D8-8275-62A0B38C812D}" destId="{D56B39B8-DE0D-4BE9-BED1-5379BDDE6463}" srcOrd="9" destOrd="0" parTransId="{6F9BF4E9-3AEA-42A3-932A-43D910CE989D}" sibTransId="{FCB22A08-CACA-4AC8-9F7E-48C50CBB6C3A}"/>
    <dgm:cxn modelId="{77D27167-C850-4049-9BCE-EC425F6FA53D}" type="presOf" srcId="{310F1D7F-1D49-4066-B0E4-252021FCA9F6}" destId="{8D870C57-7ADF-4ADA-A8C8-8067E4E1AA9C}" srcOrd="0" destOrd="0" presId="urn:microsoft.com/office/officeart/2005/8/layout/vList5"/>
    <dgm:cxn modelId="{9A644448-DD3D-4544-A305-95B2B4B20CB0}" type="presOf" srcId="{137C00AF-E6EB-4901-9912-841632B7FB80}" destId="{DD9B7236-1E08-409A-9F65-F940323D19C0}" srcOrd="0" destOrd="0" presId="urn:microsoft.com/office/officeart/2005/8/layout/vList5"/>
    <dgm:cxn modelId="{2F567151-8DD8-4D39-9F13-D0CBB08EA15E}" srcId="{14FB87C3-FCC9-46D8-8275-62A0B38C812D}" destId="{137C00AF-E6EB-4901-9912-841632B7FB80}" srcOrd="10" destOrd="0" parTransId="{E1393884-C83C-4452-AB0B-DCE03292BC2D}" sibTransId="{8CB68216-67C1-45E1-A862-DBB3FF873EEA}"/>
    <dgm:cxn modelId="{7ACFF67F-D3A4-4060-B947-E6851538528E}" srcId="{14FB87C3-FCC9-46D8-8275-62A0B38C812D}" destId="{AA3D64A1-5984-4150-B0E2-C7D4729E9C34}" srcOrd="4" destOrd="0" parTransId="{A8801D20-7991-464C-B1B5-8A8F0FB26E2E}" sibTransId="{8B4AAB5F-F23A-4E49-8E27-64F73672C4BE}"/>
    <dgm:cxn modelId="{5DF77991-A590-4017-9193-D651DEBC2EFE}" type="presOf" srcId="{AA3D64A1-5984-4150-B0E2-C7D4729E9C34}" destId="{356775C3-4D34-450A-8B44-7D86E93032A5}" srcOrd="0" destOrd="0" presId="urn:microsoft.com/office/officeart/2005/8/layout/vList5"/>
    <dgm:cxn modelId="{2802309C-290C-4D58-A93D-354AD68AFCB9}" type="presOf" srcId="{14FB87C3-FCC9-46D8-8275-62A0B38C812D}" destId="{DDC7CEC3-F757-43A0-A2FA-ABA576BB655C}" srcOrd="0" destOrd="0" presId="urn:microsoft.com/office/officeart/2005/8/layout/vList5"/>
    <dgm:cxn modelId="{0F83389D-7870-4B15-B409-73AC08D80842}" srcId="{14FB87C3-FCC9-46D8-8275-62A0B38C812D}" destId="{344A5502-55A6-4C83-8A8C-E66CF4DEB2FB}" srcOrd="5" destOrd="0" parTransId="{D2408721-9B5B-4C7C-A49E-1991462F9D53}" sibTransId="{19D54727-54EA-47EE-BA21-240A9AED2799}"/>
    <dgm:cxn modelId="{56DF10C2-04A4-4935-BB08-44EBD597AF70}" srcId="{14FB87C3-FCC9-46D8-8275-62A0B38C812D}" destId="{68EB87DB-0581-4640-9ADB-562EA677AF1B}" srcOrd="2" destOrd="0" parTransId="{B9E493AD-D727-4CC2-8143-AC96A6539E18}" sibTransId="{41DCBC56-0FEF-4008-B83C-9C070D8BD2D1}"/>
    <dgm:cxn modelId="{0BAA96D4-7D28-4359-B70B-D19BDF874322}" srcId="{14FB87C3-FCC9-46D8-8275-62A0B38C812D}" destId="{84F6B20A-49A4-4704-AB4E-7D86696A7A35}" srcOrd="7" destOrd="0" parTransId="{FDA44E1B-5F78-4948-ACC3-3D246362422C}" sibTransId="{2B59BDDE-5441-467A-B7C4-2EC5ED17C959}"/>
    <dgm:cxn modelId="{7D5C36F2-7A86-4DBD-8587-B2AEE7659A18}" srcId="{14FB87C3-FCC9-46D8-8275-62A0B38C812D}" destId="{D26A42DB-657A-427C-BD7E-4C842922F6EE}" srcOrd="6" destOrd="0" parTransId="{9DD14044-67E1-4828-8063-12842CF77B22}" sibTransId="{91E4F36B-3DEC-4777-9FA9-DA73E7951DDC}"/>
    <dgm:cxn modelId="{B83ACAF2-D819-4560-8CCE-C72BFBC87969}" type="presOf" srcId="{D56B39B8-DE0D-4BE9-BED1-5379BDDE6463}" destId="{9A56D476-57EC-4DAE-8286-533FD3497850}" srcOrd="0" destOrd="0" presId="urn:microsoft.com/office/officeart/2005/8/layout/vList5"/>
    <dgm:cxn modelId="{B038AAF7-8EF1-4C3D-94D9-D885E9BB26DA}" srcId="{14FB87C3-FCC9-46D8-8275-62A0B38C812D}" destId="{5260635D-9975-408F-AB5B-D0D381D7298C}" srcOrd="3" destOrd="0" parTransId="{BEE9DE2A-FD41-43E2-B215-438512AE3407}" sibTransId="{3E005A74-2A07-436B-AEB0-AF32FDA4D238}"/>
    <dgm:cxn modelId="{04E826F9-1F61-4EAD-8AA3-1A2B15B22F54}" type="presOf" srcId="{5260635D-9975-408F-AB5B-D0D381D7298C}" destId="{70189A93-22F1-4B00-BD68-876AE5271AAE}" srcOrd="0" destOrd="0" presId="urn:microsoft.com/office/officeart/2005/8/layout/vList5"/>
    <dgm:cxn modelId="{74B075FA-A62A-488B-BD10-A6815CB257D4}" srcId="{14FB87C3-FCC9-46D8-8275-62A0B38C812D}" destId="{310F1D7F-1D49-4066-B0E4-252021FCA9F6}" srcOrd="1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8" destOrd="0" parTransId="{C7AC878B-CD17-448F-89B2-CE269A4DC9B7}" sibTransId="{0E9130F9-B3D7-4EEB-A383-9206D26FD21C}"/>
    <dgm:cxn modelId="{FF0A7DE6-AD3D-4D9C-98BA-E76E8282A5D2}" type="presParOf" srcId="{DDC7CEC3-F757-43A0-A2FA-ABA576BB655C}" destId="{759CD1D3-4223-4A32-AD55-357BC1AAF58A}" srcOrd="0" destOrd="0" presId="urn:microsoft.com/office/officeart/2005/8/layout/vList5"/>
    <dgm:cxn modelId="{B2E9C264-9755-4542-8A49-167D2F932C1A}" type="presParOf" srcId="{759CD1D3-4223-4A32-AD55-357BC1AAF58A}" destId="{A6E0B775-DCD6-4BEB-BA96-7746953A2534}" srcOrd="0" destOrd="0" presId="urn:microsoft.com/office/officeart/2005/8/layout/vList5"/>
    <dgm:cxn modelId="{39D6585A-F620-46CD-839C-42B33D0305FB}" type="presParOf" srcId="{DDC7CEC3-F757-43A0-A2FA-ABA576BB655C}" destId="{3E73BE01-9519-4B6D-84BD-DC72BB47772E}" srcOrd="1" destOrd="0" presId="urn:microsoft.com/office/officeart/2005/8/layout/vList5"/>
    <dgm:cxn modelId="{0531D835-82C9-47D6-B3EC-B4D1669326D5}" type="presParOf" srcId="{DDC7CEC3-F757-43A0-A2FA-ABA576BB655C}" destId="{5C3D3754-B04A-4F7C-BE78-28E6689AEAB7}" srcOrd="2" destOrd="0" presId="urn:microsoft.com/office/officeart/2005/8/layout/vList5"/>
    <dgm:cxn modelId="{9D02BCBB-B577-4860-BCF0-7DC0B3FB4DCD}" type="presParOf" srcId="{5C3D3754-B04A-4F7C-BE78-28E6689AEAB7}" destId="{8D870C57-7ADF-4ADA-A8C8-8067E4E1AA9C}" srcOrd="0" destOrd="0" presId="urn:microsoft.com/office/officeart/2005/8/layout/vList5"/>
    <dgm:cxn modelId="{9041A6D0-A279-4CF9-BEC7-15EE46C7B78C}" type="presParOf" srcId="{DDC7CEC3-F757-43A0-A2FA-ABA576BB655C}" destId="{5AC9C6CD-DA56-4DF2-B23E-5ABE9380D47F}" srcOrd="3" destOrd="0" presId="urn:microsoft.com/office/officeart/2005/8/layout/vList5"/>
    <dgm:cxn modelId="{9BB9B254-3DDB-4F0E-875F-23076DF79442}" type="presParOf" srcId="{DDC7CEC3-F757-43A0-A2FA-ABA576BB655C}" destId="{D28886D8-08ED-439D-970B-3A7BD0531C69}" srcOrd="4" destOrd="0" presId="urn:microsoft.com/office/officeart/2005/8/layout/vList5"/>
    <dgm:cxn modelId="{5F3A7AAC-9A40-44BE-AA4F-480B99426A89}" type="presParOf" srcId="{D28886D8-08ED-439D-970B-3A7BD0531C69}" destId="{6588EB65-C784-423D-AE18-E3CF6265C1D6}" srcOrd="0" destOrd="0" presId="urn:microsoft.com/office/officeart/2005/8/layout/vList5"/>
    <dgm:cxn modelId="{5E910C09-9E21-4F87-8649-3008C2656A4F}" type="presParOf" srcId="{DDC7CEC3-F757-43A0-A2FA-ABA576BB655C}" destId="{77CDB951-6A93-4226-AA54-1DD2858A277D}" srcOrd="5" destOrd="0" presId="urn:microsoft.com/office/officeart/2005/8/layout/vList5"/>
    <dgm:cxn modelId="{5A95721E-702D-4A94-80B0-841D05169E26}" type="presParOf" srcId="{DDC7CEC3-F757-43A0-A2FA-ABA576BB655C}" destId="{B4EDADA8-1BE8-47E0-9FA7-FDCA8750565E}" srcOrd="6" destOrd="0" presId="urn:microsoft.com/office/officeart/2005/8/layout/vList5"/>
    <dgm:cxn modelId="{195EFF73-F0D5-4D1E-B27F-A93BA08E6DB2}" type="presParOf" srcId="{B4EDADA8-1BE8-47E0-9FA7-FDCA8750565E}" destId="{70189A93-22F1-4B00-BD68-876AE5271AAE}" srcOrd="0" destOrd="0" presId="urn:microsoft.com/office/officeart/2005/8/layout/vList5"/>
    <dgm:cxn modelId="{4107E405-760D-4BC0-857B-0F9AEED99199}" type="presParOf" srcId="{DDC7CEC3-F757-43A0-A2FA-ABA576BB655C}" destId="{9FB877A9-376E-4BFE-992E-F8C48C80FF90}" srcOrd="7" destOrd="0" presId="urn:microsoft.com/office/officeart/2005/8/layout/vList5"/>
    <dgm:cxn modelId="{8949AA78-55DB-4AF2-B5E2-5DD5EF93CC9C}" type="presParOf" srcId="{DDC7CEC3-F757-43A0-A2FA-ABA576BB655C}" destId="{80E31028-E93F-443C-A94B-88959D7298AC}" srcOrd="8" destOrd="0" presId="urn:microsoft.com/office/officeart/2005/8/layout/vList5"/>
    <dgm:cxn modelId="{597B83B0-76F4-4426-A317-526AE52EC2C9}" type="presParOf" srcId="{80E31028-E93F-443C-A94B-88959D7298AC}" destId="{356775C3-4D34-450A-8B44-7D86E93032A5}" srcOrd="0" destOrd="0" presId="urn:microsoft.com/office/officeart/2005/8/layout/vList5"/>
    <dgm:cxn modelId="{00051ED0-D87D-480F-8E8A-1A0DE61E64A4}" type="presParOf" srcId="{DDC7CEC3-F757-43A0-A2FA-ABA576BB655C}" destId="{D717168E-8E7A-4D50-8FB1-4A5BA407F048}" srcOrd="9" destOrd="0" presId="urn:microsoft.com/office/officeart/2005/8/layout/vList5"/>
    <dgm:cxn modelId="{B0B48302-4800-4E13-B883-A54F0CF685C3}" type="presParOf" srcId="{DDC7CEC3-F757-43A0-A2FA-ABA576BB655C}" destId="{E5BCAF12-E5E4-4EE9-9B93-D547F33BC8DF}" srcOrd="10" destOrd="0" presId="urn:microsoft.com/office/officeart/2005/8/layout/vList5"/>
    <dgm:cxn modelId="{39D9255B-AB31-499D-8752-C17FBCF680BC}" type="presParOf" srcId="{E5BCAF12-E5E4-4EE9-9B93-D547F33BC8DF}" destId="{D22C1773-3F60-41BD-805D-C07FE4D5F633}" srcOrd="0" destOrd="0" presId="urn:microsoft.com/office/officeart/2005/8/layout/vList5"/>
    <dgm:cxn modelId="{33396F0A-F4F9-4EB1-913E-1A88666B79A8}" type="presParOf" srcId="{DDC7CEC3-F757-43A0-A2FA-ABA576BB655C}" destId="{84372467-60A0-41D6-9693-AD944C5D4F8D}" srcOrd="11" destOrd="0" presId="urn:microsoft.com/office/officeart/2005/8/layout/vList5"/>
    <dgm:cxn modelId="{EAD2980A-EF4F-4CD9-8594-2CAEE6A63195}" type="presParOf" srcId="{DDC7CEC3-F757-43A0-A2FA-ABA576BB655C}" destId="{74EFAD13-5696-48C7-8D06-C5533E338C7B}" srcOrd="12" destOrd="0" presId="urn:microsoft.com/office/officeart/2005/8/layout/vList5"/>
    <dgm:cxn modelId="{301E6441-96CC-4A43-8F8D-ACF9AD438B50}" type="presParOf" srcId="{74EFAD13-5696-48C7-8D06-C5533E338C7B}" destId="{18232ADC-C076-49B0-9CD3-41278FA6D915}" srcOrd="0" destOrd="0" presId="urn:microsoft.com/office/officeart/2005/8/layout/vList5"/>
    <dgm:cxn modelId="{460A1697-0901-4EE9-A7D3-BABE5847CB03}" type="presParOf" srcId="{DDC7CEC3-F757-43A0-A2FA-ABA576BB655C}" destId="{4F205B34-A769-4680-B79C-89048C82A0FE}" srcOrd="13" destOrd="0" presId="urn:microsoft.com/office/officeart/2005/8/layout/vList5"/>
    <dgm:cxn modelId="{996F56E8-D4E8-43DA-8E63-98D40CF0AFD7}" type="presParOf" srcId="{DDC7CEC3-F757-43A0-A2FA-ABA576BB655C}" destId="{A58C365F-6F1C-40B9-A9AC-017AF2757662}" srcOrd="14" destOrd="0" presId="urn:microsoft.com/office/officeart/2005/8/layout/vList5"/>
    <dgm:cxn modelId="{373D57EB-5B02-4F7C-8EB8-4E9A1821C2DF}" type="presParOf" srcId="{A58C365F-6F1C-40B9-A9AC-017AF2757662}" destId="{C2175BCC-CBB7-4BF3-9511-2D8C3F0FE10F}" srcOrd="0" destOrd="0" presId="urn:microsoft.com/office/officeart/2005/8/layout/vList5"/>
    <dgm:cxn modelId="{C0AEBEEB-3321-42A8-AAF1-7E4E13F68808}" type="presParOf" srcId="{DDC7CEC3-F757-43A0-A2FA-ABA576BB655C}" destId="{DB426266-BD16-4B1B-BF71-39FE68C6BAF2}" srcOrd="15" destOrd="0" presId="urn:microsoft.com/office/officeart/2005/8/layout/vList5"/>
    <dgm:cxn modelId="{1D7FD4B7-5EA1-4D6B-AA72-21C0D8DC2930}" type="presParOf" srcId="{DDC7CEC3-F757-43A0-A2FA-ABA576BB655C}" destId="{7650C0B0-C3B5-4443-B862-7946EA378229}" srcOrd="16" destOrd="0" presId="urn:microsoft.com/office/officeart/2005/8/layout/vList5"/>
    <dgm:cxn modelId="{9F6779ED-4AF1-4A1A-8C5E-B3A4E61CD36F}" type="presParOf" srcId="{7650C0B0-C3B5-4443-B862-7946EA378229}" destId="{1A5ED826-5D00-4CB2-87B5-BEC5EC62E772}" srcOrd="0" destOrd="0" presId="urn:microsoft.com/office/officeart/2005/8/layout/vList5"/>
    <dgm:cxn modelId="{C85DBD2E-1209-43F3-87A6-BE3117E51241}" type="presParOf" srcId="{DDC7CEC3-F757-43A0-A2FA-ABA576BB655C}" destId="{4193C724-FBA7-4C74-8517-B7D904342F1A}" srcOrd="17" destOrd="0" presId="urn:microsoft.com/office/officeart/2005/8/layout/vList5"/>
    <dgm:cxn modelId="{E16EAAEA-E52B-4263-9AC5-F2B877F2196C}" type="presParOf" srcId="{DDC7CEC3-F757-43A0-A2FA-ABA576BB655C}" destId="{E89E302D-2568-4969-8E92-2A5A4046888C}" srcOrd="18" destOrd="0" presId="urn:microsoft.com/office/officeart/2005/8/layout/vList5"/>
    <dgm:cxn modelId="{E94AAACE-3F08-49BC-B495-11867EFC002E}" type="presParOf" srcId="{E89E302D-2568-4969-8E92-2A5A4046888C}" destId="{9A56D476-57EC-4DAE-8286-533FD3497850}" srcOrd="0" destOrd="0" presId="urn:microsoft.com/office/officeart/2005/8/layout/vList5"/>
    <dgm:cxn modelId="{927DB06E-5981-4649-8F38-8FE206E383D7}" type="presParOf" srcId="{DDC7CEC3-F757-43A0-A2FA-ABA576BB655C}" destId="{7E62A088-6EB1-469C-B3B4-93F22EEC19F3}" srcOrd="19" destOrd="0" presId="urn:microsoft.com/office/officeart/2005/8/layout/vList5"/>
    <dgm:cxn modelId="{5ECF4743-3B2B-4814-910F-3B1A2F4CA34E}" type="presParOf" srcId="{DDC7CEC3-F757-43A0-A2FA-ABA576BB655C}" destId="{53CC562B-908F-40AB-AB1F-FE0C69491E4A}" srcOrd="20" destOrd="0" presId="urn:microsoft.com/office/officeart/2005/8/layout/vList5"/>
    <dgm:cxn modelId="{C5DC8D55-A8CD-4001-8790-BDDADF9D630E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Java is used as the language to create the functionality.</a:t>
          </a:r>
          <a:endParaRPr lang="en-US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Only freely distributed, open-source dependencies are used. </a:t>
          </a:r>
          <a:endParaRPr lang="en-US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r>
            <a:rPr lang="en-US" dirty="0"/>
            <a:t>Google’s Java Coding Standard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r>
            <a:rPr lang="en-US" dirty="0" err="1"/>
            <a:t>Github</a:t>
          </a:r>
          <a:r>
            <a:rPr lang="en-US" dirty="0"/>
            <a:t>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r>
            <a:rPr lang="en-US" dirty="0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 Build automation tool</a:t>
          </a:r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  <dgm:t>
        <a:bodyPr/>
        <a:lstStyle/>
        <a:p>
          <a:endParaRPr lang="en-US"/>
        </a:p>
      </dgm:t>
    </dgm:pt>
    <dgm:pt modelId="{31A76EE5-32D9-461C-B583-DD58FCB35CE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  <dgm:t>
        <a:bodyPr/>
        <a:lstStyle/>
        <a:p>
          <a:endParaRPr lang="en-US"/>
        </a:p>
      </dgm:t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 dirty="0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 dirty="0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CSV Parsing</a:t>
          </a:r>
          <a:endParaRPr lang="en-US" sz="3000" b="1" dirty="0">
            <a:solidFill>
              <a:srgbClr val="01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orbel"/>
          </a:endParaRPr>
        </a:p>
      </dgm:t>
    </dgm:pt>
    <dgm:pt modelId="{0C7148DF-BA08-40BF-B513-4E1515C46C9D}" type="parTrans" cxnId="{2E39548D-7ECF-472E-A6F7-8FE6F1E7E9DF}">
      <dgm:prSet/>
      <dgm:spPr/>
      <dgm:t>
        <a:bodyPr/>
        <a:lstStyle/>
        <a:p>
          <a:endParaRPr lang="en-US"/>
        </a:p>
      </dgm:t>
    </dgm:pt>
    <dgm:pt modelId="{91172A2A-45E4-4302-A342-B6542289DEE9}" type="sibTrans" cxnId="{2E39548D-7ECF-472E-A6F7-8FE6F1E7E9DF}">
      <dgm:prSet/>
      <dgm:spPr/>
      <dgm:t>
        <a:bodyPr/>
        <a:lstStyle/>
        <a:p>
          <a:endParaRPr lang="en-US"/>
        </a:p>
      </dgm:t>
    </dgm:pt>
    <dgm:pt modelId="{DB53093D-ECCF-40FC-B969-417B8A7F590C}">
      <dgm:prSet/>
      <dgm:spPr/>
      <dgm:t>
        <a:bodyPr/>
        <a:lstStyle/>
        <a:p>
          <a:r>
            <a:rPr lang="en-US" i="1" dirty="0"/>
            <a:t>Reading data</a:t>
          </a:r>
        </a:p>
      </dgm:t>
    </dgm:pt>
    <dgm:pt modelId="{43FA06CB-7B16-4508-9AB6-0E77AC944DF8}" type="parTrans" cxnId="{5086FB76-4CE2-440C-BBA7-97C8E25914CD}">
      <dgm:prSet/>
      <dgm:spPr/>
      <dgm:t>
        <a:bodyPr/>
        <a:lstStyle/>
        <a:p>
          <a:endParaRPr lang="en-US"/>
        </a:p>
      </dgm:t>
    </dgm:pt>
    <dgm:pt modelId="{E0A6936D-FB76-425C-B106-46C97F3E4C3E}" type="sibTrans" cxnId="{5086FB76-4CE2-440C-BBA7-97C8E25914CD}">
      <dgm:prSet/>
      <dgm:spPr/>
      <dgm:t>
        <a:bodyPr/>
        <a:lstStyle/>
        <a:p>
          <a:endParaRPr lang="en-US"/>
        </a:p>
      </dgm:t>
    </dgm:pt>
    <dgm:pt modelId="{5EE4A6D4-21AB-4EC0-BBD3-AA38F256C5EE}">
      <dgm:prSet/>
      <dgm:spPr/>
      <dgm:t>
        <a:bodyPr/>
        <a:lstStyle/>
        <a:p>
          <a:r>
            <a:rPr lang="en-US" i="1" dirty="0"/>
            <a:t>Indexing</a:t>
          </a:r>
        </a:p>
      </dgm:t>
    </dgm:pt>
    <dgm:pt modelId="{386E4268-09AC-4C8B-A29F-87E6837F5228}" type="parTrans" cxnId="{0A1833F4-0EF3-4F2E-BBD0-35DB3ECC71B4}">
      <dgm:prSet/>
      <dgm:spPr/>
      <dgm:t>
        <a:bodyPr/>
        <a:lstStyle/>
        <a:p>
          <a:endParaRPr lang="en-US"/>
        </a:p>
      </dgm:t>
    </dgm:pt>
    <dgm:pt modelId="{CEB1CA1C-A4CD-4EEB-B38C-22D5735A8920}" type="sibTrans" cxnId="{0A1833F4-0EF3-4F2E-BBD0-35DB3ECC71B4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2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5086FB76-4CE2-440C-BBA7-97C8E25914CD}" srcId="{9BB12580-585C-4D0B-A189-1D1CC59F132E}" destId="{DB53093D-ECCF-40FC-B969-417B8A7F590C}" srcOrd="1" destOrd="0" parTransId="{43FA06CB-7B16-4508-9AB6-0E77AC944DF8}" sibTransId="{E0A6936D-FB76-425C-B106-46C97F3E4C3E}"/>
    <dgm:cxn modelId="{D5F79E59-4B68-47B6-9623-FE17E41EB5D8}" type="presOf" srcId="{DB53093D-ECCF-40FC-B969-417B8A7F590C}" destId="{AD423238-9BB4-400E-8A17-60392CB4CA8A}" srcOrd="0" destOrd="1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0A1833F4-0EF3-4F2E-BBD0-35DB3ECC71B4}" srcId="{733C7CDF-D79C-4997-AE7C-0AA115E9B37D}" destId="{5EE4A6D4-21AB-4EC0-BBD3-AA38F256C5EE}" srcOrd="1" destOrd="0" parTransId="{386E4268-09AC-4C8B-A29F-87E6837F5228}" sibTransId="{CEB1CA1C-A4CD-4EEB-B38C-22D5735A8920}"/>
    <dgm:cxn modelId="{F040B9FE-C000-40DB-831E-814B06FEE963}" type="presOf" srcId="{5EE4A6D4-21AB-4EC0-BBD3-AA38F256C5EE}" destId="{5ADA738D-7366-4CF7-9EEF-48BD3EE37EB5}" srcOrd="0" destOrd="1" presId="urn:microsoft.com/office/officeart/2005/8/layout/hList1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dirty="0" err="1">
              <a:latin typeface="Corbel"/>
            </a:rPr>
            <a:t>Xdrop's</a:t>
          </a:r>
          <a:r>
            <a:rPr lang="en-US" sz="3000" dirty="0">
              <a:latin typeface="Corbel"/>
            </a:rPr>
            <a:t> </a:t>
          </a:r>
          <a:r>
            <a:rPr lang="en-US" sz="3000" dirty="0" err="1">
              <a:latin typeface="Corbel"/>
            </a:rPr>
            <a:t>FuzzyWuzzy</a:t>
          </a:r>
          <a:r>
            <a:rPr lang="en-US" sz="3000" dirty="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  <dgm:t>
        <a:bodyPr/>
        <a:lstStyle/>
        <a:p>
          <a:endParaRPr lang="en-US"/>
        </a:p>
      </dgm:t>
    </dgm:pt>
    <dgm:pt modelId="{99437D3D-874A-4EC7-AF2D-D1E9ACDEB264}" type="sibTrans" cxnId="{E3CBFCDA-5928-4779-A658-3DFDFA622B94}">
      <dgm:prSet/>
      <dgm:spPr/>
      <dgm:t>
        <a:bodyPr/>
        <a:lstStyle/>
        <a:p>
          <a:endParaRPr lang="en-US"/>
        </a:p>
      </dgm:t>
    </dgm:pt>
    <dgm:pt modelId="{50DE0A83-B742-42CA-B0B9-8E6201CDCB22}">
      <dgm:prSet/>
      <dgm:spPr/>
      <dgm:t>
        <a:bodyPr/>
        <a:lstStyle/>
        <a:p>
          <a:r>
            <a:rPr lang="en-US" sz="3000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Levenshtein</a:t>
          </a:r>
          <a:r>
            <a:rPr lang="en-US" sz="3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  <dgm:t>
        <a:bodyPr/>
        <a:lstStyle/>
        <a:p>
          <a:endParaRPr lang="en-US"/>
        </a:p>
      </dgm:t>
    </dgm:pt>
    <dgm:pt modelId="{1C40E035-68F8-4B69-ABFF-5F5DD07A26A6}" type="sibTrans" cxnId="{0301D2EA-1065-4D59-B712-A38C31DAC18C}">
      <dgm:prSet/>
      <dgm:spPr/>
      <dgm:t>
        <a:bodyPr/>
        <a:lstStyle/>
        <a:p>
          <a:endParaRPr lang="en-US"/>
        </a:p>
      </dgm:t>
    </dgm:pt>
    <dgm:pt modelId="{1E42305B-CDDD-4A75-A986-176545E4B807}">
      <dgm:prSet/>
      <dgm:spPr/>
      <dgm:t>
        <a:bodyPr/>
        <a:lstStyle/>
        <a:p>
          <a:r>
            <a:rPr lang="en-US" sz="3000" i="1" dirty="0">
              <a:latin typeface="Corbel"/>
            </a:rPr>
            <a:t>Record pair comparison</a:t>
          </a:r>
        </a:p>
      </dgm:t>
    </dgm:pt>
    <dgm:pt modelId="{FEA00066-4ABA-4956-A45F-DED4F70E9E60}" type="parTrans" cxnId="{CC31C33F-879E-4AAA-86B3-384DF0F2DF5F}">
      <dgm:prSet/>
      <dgm:spPr/>
      <dgm:t>
        <a:bodyPr/>
        <a:lstStyle/>
        <a:p>
          <a:endParaRPr lang="en-US"/>
        </a:p>
      </dgm:t>
    </dgm:pt>
    <dgm:pt modelId="{4BEBCC15-0EB6-4113-AD28-0529129D5F40}" type="sibTrans" cxnId="{CC31C33F-879E-4AAA-86B3-384DF0F2DF5F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0" presStyleCnt="1" custLinFactY="-73718" custLinFactNeighborX="-21861" custLinFactNeighborY="-100000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1871FD31-8184-4A16-A50E-10FA99A80FD2}" type="presOf" srcId="{1E42305B-CDDD-4A75-A986-176545E4B807}" destId="{D1812548-A25A-4654-8437-FB566D117311}" srcOrd="0" destOrd="1" presId="urn:microsoft.com/office/officeart/2005/8/layout/hList1"/>
    <dgm:cxn modelId="{CC31C33F-879E-4AAA-86B3-384DF0F2DF5F}" srcId="{50DE0A83-B742-42CA-B0B9-8E6201CDCB22}" destId="{1E42305B-CDDD-4A75-A986-176545E4B807}" srcOrd="1" destOrd="0" parTransId="{FEA00066-4ABA-4956-A45F-DED4F70E9E60}" sibTransId="{4BEBCC15-0EB6-4113-AD28-0529129D5F40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0" destOrd="0" parTransId="{44DCAD1B-B4F8-4519-A31D-51D2A99DB896}" sibTransId="{1C40E035-68F8-4B69-ABFF-5F5DD07A26A6}"/>
    <dgm:cxn modelId="{E61AB547-A3B1-48DC-AD36-20F09DA55257}" type="presParOf" srcId="{3AE4E8EB-BFAC-4B8C-A3D0-FACA322E6019}" destId="{7A7896C4-13F9-4AE9-B8F0-89508873BC2E}" srcOrd="0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1" i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Pre-processing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CA3DCF0-C519-491E-98D5-9731B761D50F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A36C5A3-7A84-4035-A349-77559E16E9C5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Record pair comparison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6DAD077-C6AA-454F-8E13-421E8DC91293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Classification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D9C9492-86F2-45D0-9144-F69E1AD4EE59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Evaluation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05/8/layout/hList1" loCatId="list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Combine</a:t>
          </a:r>
        </a:p>
      </dgm:t>
    </dgm:pt>
    <dgm:pt modelId="{F9EFDB20-890D-43BC-90DE-B5B004483BD2}" type="parTrans" cxnId="{203F89F8-AD34-4F36-958C-8D360BCD720B}">
      <dgm:prSet/>
      <dgm:spPr/>
      <dgm:t>
        <a:bodyPr/>
        <a:lstStyle/>
        <a:p>
          <a:endParaRPr lang="en-US"/>
        </a:p>
      </dgm:t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  <dgm:t>
        <a:bodyPr/>
        <a:lstStyle/>
        <a:p>
          <a:endParaRPr lang="en-US"/>
        </a:p>
      </dgm:t>
    </dgm:pt>
    <dgm:pt modelId="{40BD49A3-A003-4ACB-931E-762F51A11B54}" type="sibTrans" cxnId="{0BAB61C7-C24A-448F-8541-2EF371655DA5}">
      <dgm:prSet/>
      <dgm:spPr/>
      <dgm:t>
        <a:bodyPr/>
        <a:lstStyle/>
        <a:p>
          <a:endParaRPr lang="en-US"/>
        </a:p>
      </dgm:t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  <dgm:t>
        <a:bodyPr/>
        <a:lstStyle/>
        <a:p>
          <a:endParaRPr lang="en-US"/>
        </a:p>
      </dgm:t>
    </dgm:pt>
    <dgm:pt modelId="{8BEB0FD9-60AD-4E31-89EF-1ED101707245}" type="sibTrans" cxnId="{58C4AEDE-4F68-4B5E-A1A3-F86BAB85E06C}">
      <dgm:prSet/>
      <dgm:spPr/>
      <dgm:t>
        <a:bodyPr/>
        <a:lstStyle/>
        <a:p>
          <a:endParaRPr lang="en-US"/>
        </a:p>
      </dgm:t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  <dgm:t>
        <a:bodyPr/>
        <a:lstStyle/>
        <a:p>
          <a:endParaRPr lang="en-US"/>
        </a:p>
      </dgm:t>
    </dgm:pt>
    <dgm:pt modelId="{0038B60B-6A59-4197-BA4F-572A3AA8C174}" type="sibTrans" cxnId="{6E4C191C-8001-4855-A857-88B6EC5189AC}">
      <dgm:prSet/>
      <dgm:spPr/>
      <dgm:t>
        <a:bodyPr/>
        <a:lstStyle/>
        <a:p>
          <a:endParaRPr lang="en-US"/>
        </a:p>
      </dgm:t>
    </dgm:pt>
    <dgm:pt modelId="{E13F8F78-6BF5-42F0-ADCC-1BACBAF24E90}">
      <dgm:prSet/>
      <dgm:spPr/>
      <dgm:t>
        <a:bodyPr/>
        <a:lstStyle/>
        <a:p>
          <a:r>
            <a:rPr lang="en-US" sz="24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  <dgm:t>
        <a:bodyPr/>
        <a:lstStyle/>
        <a:p>
          <a:endParaRPr lang="en-US"/>
        </a:p>
      </dgm:t>
    </dgm:pt>
    <dgm:pt modelId="{11829295-140C-4A55-9418-F416F0008F66}" type="sibTrans" cxnId="{02DF1A0D-6C47-40FC-9036-CA3EC5DACEB3}">
      <dgm:prSet/>
      <dgm:spPr/>
      <dgm:t>
        <a:bodyPr/>
        <a:lstStyle/>
        <a:p>
          <a:endParaRPr lang="en-US"/>
        </a:p>
      </dgm:t>
    </dgm:pt>
    <dgm:pt modelId="{011A92D3-C33E-4CBD-9902-9DAB26715962}">
      <dgm:prSet/>
      <dgm:spPr/>
      <dgm:t>
        <a:bodyPr/>
        <a:lstStyle/>
        <a:p>
          <a:endParaRPr lang="en-US" sz="2800" dirty="0"/>
        </a:p>
      </dgm:t>
    </dgm:pt>
    <dgm:pt modelId="{1E03D00A-BAE6-4A75-B075-EBE70C9B98A5}" type="parTrans" cxnId="{DED017D9-1FB5-4839-BCF2-32EB43C558FB}">
      <dgm:prSet/>
      <dgm:spPr/>
      <dgm:t>
        <a:bodyPr/>
        <a:lstStyle/>
        <a:p>
          <a:endParaRPr lang="en-US"/>
        </a:p>
      </dgm:t>
    </dgm:pt>
    <dgm:pt modelId="{9BD721C2-CE9B-4E18-B6D0-CAC18889A810}" type="sibTrans" cxnId="{DED017D9-1FB5-4839-BCF2-32EB43C558FB}">
      <dgm:prSet/>
      <dgm:spPr/>
      <dgm:t>
        <a:bodyPr/>
        <a:lstStyle/>
        <a:p>
          <a:endParaRPr lang="en-US"/>
        </a:p>
      </dgm:t>
    </dgm:pt>
    <dgm:pt modelId="{8FDCF87E-1266-4979-925D-413296D2D1E9}">
      <dgm:prSet/>
      <dgm:spPr/>
      <dgm:t>
        <a:bodyPr/>
        <a:lstStyle/>
        <a:p>
          <a:endParaRPr lang="en-US" sz="2800" dirty="0"/>
        </a:p>
      </dgm:t>
    </dgm:pt>
    <dgm:pt modelId="{4C3F5F58-D524-47EB-9989-AB6B8DF981D4}" type="parTrans" cxnId="{B1FBC38A-C529-4224-9377-B55D45661D30}">
      <dgm:prSet/>
      <dgm:spPr/>
      <dgm:t>
        <a:bodyPr/>
        <a:lstStyle/>
        <a:p>
          <a:endParaRPr lang="en-US"/>
        </a:p>
      </dgm:t>
    </dgm:pt>
    <dgm:pt modelId="{E35FD387-9AAF-4139-A3FC-183C9026831C}" type="sibTrans" cxnId="{B1FBC38A-C529-4224-9377-B55D45661D30}">
      <dgm:prSet/>
      <dgm:spPr/>
      <dgm:t>
        <a:bodyPr/>
        <a:lstStyle/>
        <a:p>
          <a:endParaRPr lang="en-US"/>
        </a:p>
      </dgm:t>
    </dgm:pt>
    <dgm:pt modelId="{3DEE27D9-A78B-4CAC-A13B-8884A899977E}">
      <dgm:prSet/>
      <dgm:spPr/>
      <dgm:t>
        <a:bodyPr/>
        <a:lstStyle/>
        <a:p>
          <a:endParaRPr lang="en-US" sz="2800" dirty="0"/>
        </a:p>
      </dgm:t>
    </dgm:pt>
    <dgm:pt modelId="{986C6C71-7E44-40D9-982C-48D87E2C480C}" type="parTrans" cxnId="{93672900-FE52-47AC-BF20-AC643327BA01}">
      <dgm:prSet/>
      <dgm:spPr/>
      <dgm:t>
        <a:bodyPr/>
        <a:lstStyle/>
        <a:p>
          <a:endParaRPr lang="en-US"/>
        </a:p>
      </dgm:t>
    </dgm:pt>
    <dgm:pt modelId="{CFB9735A-81B8-4EBA-9E70-D68BA5448CB5}" type="sibTrans" cxnId="{93672900-FE52-47AC-BF20-AC643327BA01}">
      <dgm:prSet/>
      <dgm:spPr/>
      <dgm:t>
        <a:bodyPr/>
        <a:lstStyle/>
        <a:p>
          <a:endParaRPr lang="en-US"/>
        </a:p>
      </dgm:t>
    </dgm:pt>
    <dgm:pt modelId="{3B3EC97F-AC5F-45E2-9D66-DE049273FCA7}">
      <dgm:prSet/>
      <dgm:spPr/>
      <dgm:t>
        <a:bodyPr/>
        <a:lstStyle/>
        <a:p>
          <a:endParaRPr lang="en-US" sz="2800" dirty="0"/>
        </a:p>
      </dgm:t>
    </dgm:pt>
    <dgm:pt modelId="{A4CC823E-9112-4210-A564-4ABE122057A2}" type="parTrans" cxnId="{1AAFB4AE-A20D-4E4B-BE28-765BC2AD8245}">
      <dgm:prSet/>
      <dgm:spPr/>
      <dgm:t>
        <a:bodyPr/>
        <a:lstStyle/>
        <a:p>
          <a:endParaRPr lang="en-US"/>
        </a:p>
      </dgm:t>
    </dgm:pt>
    <dgm:pt modelId="{0B121BD3-2786-42F2-A5C3-53BB01E50588}" type="sibTrans" cxnId="{1AAFB4AE-A20D-4E4B-BE28-765BC2AD8245}">
      <dgm:prSet/>
      <dgm:spPr/>
      <dgm:t>
        <a:bodyPr/>
        <a:lstStyle/>
        <a:p>
          <a:endParaRPr lang="en-US"/>
        </a:p>
      </dgm:t>
    </dgm:pt>
    <dgm:pt modelId="{D890A9F5-32A5-499E-AE4A-53FCE0632068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74C086D6-DE2A-4FFA-A0DA-EFE64CFE9214}" type="pres">
      <dgm:prSet presAssocID="{12E9E40F-AE85-42D0-8D39-23AC9AFD73C3}" presName="composite" presStyleCnt="0"/>
      <dgm:spPr/>
    </dgm:pt>
    <dgm:pt modelId="{E5406326-FBB7-404D-9842-5E50458CA793}" type="pres">
      <dgm:prSet presAssocID="{12E9E40F-AE85-42D0-8D39-23AC9AFD73C3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9C3E665-B8BB-4E61-BAC8-B3A52C325D35}" type="pres">
      <dgm:prSet presAssocID="{12E9E40F-AE85-42D0-8D39-23AC9AFD73C3}" presName="desTx" presStyleLbl="alignAccFollowNode1" presStyleIdx="0" presStyleCnt="4" custLinFactNeighborY="319">
        <dgm:presLayoutVars>
          <dgm:bulletEnabled val="1"/>
        </dgm:presLayoutVars>
      </dgm:prSet>
      <dgm:spPr/>
    </dgm:pt>
    <dgm:pt modelId="{E97B6C7F-874E-4A68-BEF2-D2F3A4C7892C}" type="pres">
      <dgm:prSet presAssocID="{29F4B3CD-B196-486A-B152-5D8E9EDA162F}" presName="space" presStyleCnt="0"/>
      <dgm:spPr/>
    </dgm:pt>
    <dgm:pt modelId="{706CD688-EA0B-486A-A27F-67EBCE568BD3}" type="pres">
      <dgm:prSet presAssocID="{DBBAABE8-9CDE-4C0C-9BC7-C1DA874D7202}" presName="composite" presStyleCnt="0"/>
      <dgm:spPr/>
    </dgm:pt>
    <dgm:pt modelId="{F42C6B58-D9EE-448A-948D-50CDFC4BDCA9}" type="pres">
      <dgm:prSet presAssocID="{DBBAABE8-9CDE-4C0C-9BC7-C1DA874D720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D9DE300-977E-4F8C-9E3C-5D6C98F0CBE0}" type="pres">
      <dgm:prSet presAssocID="{DBBAABE8-9CDE-4C0C-9BC7-C1DA874D7202}" presName="desTx" presStyleLbl="alignAccFollowNode1" presStyleIdx="1" presStyleCnt="4">
        <dgm:presLayoutVars>
          <dgm:bulletEnabled val="1"/>
        </dgm:presLayoutVars>
      </dgm:prSet>
      <dgm:spPr/>
    </dgm:pt>
    <dgm:pt modelId="{05801D30-8F59-49F1-9422-106F69D41908}" type="pres">
      <dgm:prSet presAssocID="{A8C6837D-32E8-4DF1-B080-2EF5A678A927}" presName="space" presStyleCnt="0"/>
      <dgm:spPr/>
    </dgm:pt>
    <dgm:pt modelId="{6D85ED57-6F0C-4C16-AFF9-598173B2C154}" type="pres">
      <dgm:prSet presAssocID="{F6473B38-4A9E-48DC-83EA-216AC9E20AB1}" presName="composite" presStyleCnt="0"/>
      <dgm:spPr/>
    </dgm:pt>
    <dgm:pt modelId="{A9488153-CE7A-4FE3-887C-2CFC8E597351}" type="pres">
      <dgm:prSet presAssocID="{F6473B38-4A9E-48DC-83EA-216AC9E20A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E2966C5-A7A0-404F-8C3A-2B9C75C5BC41}" type="pres">
      <dgm:prSet presAssocID="{F6473B38-4A9E-48DC-83EA-216AC9E20AB1}" presName="desTx" presStyleLbl="alignAccFollowNode1" presStyleIdx="2" presStyleCnt="4">
        <dgm:presLayoutVars>
          <dgm:bulletEnabled val="1"/>
        </dgm:presLayoutVars>
      </dgm:prSet>
      <dgm:spPr/>
    </dgm:pt>
    <dgm:pt modelId="{DB260D10-C14A-4F13-B8BF-213C3BA58CE4}" type="pres">
      <dgm:prSet presAssocID="{1BFB567F-F3C2-471A-8844-72E3C4594082}" presName="space" presStyleCnt="0"/>
      <dgm:spPr/>
    </dgm:pt>
    <dgm:pt modelId="{2010B631-EC61-4399-AD97-7EBDEE84AC81}" type="pres">
      <dgm:prSet presAssocID="{2B771E11-42C5-42AF-B727-BC25F5AABC0E}" presName="composite" presStyleCnt="0"/>
      <dgm:spPr/>
    </dgm:pt>
    <dgm:pt modelId="{C002646F-ED7E-4E38-BE1B-E290CE09F2CD}" type="pres">
      <dgm:prSet presAssocID="{2B771E11-42C5-42AF-B727-BC25F5AABC0E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F6A86B51-9EDB-46C6-9470-D3F22EDEADA5}" type="pres">
      <dgm:prSet presAssocID="{2B771E11-42C5-42AF-B727-BC25F5AABC0E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3672900-FE52-47AC-BF20-AC643327BA01}" srcId="{DC57DD83-24B6-4392-896F-615A9004EF52}" destId="{3DEE27D9-A78B-4CAC-A13B-8884A899977E}" srcOrd="1" destOrd="0" parTransId="{986C6C71-7E44-40D9-982C-48D87E2C480C}" sibTransId="{CFB9735A-81B8-4EBA-9E70-D68BA5448CB5}"/>
    <dgm:cxn modelId="{594DF803-4BD9-4FDE-91EB-0FE538CBC6E5}" type="presOf" srcId="{E13F8F78-6BF5-42F0-ADCC-1BACBAF24E90}" destId="{F6A86B51-9EDB-46C6-9470-D3F22EDEADA5}" srcOrd="0" destOrd="5" presId="urn:microsoft.com/office/officeart/2005/8/layout/hList1"/>
    <dgm:cxn modelId="{02DF1A0D-6C47-40FC-9036-CA3EC5DACEB3}" srcId="{59653905-158C-41FF-AF10-4F22B503A69D}" destId="{E13F8F78-6BF5-42F0-ADCC-1BACBAF24E90}" srcOrd="1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D96EFF16-AD4D-4313-B89B-8F0DBC83B477}" type="presOf" srcId="{D6B7659B-3DE8-43EE-9682-4AA873F380CD}" destId="{F9C3E665-B8BB-4E61-BAC8-B3A52C325D35}" srcOrd="0" destOrd="0" presId="urn:microsoft.com/office/officeart/2005/8/layout/hList1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B9EE8025-4CDC-4A59-A1C2-B04349FA18C0}" type="presOf" srcId="{59653905-158C-41FF-AF10-4F22B503A69D}" destId="{F6A86B51-9EDB-46C6-9470-D3F22EDEADA5}" srcOrd="0" destOrd="1" presId="urn:microsoft.com/office/officeart/2005/8/layout/hList1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6B20D15D-3879-46D9-8847-E1A61EB1B7BC}" type="presOf" srcId="{543E22F9-882B-454C-AFD5-90F453B8B51F}" destId="{CE2966C5-A7A0-404F-8C3A-2B9C75C5BC41}" srcOrd="0" destOrd="5" presId="urn:microsoft.com/office/officeart/2005/8/layout/hList1"/>
    <dgm:cxn modelId="{0D821E5F-26AF-482F-A7D4-4C7FF0B736E1}" type="presOf" srcId="{37DC62FE-2ABE-4AD6-93AA-F80586F110A2}" destId="{CE2966C5-A7A0-404F-8C3A-2B9C75C5BC41}" srcOrd="0" destOrd="1" presId="urn:microsoft.com/office/officeart/2005/8/layout/hList1"/>
    <dgm:cxn modelId="{190C9D67-6C36-4AF3-8BDC-19DB584E6F90}" type="presOf" srcId="{9A33F798-73F0-4E39-BCBB-BE2F96C874AB}" destId="{D890A9F5-32A5-499E-AE4A-53FCE0632068}" srcOrd="0" destOrd="0" presId="urn:microsoft.com/office/officeart/2005/8/layout/hList1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8213369-DDC5-4736-84EA-90CD54C033BB}" type="presOf" srcId="{8FDCF87E-1266-4979-925D-413296D2D1E9}" destId="{CE2966C5-A7A0-404F-8C3A-2B9C75C5BC41}" srcOrd="0" destOrd="3" presId="urn:microsoft.com/office/officeart/2005/8/layout/hList1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73EE3658-FC28-441B-89F7-A0C1A69EDC58}" type="presOf" srcId="{3DEE27D9-A78B-4CAC-A13B-8884A899977E}" destId="{CE2966C5-A7A0-404F-8C3A-2B9C75C5BC41}" srcOrd="0" destOrd="4" presId="urn:microsoft.com/office/officeart/2005/8/layout/hList1"/>
    <dgm:cxn modelId="{EF8C6B7A-39BF-4452-9455-81DA3C9313BF}" type="presOf" srcId="{A0E5E432-0764-457D-9B7C-96633990B90B}" destId="{F9C3E665-B8BB-4E61-BAC8-B3A52C325D35}" srcOrd="0" destOrd="1" presId="urn:microsoft.com/office/officeart/2005/8/layout/hList1"/>
    <dgm:cxn modelId="{F8A63184-C481-4525-AB10-3DC2AA3832D1}" type="presOf" srcId="{485DB323-1653-4700-A799-ECBB45EE54EF}" destId="{F6A86B51-9EDB-46C6-9470-D3F22EDEADA5}" srcOrd="0" destOrd="2" presId="urn:microsoft.com/office/officeart/2005/8/layout/hList1"/>
    <dgm:cxn modelId="{9025E486-3B2F-4D92-80BE-58AEE214790C}" type="presOf" srcId="{12E9E40F-AE85-42D0-8D39-23AC9AFD73C3}" destId="{E5406326-FBB7-404D-9842-5E50458CA793}" srcOrd="0" destOrd="0" presId="urn:microsoft.com/office/officeart/2005/8/layout/hList1"/>
    <dgm:cxn modelId="{7FAD428A-8981-4D39-9CD3-DB33098C2EF5}" type="presOf" srcId="{A3DAB37E-1D38-4EA3-A35D-F8EBF3270212}" destId="{CE2966C5-A7A0-404F-8C3A-2B9C75C5BC41}" srcOrd="0" destOrd="0" presId="urn:microsoft.com/office/officeart/2005/8/layout/hList1"/>
    <dgm:cxn modelId="{0C70A68A-1BCE-4093-A7D9-990DA266C1F6}" type="presOf" srcId="{DC57DD83-24B6-4392-896F-615A9004EF52}" destId="{CE2966C5-A7A0-404F-8C3A-2B9C75C5BC41}" srcOrd="0" destOrd="2" presId="urn:microsoft.com/office/officeart/2005/8/layout/hList1"/>
    <dgm:cxn modelId="{B1FBC38A-C529-4224-9377-B55D45661D30}" srcId="{DC57DD83-24B6-4392-896F-615A9004EF52}" destId="{8FDCF87E-1266-4979-925D-413296D2D1E9}" srcOrd="0" destOrd="0" parTransId="{4C3F5F58-D524-47EB-9989-AB6B8DF981D4}" sibTransId="{E35FD387-9AAF-4139-A3FC-183C9026831C}"/>
    <dgm:cxn modelId="{4FF45492-1F8C-47ED-820B-629BEF843A8F}" type="presOf" srcId="{011A92D3-C33E-4CBD-9902-9DAB26715962}" destId="{F6A86B51-9EDB-46C6-9470-D3F22EDEADA5}" srcOrd="0" destOrd="3" presId="urn:microsoft.com/office/officeart/2005/8/layout/hList1"/>
    <dgm:cxn modelId="{63E20BA0-FF75-4C7C-8DD6-878C4334BF8B}" type="presOf" srcId="{F6473B38-4A9E-48DC-83EA-216AC9E20AB1}" destId="{A9488153-CE7A-4FE3-887C-2CFC8E597351}" srcOrd="0" destOrd="0" presId="urn:microsoft.com/office/officeart/2005/8/layout/hList1"/>
    <dgm:cxn modelId="{1AAFB4AE-A20D-4E4B-BE28-765BC2AD8245}" srcId="{485DB323-1653-4700-A799-ECBB45EE54EF}" destId="{3B3EC97F-AC5F-45E2-9D66-DE049273FCA7}" srcOrd="1" destOrd="0" parTransId="{A4CC823E-9112-4210-A564-4ABE122057A2}" sibTransId="{0B121BD3-2786-42F2-A5C3-53BB01E50588}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B112EC1-F1B6-434E-87B4-ED5161ED4C89}" type="presOf" srcId="{1A41C15E-E50B-4849-89E9-096CA31308CA}" destId="{AD9DE300-977E-4F8C-9E3C-5D6C98F0CBE0}" srcOrd="0" destOrd="0" presId="urn:microsoft.com/office/officeart/2005/8/layout/hList1"/>
    <dgm:cxn modelId="{0BAB61C7-C24A-448F-8541-2EF371655DA5}" srcId="{37DC62FE-2ABE-4AD6-93AA-F80586F110A2}" destId="{543E22F9-882B-454C-AFD5-90F453B8B51F}" srcOrd="1" destOrd="0" parTransId="{6A1B0A01-2EFF-4C95-87EA-D6642DC4C56D}" sibTransId="{40BD49A3-A003-4ACB-931E-762F51A11B54}"/>
    <dgm:cxn modelId="{DED017D9-1FB5-4839-BCF2-32EB43C558FB}" srcId="{485DB323-1653-4700-A799-ECBB45EE54EF}" destId="{011A92D3-C33E-4CBD-9902-9DAB26715962}" srcOrd="0" destOrd="0" parTransId="{1E03D00A-BAE6-4A75-B075-EBE70C9B98A5}" sibTransId="{9BD721C2-CE9B-4E18-B6D0-CAC18889A810}"/>
    <dgm:cxn modelId="{8C4A86D9-AEF9-460E-B821-225197AD380F}" type="presOf" srcId="{DBBAABE8-9CDE-4C0C-9BC7-C1DA874D7202}" destId="{F42C6B58-D9EE-448A-948D-50CDFC4BDCA9}" srcOrd="0" destOrd="0" presId="urn:microsoft.com/office/officeart/2005/8/layout/hList1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79DF2ADF-8A74-455A-9B39-63BB00211DF2}" type="presOf" srcId="{90D11216-EB89-4A94-AED7-0E9B0F1FF885}" destId="{F6A86B51-9EDB-46C6-9470-D3F22EDEADA5}" srcOrd="0" destOrd="0" presId="urn:microsoft.com/office/officeart/2005/8/layout/hList1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2B0026EA-E1EE-4962-B63A-B368FD8B2EFC}" type="presOf" srcId="{3B3EC97F-AC5F-45E2-9D66-DE049273FCA7}" destId="{F6A86B51-9EDB-46C6-9470-D3F22EDEADA5}" srcOrd="0" destOrd="4" presId="urn:microsoft.com/office/officeart/2005/8/layout/hList1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A7A1E6FB-ECA6-4BC6-96A8-03BE22462804}" type="presOf" srcId="{2B771E11-42C5-42AF-B727-BC25F5AABC0E}" destId="{C002646F-ED7E-4E38-BE1B-E290CE09F2CD}" srcOrd="0" destOrd="0" presId="urn:microsoft.com/office/officeart/2005/8/layout/hList1"/>
    <dgm:cxn modelId="{67031112-3DC1-41E8-A3FD-13C07EC08D5E}" type="presParOf" srcId="{D890A9F5-32A5-499E-AE4A-53FCE0632068}" destId="{74C086D6-DE2A-4FFA-A0DA-EFE64CFE9214}" srcOrd="0" destOrd="0" presId="urn:microsoft.com/office/officeart/2005/8/layout/hList1"/>
    <dgm:cxn modelId="{E5D1B16E-6E01-4D17-A037-94F9D4CA649C}" type="presParOf" srcId="{74C086D6-DE2A-4FFA-A0DA-EFE64CFE9214}" destId="{E5406326-FBB7-404D-9842-5E50458CA793}" srcOrd="0" destOrd="0" presId="urn:microsoft.com/office/officeart/2005/8/layout/hList1"/>
    <dgm:cxn modelId="{3A9635B0-8CA3-41B1-9317-C72BB02F7FE9}" type="presParOf" srcId="{74C086D6-DE2A-4FFA-A0DA-EFE64CFE9214}" destId="{F9C3E665-B8BB-4E61-BAC8-B3A52C325D35}" srcOrd="1" destOrd="0" presId="urn:microsoft.com/office/officeart/2005/8/layout/hList1"/>
    <dgm:cxn modelId="{7704FF7D-2D3C-433E-A32E-0DF09203D8E1}" type="presParOf" srcId="{D890A9F5-32A5-499E-AE4A-53FCE0632068}" destId="{E97B6C7F-874E-4A68-BEF2-D2F3A4C7892C}" srcOrd="1" destOrd="0" presId="urn:microsoft.com/office/officeart/2005/8/layout/hList1"/>
    <dgm:cxn modelId="{E5A41245-955C-4087-82E2-86E78A91772D}" type="presParOf" srcId="{D890A9F5-32A5-499E-AE4A-53FCE0632068}" destId="{706CD688-EA0B-486A-A27F-67EBCE568BD3}" srcOrd="2" destOrd="0" presId="urn:microsoft.com/office/officeart/2005/8/layout/hList1"/>
    <dgm:cxn modelId="{5D26F7DA-9BC0-4E9B-8DC4-6B5A585B7CA2}" type="presParOf" srcId="{706CD688-EA0B-486A-A27F-67EBCE568BD3}" destId="{F42C6B58-D9EE-448A-948D-50CDFC4BDCA9}" srcOrd="0" destOrd="0" presId="urn:microsoft.com/office/officeart/2005/8/layout/hList1"/>
    <dgm:cxn modelId="{0E921289-0703-4780-8E8B-F2CC7F1601B9}" type="presParOf" srcId="{706CD688-EA0B-486A-A27F-67EBCE568BD3}" destId="{AD9DE300-977E-4F8C-9E3C-5D6C98F0CBE0}" srcOrd="1" destOrd="0" presId="urn:microsoft.com/office/officeart/2005/8/layout/hList1"/>
    <dgm:cxn modelId="{31828DA3-2A7B-4F06-8CB8-DBB3A1BF5BB1}" type="presParOf" srcId="{D890A9F5-32A5-499E-AE4A-53FCE0632068}" destId="{05801D30-8F59-49F1-9422-106F69D41908}" srcOrd="3" destOrd="0" presId="urn:microsoft.com/office/officeart/2005/8/layout/hList1"/>
    <dgm:cxn modelId="{DFB6AD41-9A51-44A8-9A85-5457059E3D5E}" type="presParOf" srcId="{D890A9F5-32A5-499E-AE4A-53FCE0632068}" destId="{6D85ED57-6F0C-4C16-AFF9-598173B2C154}" srcOrd="4" destOrd="0" presId="urn:microsoft.com/office/officeart/2005/8/layout/hList1"/>
    <dgm:cxn modelId="{8F86B39E-02E1-4625-BE6A-067434E54B91}" type="presParOf" srcId="{6D85ED57-6F0C-4C16-AFF9-598173B2C154}" destId="{A9488153-CE7A-4FE3-887C-2CFC8E597351}" srcOrd="0" destOrd="0" presId="urn:microsoft.com/office/officeart/2005/8/layout/hList1"/>
    <dgm:cxn modelId="{DDFF8D22-CB24-4189-8A4F-911D216B46F5}" type="presParOf" srcId="{6D85ED57-6F0C-4C16-AFF9-598173B2C154}" destId="{CE2966C5-A7A0-404F-8C3A-2B9C75C5BC41}" srcOrd="1" destOrd="0" presId="urn:microsoft.com/office/officeart/2005/8/layout/hList1"/>
    <dgm:cxn modelId="{ED1E169B-D00B-4647-97BF-8204111C2C6C}" type="presParOf" srcId="{D890A9F5-32A5-499E-AE4A-53FCE0632068}" destId="{DB260D10-C14A-4F13-B8BF-213C3BA58CE4}" srcOrd="5" destOrd="0" presId="urn:microsoft.com/office/officeart/2005/8/layout/hList1"/>
    <dgm:cxn modelId="{CD6896E6-E952-4A34-B29E-BC64BD6D689A}" type="presParOf" srcId="{D890A9F5-32A5-499E-AE4A-53FCE0632068}" destId="{2010B631-EC61-4399-AD97-7EBDEE84AC81}" srcOrd="6" destOrd="0" presId="urn:microsoft.com/office/officeart/2005/8/layout/hList1"/>
    <dgm:cxn modelId="{CC294A56-A34C-4EB6-8DDF-52994FA5F292}" type="presParOf" srcId="{2010B631-EC61-4399-AD97-7EBDEE84AC81}" destId="{C002646F-ED7E-4E38-BE1B-E290CE09F2CD}" srcOrd="0" destOrd="0" presId="urn:microsoft.com/office/officeart/2005/8/layout/hList1"/>
    <dgm:cxn modelId="{15092F40-2FEC-4A82-9EB2-5A134894A41B}" type="presParOf" srcId="{2010B631-EC61-4399-AD97-7EBDEE84AC81}" destId="{F6A86B51-9EDB-46C6-9470-D3F22EDEADA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Initial complexity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N*M comparisons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 dirty="0"/>
            <a:t>N = Master data set– 21,450 </a:t>
          </a:r>
          <a:r>
            <a:rPr lang="en-US" sz="3800" dirty="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Over 25 minutes!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 dirty="0"/>
            <a:t>M = Match data set– </a:t>
          </a:r>
          <a:r>
            <a:rPr lang="en-US" sz="3800" dirty="0"/>
            <a:t>29,585 records</a:t>
          </a:r>
        </a:p>
      </dgm:t>
    </dgm:pt>
    <dgm:pt modelId="{F34A5343-BB30-44DF-BF82-40D7EEDAFFE6}" type="parTrans" cxnId="{B88D3EBE-8D34-4C5B-88D8-EBBF2153B233}">
      <dgm:prSet/>
      <dgm:spPr/>
      <dgm:t>
        <a:bodyPr/>
        <a:lstStyle/>
        <a:p>
          <a:endParaRPr lang="en-US"/>
        </a:p>
      </dgm:t>
    </dgm:pt>
    <dgm:pt modelId="{A3D9DCB7-5194-4C82-AFDF-D715595D1FC5}" type="sibTrans" cxnId="{B88D3EBE-8D34-4C5B-88D8-EBBF2153B233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b="1" dirty="0"/>
            <a:t>~1</a:t>
          </a:r>
          <a:r>
            <a:rPr lang="en-US" dirty="0"/>
            <a:t> second! (multi-threaded)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 dirty="0"/>
            <a:t>Reduced # of comparisons by </a:t>
          </a:r>
          <a:r>
            <a:rPr lang="en-US" b="1" dirty="0"/>
            <a:t>99.9</a:t>
          </a:r>
          <a:r>
            <a:rPr lang="en-US" dirty="0"/>
            <a:t>%</a:t>
          </a:r>
        </a:p>
      </dgm:t>
    </dgm:pt>
    <dgm:pt modelId="{6F1E8A3E-1192-4A4F-89D0-0DFFBC0A9570}" type="parTrans" cxnId="{542A12D1-F2E8-4AFE-BB33-B1447F6DBE5F}">
      <dgm:prSet/>
      <dgm:spPr/>
      <dgm:t>
        <a:bodyPr/>
        <a:lstStyle/>
        <a:p>
          <a:endParaRPr lang="en-US"/>
        </a:p>
      </dgm:t>
    </dgm:pt>
    <dgm:pt modelId="{F38EB8C7-DA6D-409A-8F8A-8BB5083782B4}" type="sibTrans" cxnId="{542A12D1-F2E8-4AFE-BB33-B1447F6DBE5F}">
      <dgm:prSet/>
      <dgm:spPr/>
      <dgm:t>
        <a:bodyPr/>
        <a:lstStyle/>
        <a:p>
          <a:endParaRPr lang="en-US"/>
        </a:p>
      </dgm:t>
    </dgm:pt>
    <dgm:pt modelId="{26A16223-2C50-4602-86A6-82D3020CFE67}">
      <dgm:prSet/>
      <dgm:spPr/>
      <dgm:t>
        <a:bodyPr/>
        <a:lstStyle/>
        <a:p>
          <a:r>
            <a:rPr lang="en-US" dirty="0"/>
            <a:t>841,138 comparisons!</a:t>
          </a:r>
        </a:p>
      </dgm:t>
    </dgm:pt>
    <dgm:pt modelId="{D905DD75-0BB8-4125-AA0A-528E03AA3119}" type="parTrans" cxnId="{A9504CAD-446E-4339-BE93-6B1D99DD2BD5}">
      <dgm:prSet/>
      <dgm:spPr/>
      <dgm:t>
        <a:bodyPr/>
        <a:lstStyle/>
        <a:p>
          <a:endParaRPr lang="en-US"/>
        </a:p>
      </dgm:t>
    </dgm:pt>
    <dgm:pt modelId="{DE836D2C-69BC-417C-BD9B-4DE6F708CC92}" type="sibTrans" cxnId="{A9504CAD-446E-4339-BE93-6B1D99DD2BD5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1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1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542A12D1-F2E8-4AFE-BB33-B1447F6DBE5F}" srcId="{04818EA6-BF42-4913-A2EF-FD668A22406F}" destId="{3C6F1876-88E5-4907-A216-5984FEB66708}" srcOrd="2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lProcess1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dirty="0" err="1">
              <a:latin typeface="Century Gothic" panose="020B0502020202020204"/>
            </a:rPr>
            <a:t>Levenshtein</a:t>
          </a:r>
          <a:r>
            <a:rPr lang="en-US" dirty="0">
              <a:latin typeface="Century Gothic" panose="020B0502020202020204"/>
            </a:rPr>
            <a:t> Distance</a:t>
          </a:r>
        </a:p>
        <a:p>
          <a:r>
            <a:rPr lang="en-US" dirty="0">
              <a:latin typeface="Century Gothic" panose="020B0502020202020204"/>
            </a:rPr>
            <a:t>Ex. Axel ~ Axe = 75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/>
      <dgm:spPr/>
      <dgm:t>
        <a:bodyPr/>
        <a:lstStyle/>
        <a:p>
          <a:r>
            <a:rPr lang="en-US">
              <a:latin typeface="Century Gothic" panose="020B0502020202020204"/>
            </a:rPr>
            <a:t>Ratio between 0 – 100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Confidence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/>
      <dgm:spPr/>
      <dgm:t>
        <a:bodyPr/>
        <a:lstStyle/>
        <a:p>
          <a:r>
            <a:rPr lang="en-US" dirty="0">
              <a:solidFill>
                <a:srgbClr val="000000"/>
              </a:solidFill>
              <a:latin typeface="Century Gothic" panose="020B0502020202020204"/>
            </a:rPr>
            <a:t>Sum of each field's similarity * 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  <dgm:t>
        <a:bodyPr/>
        <a:lstStyle/>
        <a:p>
          <a:endParaRPr lang="en-US"/>
        </a:p>
      </dgm:t>
    </dgm:pt>
    <dgm:pt modelId="{66E70B63-6ED8-489A-8FE3-7A8DFFD1C1FE}" type="sibTrans" cxnId="{639D7E03-A291-4221-A037-B584E6CC4E21}">
      <dgm:prSet/>
      <dgm:spPr/>
      <dgm:t>
        <a:bodyPr/>
        <a:lstStyle/>
        <a:p>
          <a:endParaRPr lang="en-US"/>
        </a:p>
      </dgm:t>
    </dgm:pt>
    <dgm:pt modelId="{8C660FB0-F113-4893-AEB2-E531D53BC56C}" type="pres">
      <dgm:prSet presAssocID="{A3F3E29B-A89E-493D-943F-76C7AD429A3B}" presName="Name0" presStyleCnt="0">
        <dgm:presLayoutVars>
          <dgm:dir/>
          <dgm:animLvl val="lvl"/>
          <dgm:resizeHandles val="exact"/>
        </dgm:presLayoutVars>
      </dgm:prSet>
      <dgm:spPr/>
    </dgm:pt>
    <dgm:pt modelId="{1EB0C80F-579F-4DA8-B06A-91C921C237EC}" type="pres">
      <dgm:prSet presAssocID="{41B3F900-9B09-4AD0-8F68-D83DEDFD17B6}" presName="vertFlow" presStyleCnt="0"/>
      <dgm:spPr/>
    </dgm:pt>
    <dgm:pt modelId="{0B66F640-564D-441D-A5AD-C0C40062C324}" type="pres">
      <dgm:prSet presAssocID="{41B3F900-9B09-4AD0-8F68-D83DEDFD17B6}" presName="header" presStyleLbl="node1" presStyleIdx="0" presStyleCnt="3"/>
      <dgm:spPr/>
    </dgm:pt>
    <dgm:pt modelId="{F7B44F27-8D32-48FF-8826-BD05CF95E4AE}" type="pres">
      <dgm:prSet presAssocID="{08A62E85-3D11-48F7-85EE-EB1453AC3F09}" presName="parTrans" presStyleLbl="sibTrans2D1" presStyleIdx="0" presStyleCnt="6"/>
      <dgm:spPr/>
    </dgm:pt>
    <dgm:pt modelId="{6FDF8A16-CCFA-4B31-91B6-8CA6DA9C939B}" type="pres">
      <dgm:prSet presAssocID="{02F52AEC-FAB7-4326-B5E5-043A9F74382B}" presName="child" presStyleLbl="alignAccFollowNode1" presStyleIdx="0" presStyleCnt="6">
        <dgm:presLayoutVars>
          <dgm:chMax val="0"/>
          <dgm:bulletEnabled val="1"/>
        </dgm:presLayoutVars>
      </dgm:prSet>
      <dgm:spPr/>
    </dgm:pt>
    <dgm:pt modelId="{3EBF592A-E30A-45DE-9EDD-356D40AF341D}" type="pres">
      <dgm:prSet presAssocID="{1CE3042F-66C9-4A7B-9B82-7EEC7F3F3345}" presName="sibTrans" presStyleLbl="sibTrans2D1" presStyleIdx="1" presStyleCnt="6"/>
      <dgm:spPr/>
    </dgm:pt>
    <dgm:pt modelId="{075F371C-8A38-4E55-8551-896D7E61BD98}" type="pres">
      <dgm:prSet presAssocID="{BF8F0CC6-E046-4D90-9A11-BE9F51717AC7}" presName="child" presStyleLbl="alignAccFollowNode1" presStyleIdx="1" presStyleCnt="6">
        <dgm:presLayoutVars>
          <dgm:chMax val="0"/>
          <dgm:bulletEnabled val="1"/>
        </dgm:presLayoutVars>
      </dgm:prSet>
      <dgm:spPr/>
    </dgm:pt>
    <dgm:pt modelId="{681E85F9-7F05-47AF-8EC2-21BF259C8D1D}" type="pres">
      <dgm:prSet presAssocID="{41B3F900-9B09-4AD0-8F68-D83DEDFD17B6}" presName="hSp" presStyleCnt="0"/>
      <dgm:spPr/>
    </dgm:pt>
    <dgm:pt modelId="{1ED19F9E-10F0-4927-B169-9067368339C0}" type="pres">
      <dgm:prSet presAssocID="{13F81D10-01D7-40B0-BA7C-5FCE1540D30D}" presName="vertFlow" presStyleCnt="0"/>
      <dgm:spPr/>
    </dgm:pt>
    <dgm:pt modelId="{2A6CC642-ED98-477F-800C-E6B8666570A2}" type="pres">
      <dgm:prSet presAssocID="{13F81D10-01D7-40B0-BA7C-5FCE1540D30D}" presName="header" presStyleLbl="node1" presStyleIdx="1" presStyleCnt="3"/>
      <dgm:spPr/>
    </dgm:pt>
    <dgm:pt modelId="{34EFB7F3-3D94-4ACA-BB41-7CF507BC2021}" type="pres">
      <dgm:prSet presAssocID="{0D277EE3-6A3D-4846-BF2F-16443DE3595F}" presName="parTrans" presStyleLbl="sibTrans2D1" presStyleIdx="2" presStyleCnt="6"/>
      <dgm:spPr/>
    </dgm:pt>
    <dgm:pt modelId="{B609AAB9-0315-4ECC-8A96-AD7827E02F8F}" type="pres">
      <dgm:prSet presAssocID="{D04CA83C-4B84-49AD-B26D-5071A61E184C}" presName="child" presStyleLbl="alignAccFollowNode1" presStyleIdx="2" presStyleCnt="6">
        <dgm:presLayoutVars>
          <dgm:chMax val="0"/>
          <dgm:bulletEnabled val="1"/>
        </dgm:presLayoutVars>
      </dgm:prSet>
      <dgm:spPr/>
    </dgm:pt>
    <dgm:pt modelId="{24B1C36D-6622-401D-9D69-1D125DD8F20D}" type="pres">
      <dgm:prSet presAssocID="{CA739E3C-4156-426F-BA15-27E243C08A89}" presName="sibTrans" presStyleLbl="sibTrans2D1" presStyleIdx="3" presStyleCnt="6"/>
      <dgm:spPr/>
    </dgm:pt>
    <dgm:pt modelId="{DBE052A0-552E-4CF4-869D-0B9EB1893BF1}" type="pres">
      <dgm:prSet presAssocID="{69C7D1E2-159C-464A-86EC-620BDEE625D5}" presName="child" presStyleLbl="alignAccFollowNode1" presStyleIdx="3" presStyleCnt="6">
        <dgm:presLayoutVars>
          <dgm:chMax val="0"/>
          <dgm:bulletEnabled val="1"/>
        </dgm:presLayoutVars>
      </dgm:prSet>
      <dgm:spPr/>
    </dgm:pt>
    <dgm:pt modelId="{8F3B1D5C-5294-4347-9CCB-5E9CD0BDC4C0}" type="pres">
      <dgm:prSet presAssocID="{13F81D10-01D7-40B0-BA7C-5FCE1540D30D}" presName="hSp" presStyleCnt="0"/>
      <dgm:spPr/>
    </dgm:pt>
    <dgm:pt modelId="{2C0FC90E-D3DC-4900-92E3-01CB83DCDB53}" type="pres">
      <dgm:prSet presAssocID="{9295ACC8-CBB7-4EC3-8DBA-FA1FEC946D82}" presName="vertFlow" presStyleCnt="0"/>
      <dgm:spPr/>
    </dgm:pt>
    <dgm:pt modelId="{FE29B2E6-0DFD-4E8D-8A1D-A3FEE9155C59}" type="pres">
      <dgm:prSet presAssocID="{9295ACC8-CBB7-4EC3-8DBA-FA1FEC946D82}" presName="header" presStyleLbl="node1" presStyleIdx="2" presStyleCnt="3"/>
      <dgm:spPr/>
    </dgm:pt>
    <dgm:pt modelId="{F27FDEDF-EFBC-406B-845C-1BC921088F27}" type="pres">
      <dgm:prSet presAssocID="{9EFE582D-7587-46E9-80D8-BF90418ACF8D}" presName="parTrans" presStyleLbl="sibTrans2D1" presStyleIdx="4" presStyleCnt="6"/>
      <dgm:spPr/>
    </dgm:pt>
    <dgm:pt modelId="{147C6C62-E4C1-4262-ABF0-82E969C3FF31}" type="pres">
      <dgm:prSet presAssocID="{6415F561-0558-452E-9360-65B86A550ED8}" presName="child" presStyleLbl="alignAccFollowNode1" presStyleIdx="4" presStyleCnt="6">
        <dgm:presLayoutVars>
          <dgm:chMax val="0"/>
          <dgm:bulletEnabled val="1"/>
        </dgm:presLayoutVars>
      </dgm:prSet>
      <dgm:spPr/>
    </dgm:pt>
    <dgm:pt modelId="{280C6913-0113-4971-8841-173AD483A080}" type="pres">
      <dgm:prSet presAssocID="{7543C322-B7FB-462B-98BE-E88A55DF8CB0}" presName="sibTrans" presStyleLbl="sibTrans2D1" presStyleIdx="5" presStyleCnt="6"/>
      <dgm:spPr/>
    </dgm:pt>
    <dgm:pt modelId="{67132EA2-E65B-47AF-8306-9F33DDC80205}" type="pres">
      <dgm:prSet presAssocID="{F43DBB25-2F6C-40A5-8836-DC703C0EBBC9}" presName="child" presStyleLbl="alignAccFollowNode1" presStyleIdx="5" presStyleCnt="6">
        <dgm:presLayoutVars>
          <dgm:chMax val="0"/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CBA9D504-634E-402F-A3AC-F3AB60B91D01}" type="presOf" srcId="{A3F3E29B-A89E-493D-943F-76C7AD429A3B}" destId="{8C660FB0-F113-4893-AEB2-E531D53BC56C}" srcOrd="0" destOrd="0" presId="urn:microsoft.com/office/officeart/2005/8/layout/lProcess1"/>
    <dgm:cxn modelId="{80854B0C-2C07-4F6A-B1AA-5F77069F89FF}" type="presOf" srcId="{02F52AEC-FAB7-4326-B5E5-043A9F74382B}" destId="{6FDF8A16-CCFA-4B31-91B6-8CA6DA9C939B}" srcOrd="0" destOrd="0" presId="urn:microsoft.com/office/officeart/2005/8/layout/lProcess1"/>
    <dgm:cxn modelId="{4EB04A0E-12A2-4FC3-A560-F456CA1076B6}" type="presOf" srcId="{6415F561-0558-452E-9360-65B86A550ED8}" destId="{147C6C62-E4C1-4262-ABF0-82E969C3FF31}" srcOrd="0" destOrd="0" presId="urn:microsoft.com/office/officeart/2005/8/layout/lProcess1"/>
    <dgm:cxn modelId="{BA0B4A11-0733-4ABE-93A5-EC9A57EA093B}" type="presOf" srcId="{08A62E85-3D11-48F7-85EE-EB1453AC3F09}" destId="{F7B44F27-8D32-48FF-8826-BD05CF95E4AE}" srcOrd="0" destOrd="0" presId="urn:microsoft.com/office/officeart/2005/8/layout/lProcess1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B2380B23-72D0-431F-B236-CCCAC279F36A}" type="presOf" srcId="{D04CA83C-4B84-49AD-B26D-5071A61E184C}" destId="{B609AAB9-0315-4ECC-8A96-AD7827E02F8F}" srcOrd="0" destOrd="0" presId="urn:microsoft.com/office/officeart/2005/8/layout/lProcess1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7581C946-867B-4688-A566-C5D69C4EE81F}" type="presOf" srcId="{7543C322-B7FB-462B-98BE-E88A55DF8CB0}" destId="{280C6913-0113-4971-8841-173AD483A080}" srcOrd="0" destOrd="0" presId="urn:microsoft.com/office/officeart/2005/8/layout/lProcess1"/>
    <dgm:cxn modelId="{A57D5347-8C62-4300-8117-49B72F1A55D7}" type="presOf" srcId="{BF8F0CC6-E046-4D90-9A11-BE9F51717AC7}" destId="{075F371C-8A38-4E55-8551-896D7E61BD98}" srcOrd="0" destOrd="0" presId="urn:microsoft.com/office/officeart/2005/8/layout/lProcess1"/>
    <dgm:cxn modelId="{E2D3F267-B415-4530-BEF4-4AFEB5CE1A71}" type="presOf" srcId="{F43DBB25-2F6C-40A5-8836-DC703C0EBBC9}" destId="{67132EA2-E65B-47AF-8306-9F33DDC80205}" srcOrd="0" destOrd="0" presId="urn:microsoft.com/office/officeart/2005/8/layout/lProcess1"/>
    <dgm:cxn modelId="{0CB8FF6F-37CB-4E2F-8F65-84EF66230E1F}" type="presOf" srcId="{CA739E3C-4156-426F-BA15-27E243C08A89}" destId="{24B1C36D-6622-401D-9D69-1D125DD8F20D}" srcOrd="0" destOrd="0" presId="urn:microsoft.com/office/officeart/2005/8/layout/lProcess1"/>
    <dgm:cxn modelId="{EF4F6276-2336-4155-AD4D-1BB58C21BC46}" type="presOf" srcId="{1CE3042F-66C9-4A7B-9B82-7EEC7F3F3345}" destId="{3EBF592A-E30A-45DE-9EDD-356D40AF341D}" srcOrd="0" destOrd="0" presId="urn:microsoft.com/office/officeart/2005/8/layout/lProcess1"/>
    <dgm:cxn modelId="{6FB9F487-1A58-4CBD-B691-693C21763AC3}" type="presOf" srcId="{41B3F900-9B09-4AD0-8F68-D83DEDFD17B6}" destId="{0B66F640-564D-441D-A5AD-C0C40062C324}" srcOrd="0" destOrd="0" presId="urn:microsoft.com/office/officeart/2005/8/layout/lProcess1"/>
    <dgm:cxn modelId="{83906E8A-3073-44CC-92E5-AB1F5A0EF2AD}" type="presOf" srcId="{13F81D10-01D7-40B0-BA7C-5FCE1540D30D}" destId="{2A6CC642-ED98-477F-800C-E6B8666570A2}" srcOrd="0" destOrd="0" presId="urn:microsoft.com/office/officeart/2005/8/layout/lProcess1"/>
    <dgm:cxn modelId="{9B87B992-C26F-4F2A-B999-9B91DAE0E271}" type="presOf" srcId="{9EFE582D-7587-46E9-80D8-BF90418ACF8D}" destId="{F27FDEDF-EFBC-406B-845C-1BC921088F27}" srcOrd="0" destOrd="0" presId="urn:microsoft.com/office/officeart/2005/8/layout/lProcess1"/>
    <dgm:cxn modelId="{A1184CA0-2D9D-41A0-828D-C48C0E1373BF}" type="presOf" srcId="{9295ACC8-CBB7-4EC3-8DBA-FA1FEC946D82}" destId="{FE29B2E6-0DFD-4E8D-8A1D-A3FEE9155C59}" srcOrd="0" destOrd="0" presId="urn:microsoft.com/office/officeart/2005/8/layout/lProcess1"/>
    <dgm:cxn modelId="{7A7A4FAC-685D-421B-B1D3-BC23BE249D98}" type="presOf" srcId="{0D277EE3-6A3D-4846-BF2F-16443DE3595F}" destId="{34EFB7F3-3D94-4ACA-BB41-7CF507BC2021}" srcOrd="0" destOrd="0" presId="urn:microsoft.com/office/officeart/2005/8/layout/lProcess1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8D451EC2-2EFB-4EEF-A852-E6CD4DC2FBBB}" type="presOf" srcId="{69C7D1E2-159C-464A-86EC-620BDEE625D5}" destId="{DBE052A0-552E-4CF4-869D-0B9EB1893BF1}" srcOrd="0" destOrd="0" presId="urn:microsoft.com/office/officeart/2005/8/layout/lProcess1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4BAD9A82-4A0F-4A02-A6F1-1F555633401B}" type="presParOf" srcId="{8C660FB0-F113-4893-AEB2-E531D53BC56C}" destId="{1EB0C80F-579F-4DA8-B06A-91C921C237EC}" srcOrd="0" destOrd="0" presId="urn:microsoft.com/office/officeart/2005/8/layout/lProcess1"/>
    <dgm:cxn modelId="{847B2B78-6D24-4675-B024-A146893CD61C}" type="presParOf" srcId="{1EB0C80F-579F-4DA8-B06A-91C921C237EC}" destId="{0B66F640-564D-441D-A5AD-C0C40062C324}" srcOrd="0" destOrd="0" presId="urn:microsoft.com/office/officeart/2005/8/layout/lProcess1"/>
    <dgm:cxn modelId="{0D15869F-EEDE-4720-A92F-B78DC8B0794C}" type="presParOf" srcId="{1EB0C80F-579F-4DA8-B06A-91C921C237EC}" destId="{F7B44F27-8D32-48FF-8826-BD05CF95E4AE}" srcOrd="1" destOrd="0" presId="urn:microsoft.com/office/officeart/2005/8/layout/lProcess1"/>
    <dgm:cxn modelId="{A247970B-1DA3-4D85-947F-AEDF58D0C159}" type="presParOf" srcId="{1EB0C80F-579F-4DA8-B06A-91C921C237EC}" destId="{6FDF8A16-CCFA-4B31-91B6-8CA6DA9C939B}" srcOrd="2" destOrd="0" presId="urn:microsoft.com/office/officeart/2005/8/layout/lProcess1"/>
    <dgm:cxn modelId="{D7C9F9A9-3F01-4A2C-B12B-2992B64D728D}" type="presParOf" srcId="{1EB0C80F-579F-4DA8-B06A-91C921C237EC}" destId="{3EBF592A-E30A-45DE-9EDD-356D40AF341D}" srcOrd="3" destOrd="0" presId="urn:microsoft.com/office/officeart/2005/8/layout/lProcess1"/>
    <dgm:cxn modelId="{9BF39D1D-C176-4F41-B7E9-85EC1F5FA779}" type="presParOf" srcId="{1EB0C80F-579F-4DA8-B06A-91C921C237EC}" destId="{075F371C-8A38-4E55-8551-896D7E61BD98}" srcOrd="4" destOrd="0" presId="urn:microsoft.com/office/officeart/2005/8/layout/lProcess1"/>
    <dgm:cxn modelId="{F0073369-E6C9-4DF0-A7D5-F47260F4FE6E}" type="presParOf" srcId="{8C660FB0-F113-4893-AEB2-E531D53BC56C}" destId="{681E85F9-7F05-47AF-8EC2-21BF259C8D1D}" srcOrd="1" destOrd="0" presId="urn:microsoft.com/office/officeart/2005/8/layout/lProcess1"/>
    <dgm:cxn modelId="{B0AA7A75-5B05-4A7D-8F50-1BA23C66A9C7}" type="presParOf" srcId="{8C660FB0-F113-4893-AEB2-E531D53BC56C}" destId="{1ED19F9E-10F0-4927-B169-9067368339C0}" srcOrd="2" destOrd="0" presId="urn:microsoft.com/office/officeart/2005/8/layout/lProcess1"/>
    <dgm:cxn modelId="{C71B6A58-5F1D-440D-8B05-F8EA1B1C62AF}" type="presParOf" srcId="{1ED19F9E-10F0-4927-B169-9067368339C0}" destId="{2A6CC642-ED98-477F-800C-E6B8666570A2}" srcOrd="0" destOrd="0" presId="urn:microsoft.com/office/officeart/2005/8/layout/lProcess1"/>
    <dgm:cxn modelId="{61A34C0F-AC62-4BAB-AAA6-671270A36485}" type="presParOf" srcId="{1ED19F9E-10F0-4927-B169-9067368339C0}" destId="{34EFB7F3-3D94-4ACA-BB41-7CF507BC2021}" srcOrd="1" destOrd="0" presId="urn:microsoft.com/office/officeart/2005/8/layout/lProcess1"/>
    <dgm:cxn modelId="{FEFA2911-9829-493C-826D-626FAE211ECB}" type="presParOf" srcId="{1ED19F9E-10F0-4927-B169-9067368339C0}" destId="{B609AAB9-0315-4ECC-8A96-AD7827E02F8F}" srcOrd="2" destOrd="0" presId="urn:microsoft.com/office/officeart/2005/8/layout/lProcess1"/>
    <dgm:cxn modelId="{900A3706-A79C-4F03-9603-2E7456586EA4}" type="presParOf" srcId="{1ED19F9E-10F0-4927-B169-9067368339C0}" destId="{24B1C36D-6622-401D-9D69-1D125DD8F20D}" srcOrd="3" destOrd="0" presId="urn:microsoft.com/office/officeart/2005/8/layout/lProcess1"/>
    <dgm:cxn modelId="{DBAC96EC-CB0F-4539-8B40-6FD229A2F4A9}" type="presParOf" srcId="{1ED19F9E-10F0-4927-B169-9067368339C0}" destId="{DBE052A0-552E-4CF4-869D-0B9EB1893BF1}" srcOrd="4" destOrd="0" presId="urn:microsoft.com/office/officeart/2005/8/layout/lProcess1"/>
    <dgm:cxn modelId="{AA5F8ACF-2915-478B-BA61-F1F09FC7134D}" type="presParOf" srcId="{8C660FB0-F113-4893-AEB2-E531D53BC56C}" destId="{8F3B1D5C-5294-4347-9CCB-5E9CD0BDC4C0}" srcOrd="3" destOrd="0" presId="urn:microsoft.com/office/officeart/2005/8/layout/lProcess1"/>
    <dgm:cxn modelId="{B7125D6F-5453-4197-BFA5-68E5726DCDB2}" type="presParOf" srcId="{8C660FB0-F113-4893-AEB2-E531D53BC56C}" destId="{2C0FC90E-D3DC-4900-92E3-01CB83DCDB53}" srcOrd="4" destOrd="0" presId="urn:microsoft.com/office/officeart/2005/8/layout/lProcess1"/>
    <dgm:cxn modelId="{E0E33EC0-9C4E-42EB-AEBD-F956799FA869}" type="presParOf" srcId="{2C0FC90E-D3DC-4900-92E3-01CB83DCDB53}" destId="{FE29B2E6-0DFD-4E8D-8A1D-A3FEE9155C59}" srcOrd="0" destOrd="0" presId="urn:microsoft.com/office/officeart/2005/8/layout/lProcess1"/>
    <dgm:cxn modelId="{06609C69-B9D2-4C82-BEE7-CDED80A50150}" type="presParOf" srcId="{2C0FC90E-D3DC-4900-92E3-01CB83DCDB53}" destId="{F27FDEDF-EFBC-406B-845C-1BC921088F27}" srcOrd="1" destOrd="0" presId="urn:microsoft.com/office/officeart/2005/8/layout/lProcess1"/>
    <dgm:cxn modelId="{C0056F64-C2CC-48EA-9C47-01A7F6FA50CC}" type="presParOf" srcId="{2C0FC90E-D3DC-4900-92E3-01CB83DCDB53}" destId="{147C6C62-E4C1-4262-ABF0-82E969C3FF31}" srcOrd="2" destOrd="0" presId="urn:microsoft.com/office/officeart/2005/8/layout/lProcess1"/>
    <dgm:cxn modelId="{B169A5FD-715E-4B27-95D7-16B2A217ABC8}" type="presParOf" srcId="{2C0FC90E-D3DC-4900-92E3-01CB83DCDB53}" destId="{280C6913-0113-4971-8841-173AD483A080}" srcOrd="3" destOrd="0" presId="urn:microsoft.com/office/officeart/2005/8/layout/lProcess1"/>
    <dgm:cxn modelId="{3D0AACD7-BFAC-4C14-B8A1-6B79467C790E}" type="presParOf" srcId="{2C0FC90E-D3DC-4900-92E3-01CB83DCDB53}" destId="{67132EA2-E65B-47AF-8306-9F33DDC80205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Non-match 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Potential Match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Match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>
              <a:latin typeface="Century Gothic"/>
            </a:rPr>
            <a:t>[ 0, 70)</a:t>
          </a:r>
          <a:endParaRPr lang="en-US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>
              <a:latin typeface="Century Gothic"/>
            </a:rPr>
            <a:t>[70, 90)</a:t>
          </a:r>
          <a:endParaRPr lang="en-US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>
              <a:latin typeface="Century Gothic"/>
            </a:rPr>
            <a:t>[ 90, 100]</a:t>
          </a:r>
          <a:endParaRPr lang="en-US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how many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4AA9DF5-B60A-4EEC-BF3D-7CE602EA118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4D2A722-9564-4B54-ABAE-EE59D725E5E3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Simplicity</a:t>
          </a:r>
        </a:p>
      </dgm:t>
    </dgm:pt>
    <dgm:pt modelId="{FD7E9378-F9B7-4990-ADE4-E8D6C904A36B}" type="parTrans" cxnId="{F46179B9-C689-439C-A2A8-F1C7D0104927}">
      <dgm:prSet/>
      <dgm:spPr/>
      <dgm:t>
        <a:bodyPr/>
        <a:lstStyle/>
        <a:p>
          <a:endParaRPr lang="en-US"/>
        </a:p>
      </dgm:t>
    </dgm:pt>
    <dgm:pt modelId="{2641E0EF-E7F8-4FD4-AD5A-930A0DB4B0F7}" type="sibTrans" cxnId="{F46179B9-C689-439C-A2A8-F1C7D0104927}">
      <dgm:prSet/>
      <dgm:spPr/>
      <dgm:t>
        <a:bodyPr/>
        <a:lstStyle/>
        <a:p>
          <a:endParaRPr lang="en-US"/>
        </a:p>
      </dgm:t>
    </dgm:pt>
    <dgm:pt modelId="{CA82E7E9-7FA2-41D3-AFED-B884C67F5DB4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Flexibility</a:t>
          </a:r>
        </a:p>
      </dgm:t>
    </dgm:pt>
    <dgm:pt modelId="{2332FBE9-DDBC-4438-B53C-AEF23F4486C9}" type="parTrans" cxnId="{C6E26E2D-9A76-4F29-9A41-2C32E6C92246}">
      <dgm:prSet/>
      <dgm:spPr/>
      <dgm:t>
        <a:bodyPr/>
        <a:lstStyle/>
        <a:p>
          <a:endParaRPr lang="en-US"/>
        </a:p>
      </dgm:t>
    </dgm:pt>
    <dgm:pt modelId="{232F1EBD-E8F2-4A82-BB33-660F90D459E8}" type="sibTrans" cxnId="{C6E26E2D-9A76-4F29-9A41-2C32E6C92246}">
      <dgm:prSet/>
      <dgm:spPr/>
      <dgm:t>
        <a:bodyPr/>
        <a:lstStyle/>
        <a:p>
          <a:endParaRPr lang="en-US"/>
        </a:p>
      </dgm:t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D8F9760B-C131-4D10-8E5E-058EEC7C4C8F}" type="pres">
      <dgm:prSet presAssocID="{54D2A722-9564-4B54-ABAE-EE59D725E5E3}" presName="thickLine" presStyleLbl="alignNode1" presStyleIdx="0" presStyleCnt="4"/>
      <dgm:spPr/>
    </dgm:pt>
    <dgm:pt modelId="{10E0B303-4400-48A8-9471-3AB74A54DA79}" type="pres">
      <dgm:prSet presAssocID="{54D2A722-9564-4B54-ABAE-EE59D725E5E3}" presName="horz1" presStyleCnt="0"/>
      <dgm:spPr/>
    </dgm:pt>
    <dgm:pt modelId="{9E04E698-8F27-48AA-9C99-CD635CA2305C}" type="pres">
      <dgm:prSet presAssocID="{54D2A722-9564-4B54-ABAE-EE59D725E5E3}" presName="tx1" presStyleLbl="revTx" presStyleIdx="0" presStyleCnt="4"/>
      <dgm:spPr/>
    </dgm:pt>
    <dgm:pt modelId="{329AAC9F-B4DB-487A-B4A7-3C7D62393427}" type="pres">
      <dgm:prSet presAssocID="{54D2A722-9564-4B54-ABAE-EE59D725E5E3}" presName="vert1" presStyleCnt="0"/>
      <dgm:spPr/>
    </dgm:pt>
    <dgm:pt modelId="{495EFAFE-2419-4578-ABFB-2294DE55C769}" type="pres">
      <dgm:prSet presAssocID="{CA82E7E9-7FA2-41D3-AFED-B884C67F5DB4}" presName="thickLine" presStyleLbl="alignNode1" presStyleIdx="1" presStyleCnt="4"/>
      <dgm:spPr/>
    </dgm:pt>
    <dgm:pt modelId="{98CD235C-A1FE-4856-B92D-D06F1D97F14D}" type="pres">
      <dgm:prSet presAssocID="{CA82E7E9-7FA2-41D3-AFED-B884C67F5DB4}" presName="horz1" presStyleCnt="0"/>
      <dgm:spPr/>
    </dgm:pt>
    <dgm:pt modelId="{067F1DF1-AA26-4DF2-8ADF-9199E9E879B8}" type="pres">
      <dgm:prSet presAssocID="{CA82E7E9-7FA2-41D3-AFED-B884C67F5DB4}" presName="tx1" presStyleLbl="revTx" presStyleIdx="1" presStyleCnt="4"/>
      <dgm:spPr/>
    </dgm:pt>
    <dgm:pt modelId="{161882E4-2DBC-45BA-AEB5-7D1E73927AB2}" type="pres">
      <dgm:prSet presAssocID="{CA82E7E9-7FA2-41D3-AFED-B884C67F5DB4}" presName="vert1" presStyleCnt="0"/>
      <dgm:spPr/>
    </dgm:pt>
    <dgm:pt modelId="{7B450178-9414-4CB0-BF61-F36A8A1EE1CD}" type="pres">
      <dgm:prSet presAssocID="{35EBC1F6-C9CE-4D3E-AF3E-5A7549998B12}" presName="thickLine" presStyleLbl="alignNode1" presStyleIdx="2" presStyleCnt="4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2" presStyleCnt="4"/>
      <dgm:spPr/>
    </dgm:pt>
    <dgm:pt modelId="{0338D6E3-08E0-412B-BCED-5E72AA4BD2FD}" type="pres">
      <dgm:prSet presAssocID="{35EBC1F6-C9CE-4D3E-AF3E-5A7549998B12}" presName="vert1" presStyleCnt="0"/>
      <dgm:spPr/>
    </dgm:pt>
    <dgm:pt modelId="{65FB1179-9DD4-434F-AA22-5F98BE6DF225}" type="pres">
      <dgm:prSet presAssocID="{54AA9DF5-B60A-4EEC-BF3D-7CE602EA1185}" presName="thickLine" presStyleLbl="alignNode1" presStyleIdx="3" presStyleCnt="4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3" presStyleCnt="4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C6E26E2D-9A76-4F29-9A41-2C32E6C92246}" srcId="{E8D1B473-F5AF-473D-9A02-417DB009D46F}" destId="{CA82E7E9-7FA2-41D3-AFED-B884C67F5DB4}" srcOrd="1" destOrd="0" parTransId="{2332FBE9-DDBC-4438-B53C-AEF23F4486C9}" sibTransId="{232F1EBD-E8F2-4A82-BB33-660F90D459E8}"/>
    <dgm:cxn modelId="{72837E40-3C82-46BB-816A-312D2EC405AE}" type="presOf" srcId="{CA82E7E9-7FA2-41D3-AFED-B884C67F5DB4}" destId="{067F1DF1-AA26-4DF2-8ADF-9199E9E879B8}" srcOrd="0" destOrd="0" presId="urn:microsoft.com/office/officeart/2008/layout/LinedList"/>
    <dgm:cxn modelId="{3E8FF553-3C33-4E50-8B7A-5E685087FF88}" type="presOf" srcId="{54D2A722-9564-4B54-ABAE-EE59D725E5E3}" destId="{9E04E698-8F27-48AA-9C99-CD635CA2305C}" srcOrd="0" destOrd="0" presId="urn:microsoft.com/office/officeart/2008/layout/LinedList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3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2" destOrd="0" parTransId="{864B5E17-F0C8-4059-9FAD-C3C2C782CB9D}" sibTransId="{818C8B7D-F275-4E4E-A39F-D4D632A7B20B}"/>
    <dgm:cxn modelId="{F46179B9-C689-439C-A2A8-F1C7D0104927}" srcId="{E8D1B473-F5AF-473D-9A02-417DB009D46F}" destId="{54D2A722-9564-4B54-ABAE-EE59D725E5E3}" srcOrd="0" destOrd="0" parTransId="{FD7E9378-F9B7-4990-ADE4-E8D6C904A36B}" sibTransId="{2641E0EF-E7F8-4FD4-AD5A-930A0DB4B0F7}"/>
    <dgm:cxn modelId="{D097CEDB-04DD-491C-AD86-85320C7EDB53}" type="presParOf" srcId="{AC933968-A58E-484B-9C3D-46C9976275F8}" destId="{D8F9760B-C131-4D10-8E5E-058EEC7C4C8F}" srcOrd="0" destOrd="0" presId="urn:microsoft.com/office/officeart/2008/layout/LinedList"/>
    <dgm:cxn modelId="{46A4E8D3-7F88-40FD-A417-811FCC6172C9}" type="presParOf" srcId="{AC933968-A58E-484B-9C3D-46C9976275F8}" destId="{10E0B303-4400-48A8-9471-3AB74A54DA79}" srcOrd="1" destOrd="0" presId="urn:microsoft.com/office/officeart/2008/layout/LinedList"/>
    <dgm:cxn modelId="{2F21C75E-9AD7-44AF-8293-D74450844B43}" type="presParOf" srcId="{10E0B303-4400-48A8-9471-3AB74A54DA79}" destId="{9E04E698-8F27-48AA-9C99-CD635CA2305C}" srcOrd="0" destOrd="0" presId="urn:microsoft.com/office/officeart/2008/layout/LinedList"/>
    <dgm:cxn modelId="{1AD6464A-7AAA-4A6E-9DCD-41747756CD5F}" type="presParOf" srcId="{10E0B303-4400-48A8-9471-3AB74A54DA79}" destId="{329AAC9F-B4DB-487A-B4A7-3C7D62393427}" srcOrd="1" destOrd="0" presId="urn:microsoft.com/office/officeart/2008/layout/LinedList"/>
    <dgm:cxn modelId="{61D8E646-B58D-48DB-B41A-CCF540EE0FB2}" type="presParOf" srcId="{AC933968-A58E-484B-9C3D-46C9976275F8}" destId="{495EFAFE-2419-4578-ABFB-2294DE55C769}" srcOrd="2" destOrd="0" presId="urn:microsoft.com/office/officeart/2008/layout/LinedList"/>
    <dgm:cxn modelId="{85BCF619-9F5E-401B-A494-5636376D1441}" type="presParOf" srcId="{AC933968-A58E-484B-9C3D-46C9976275F8}" destId="{98CD235C-A1FE-4856-B92D-D06F1D97F14D}" srcOrd="3" destOrd="0" presId="urn:microsoft.com/office/officeart/2008/layout/LinedList"/>
    <dgm:cxn modelId="{36BBC947-4277-454B-B115-88505FD62B59}" type="presParOf" srcId="{98CD235C-A1FE-4856-B92D-D06F1D97F14D}" destId="{067F1DF1-AA26-4DF2-8ADF-9199E9E879B8}" srcOrd="0" destOrd="0" presId="urn:microsoft.com/office/officeart/2008/layout/LinedList"/>
    <dgm:cxn modelId="{643AA70D-36DD-4E60-8EC2-E2287136764B}" type="presParOf" srcId="{98CD235C-A1FE-4856-B92D-D06F1D97F14D}" destId="{161882E4-2DBC-45BA-AEB5-7D1E73927AB2}" srcOrd="1" destOrd="0" presId="urn:microsoft.com/office/officeart/2008/layout/LinedList"/>
    <dgm:cxn modelId="{CB0A2DA2-E6BD-425B-AD3F-BB9D2F89752C}" type="presParOf" srcId="{AC933968-A58E-484B-9C3D-46C9976275F8}" destId="{7B450178-9414-4CB0-BF61-F36A8A1EE1CD}" srcOrd="4" destOrd="0" presId="urn:microsoft.com/office/officeart/2008/layout/LinedList"/>
    <dgm:cxn modelId="{7F895873-0A6B-496A-93B3-DBC1A1C5D9F2}" type="presParOf" srcId="{AC933968-A58E-484B-9C3D-46C9976275F8}" destId="{4C601EF3-218D-45B3-9605-A2A6678B24A1}" srcOrd="5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B8203DD-BCD9-4B4D-965C-33F2B590E05F}" type="presParOf" srcId="{AC933968-A58E-484B-9C3D-46C9976275F8}" destId="{65FB1179-9DD4-434F-AA22-5F98BE6DF225}" srcOrd="6" destOrd="0" presId="urn:microsoft.com/office/officeart/2008/layout/LinedList"/>
    <dgm:cxn modelId="{E5CDE7FD-91BC-47F4-A6B3-91500F17373E}" type="presParOf" srcId="{AC933968-A58E-484B-9C3D-46C9976275F8}" destId="{02AD084C-7CFE-4FFB-8118-CCA508580017}" srcOrd="7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94BE5AF1-EDB3-4158-8BEE-9DBB0DAA5C1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D5DA8E8-9421-425C-9803-8E4B2C4C167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Met client's requirements</a:t>
          </a:r>
        </a:p>
      </dgm:t>
    </dgm:pt>
    <dgm:pt modelId="{A87A9182-11F0-46B7-92DF-33439BCA7C2F}" type="parTrans" cxnId="{622687F0-D659-4944-BFEA-B3004E46EFB9}">
      <dgm:prSet/>
      <dgm:spPr/>
      <dgm:t>
        <a:bodyPr/>
        <a:lstStyle/>
        <a:p>
          <a:endParaRPr lang="en-US"/>
        </a:p>
      </dgm:t>
    </dgm:pt>
    <dgm:pt modelId="{C5B5AE23-74C1-4FFC-A7F4-DA6E78F2A31E}" type="sibTrans" cxnId="{622687F0-D659-4944-BFEA-B3004E46EFB9}">
      <dgm:prSet/>
      <dgm:spPr/>
      <dgm:t>
        <a:bodyPr/>
        <a:lstStyle/>
        <a:p>
          <a:endParaRPr lang="en-US"/>
        </a:p>
      </dgm:t>
    </dgm:pt>
    <dgm:pt modelId="{0F8D5AA0-E54D-41AA-9D2D-E5246FE15C89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Created an efficient and scalable solution to the problem</a:t>
          </a:r>
        </a:p>
      </dgm:t>
    </dgm:pt>
    <dgm:pt modelId="{2F34DCBD-1AC7-4AAC-91D6-7B1874E0342C}" type="parTrans" cxnId="{95729B99-1C84-40D3-B5BE-6CD340CA5B65}">
      <dgm:prSet/>
      <dgm:spPr/>
      <dgm:t>
        <a:bodyPr/>
        <a:lstStyle/>
        <a:p>
          <a:endParaRPr lang="en-US"/>
        </a:p>
      </dgm:t>
    </dgm:pt>
    <dgm:pt modelId="{314B8E77-E97B-4317-890D-B353360E57E4}" type="sibTrans" cxnId="{95729B99-1C84-40D3-B5BE-6CD340CA5B65}">
      <dgm:prSet/>
      <dgm:spPr/>
      <dgm:t>
        <a:bodyPr/>
        <a:lstStyle/>
        <a:p>
          <a:endParaRPr lang="en-US"/>
        </a:p>
      </dgm:t>
    </dgm:pt>
    <dgm:pt modelId="{F03CF01E-E5DF-484E-BC42-24CC2AC23379}">
      <dgm:prSet/>
      <dgm:spPr/>
      <dgm:t>
        <a:bodyPr/>
        <a:lstStyle/>
        <a:p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SalesPage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is very impressed and happy with the results</a:t>
          </a:r>
        </a:p>
      </dgm:t>
    </dgm:pt>
    <dgm:pt modelId="{0D352B04-EFD2-4C80-B5A3-3B749A99AA68}" type="parTrans" cxnId="{242D9567-EBC3-436D-B4A7-659086243714}">
      <dgm:prSet/>
      <dgm:spPr/>
      <dgm:t>
        <a:bodyPr/>
        <a:lstStyle/>
        <a:p>
          <a:endParaRPr lang="en-US"/>
        </a:p>
      </dgm:t>
    </dgm:pt>
    <dgm:pt modelId="{38553BBD-9B78-4CDD-BBD9-79C29BBDA6F7}" type="sibTrans" cxnId="{242D9567-EBC3-436D-B4A7-659086243714}">
      <dgm:prSet/>
      <dgm:spPr/>
      <dgm:t>
        <a:bodyPr/>
        <a:lstStyle/>
        <a:p>
          <a:endParaRPr lang="en-US"/>
        </a:p>
      </dgm:t>
    </dgm:pt>
    <dgm:pt modelId="{5C4B2163-CA44-4A2E-8B36-034420C8816D}" type="pres">
      <dgm:prSet presAssocID="{94BE5AF1-EDB3-4158-8BEE-9DBB0DAA5C1D}" presName="vert0" presStyleCnt="0">
        <dgm:presLayoutVars>
          <dgm:dir/>
          <dgm:animOne val="branch"/>
          <dgm:animLvl val="lvl"/>
        </dgm:presLayoutVars>
      </dgm:prSet>
      <dgm:spPr/>
    </dgm:pt>
    <dgm:pt modelId="{5A27C5F5-23B6-4F45-823A-8F5E25CB4C94}" type="pres">
      <dgm:prSet presAssocID="{8D5DA8E8-9421-425C-9803-8E4B2C4C1675}" presName="thickLine" presStyleLbl="alignNode1" presStyleIdx="0" presStyleCnt="3"/>
      <dgm:spPr/>
    </dgm:pt>
    <dgm:pt modelId="{6DE39A97-5DFE-4AF8-AD34-B70D1B30343A}" type="pres">
      <dgm:prSet presAssocID="{8D5DA8E8-9421-425C-9803-8E4B2C4C1675}" presName="horz1" presStyleCnt="0"/>
      <dgm:spPr/>
    </dgm:pt>
    <dgm:pt modelId="{7B820E58-8935-4162-B0A9-66A2EDC98EF6}" type="pres">
      <dgm:prSet presAssocID="{8D5DA8E8-9421-425C-9803-8E4B2C4C1675}" presName="tx1" presStyleLbl="revTx" presStyleIdx="0" presStyleCnt="3"/>
      <dgm:spPr/>
    </dgm:pt>
    <dgm:pt modelId="{5CE5AF70-9FC4-4670-B269-6F45461B5354}" type="pres">
      <dgm:prSet presAssocID="{8D5DA8E8-9421-425C-9803-8E4B2C4C1675}" presName="vert1" presStyleCnt="0"/>
      <dgm:spPr/>
    </dgm:pt>
    <dgm:pt modelId="{587F11C3-042B-43C1-B268-958CF08A1755}" type="pres">
      <dgm:prSet presAssocID="{0F8D5AA0-E54D-41AA-9D2D-E5246FE15C89}" presName="thickLine" presStyleLbl="alignNode1" presStyleIdx="1" presStyleCnt="3"/>
      <dgm:spPr/>
    </dgm:pt>
    <dgm:pt modelId="{F3277A29-5EAE-4DC7-8F67-F8A600FA91D3}" type="pres">
      <dgm:prSet presAssocID="{0F8D5AA0-E54D-41AA-9D2D-E5246FE15C89}" presName="horz1" presStyleCnt="0"/>
      <dgm:spPr/>
    </dgm:pt>
    <dgm:pt modelId="{A16E4504-CD5C-4A87-892F-8498B9CCCE66}" type="pres">
      <dgm:prSet presAssocID="{0F8D5AA0-E54D-41AA-9D2D-E5246FE15C89}" presName="tx1" presStyleLbl="revTx" presStyleIdx="1" presStyleCnt="3"/>
      <dgm:spPr/>
    </dgm:pt>
    <dgm:pt modelId="{F085E433-F6F7-4EE5-80BC-077C76F28332}" type="pres">
      <dgm:prSet presAssocID="{0F8D5AA0-E54D-41AA-9D2D-E5246FE15C89}" presName="vert1" presStyleCnt="0"/>
      <dgm:spPr/>
    </dgm:pt>
    <dgm:pt modelId="{A1DD9C9D-BFCF-4995-AE38-30132D2C7DA2}" type="pres">
      <dgm:prSet presAssocID="{F03CF01E-E5DF-484E-BC42-24CC2AC23379}" presName="thickLine" presStyleLbl="alignNode1" presStyleIdx="2" presStyleCnt="3"/>
      <dgm:spPr/>
    </dgm:pt>
    <dgm:pt modelId="{4731F81B-8084-4FC4-B34E-CEBE9B046FD7}" type="pres">
      <dgm:prSet presAssocID="{F03CF01E-E5DF-484E-BC42-24CC2AC23379}" presName="horz1" presStyleCnt="0"/>
      <dgm:spPr/>
    </dgm:pt>
    <dgm:pt modelId="{70512697-0A68-48A3-8674-8DE4172E88FF}" type="pres">
      <dgm:prSet presAssocID="{F03CF01E-E5DF-484E-BC42-24CC2AC23379}" presName="tx1" presStyleLbl="revTx" presStyleIdx="2" presStyleCnt="3"/>
      <dgm:spPr/>
    </dgm:pt>
    <dgm:pt modelId="{2FD0CBF0-9DD0-4761-A87C-DF73B2C07806}" type="pres">
      <dgm:prSet presAssocID="{F03CF01E-E5DF-484E-BC42-24CC2AC23379}" presName="vert1" presStyleCnt="0"/>
      <dgm:spPr/>
    </dgm:pt>
  </dgm:ptLst>
  <dgm:cxnLst>
    <dgm:cxn modelId="{242D9567-EBC3-436D-B4A7-659086243714}" srcId="{94BE5AF1-EDB3-4158-8BEE-9DBB0DAA5C1D}" destId="{F03CF01E-E5DF-484E-BC42-24CC2AC23379}" srcOrd="2" destOrd="0" parTransId="{0D352B04-EFD2-4C80-B5A3-3B749A99AA68}" sibTransId="{38553BBD-9B78-4CDD-BBD9-79C29BBDA6F7}"/>
    <dgm:cxn modelId="{9C102886-0758-432E-B9A3-21AE71F87E52}" type="presOf" srcId="{94BE5AF1-EDB3-4158-8BEE-9DBB0DAA5C1D}" destId="{5C4B2163-CA44-4A2E-8B36-034420C8816D}" srcOrd="0" destOrd="0" presId="urn:microsoft.com/office/officeart/2008/layout/LinedList"/>
    <dgm:cxn modelId="{95729B99-1C84-40D3-B5BE-6CD340CA5B65}" srcId="{94BE5AF1-EDB3-4158-8BEE-9DBB0DAA5C1D}" destId="{0F8D5AA0-E54D-41AA-9D2D-E5246FE15C89}" srcOrd="1" destOrd="0" parTransId="{2F34DCBD-1AC7-4AAC-91D6-7B1874E0342C}" sibTransId="{314B8E77-E97B-4317-890D-B353360E57E4}"/>
    <dgm:cxn modelId="{46FC53A4-6C0C-4553-8FE7-4994C1118531}" type="presOf" srcId="{F03CF01E-E5DF-484E-BC42-24CC2AC23379}" destId="{70512697-0A68-48A3-8674-8DE4172E88FF}" srcOrd="0" destOrd="0" presId="urn:microsoft.com/office/officeart/2008/layout/LinedList"/>
    <dgm:cxn modelId="{5E0183D6-E07F-4100-8356-9EC43CACE049}" type="presOf" srcId="{8D5DA8E8-9421-425C-9803-8E4B2C4C1675}" destId="{7B820E58-8935-4162-B0A9-66A2EDC98EF6}" srcOrd="0" destOrd="0" presId="urn:microsoft.com/office/officeart/2008/layout/LinedList"/>
    <dgm:cxn modelId="{622687F0-D659-4944-BFEA-B3004E46EFB9}" srcId="{94BE5AF1-EDB3-4158-8BEE-9DBB0DAA5C1D}" destId="{8D5DA8E8-9421-425C-9803-8E4B2C4C1675}" srcOrd="0" destOrd="0" parTransId="{A87A9182-11F0-46B7-92DF-33439BCA7C2F}" sibTransId="{C5B5AE23-74C1-4FFC-A7F4-DA6E78F2A31E}"/>
    <dgm:cxn modelId="{B6ABA8F8-18A4-4E59-8072-AD8513AB6021}" type="presOf" srcId="{0F8D5AA0-E54D-41AA-9D2D-E5246FE15C89}" destId="{A16E4504-CD5C-4A87-892F-8498B9CCCE66}" srcOrd="0" destOrd="0" presId="urn:microsoft.com/office/officeart/2008/layout/LinedList"/>
    <dgm:cxn modelId="{F324B066-6970-4E4F-BDAB-5B3268FB97D0}" type="presParOf" srcId="{5C4B2163-CA44-4A2E-8B36-034420C8816D}" destId="{5A27C5F5-23B6-4F45-823A-8F5E25CB4C94}" srcOrd="0" destOrd="0" presId="urn:microsoft.com/office/officeart/2008/layout/LinedList"/>
    <dgm:cxn modelId="{436BDC09-BBC0-4048-A7E7-92BAA744DBA5}" type="presParOf" srcId="{5C4B2163-CA44-4A2E-8B36-034420C8816D}" destId="{6DE39A97-5DFE-4AF8-AD34-B70D1B30343A}" srcOrd="1" destOrd="0" presId="urn:microsoft.com/office/officeart/2008/layout/LinedList"/>
    <dgm:cxn modelId="{B1CE87E9-F1BE-4230-B896-650432884BE5}" type="presParOf" srcId="{6DE39A97-5DFE-4AF8-AD34-B70D1B30343A}" destId="{7B820E58-8935-4162-B0A9-66A2EDC98EF6}" srcOrd="0" destOrd="0" presId="urn:microsoft.com/office/officeart/2008/layout/LinedList"/>
    <dgm:cxn modelId="{8891EAE8-07DA-4AEB-8BA3-C42BDB8BD510}" type="presParOf" srcId="{6DE39A97-5DFE-4AF8-AD34-B70D1B30343A}" destId="{5CE5AF70-9FC4-4670-B269-6F45461B5354}" srcOrd="1" destOrd="0" presId="urn:microsoft.com/office/officeart/2008/layout/LinedList"/>
    <dgm:cxn modelId="{A35B8D0C-5924-4D33-86BB-848B3D17BE5E}" type="presParOf" srcId="{5C4B2163-CA44-4A2E-8B36-034420C8816D}" destId="{587F11C3-042B-43C1-B268-958CF08A1755}" srcOrd="2" destOrd="0" presId="urn:microsoft.com/office/officeart/2008/layout/LinedList"/>
    <dgm:cxn modelId="{D40BDAF9-C12A-45EC-9A12-53AA914B0C5A}" type="presParOf" srcId="{5C4B2163-CA44-4A2E-8B36-034420C8816D}" destId="{F3277A29-5EAE-4DC7-8F67-F8A600FA91D3}" srcOrd="3" destOrd="0" presId="urn:microsoft.com/office/officeart/2008/layout/LinedList"/>
    <dgm:cxn modelId="{E8E716B1-86B9-4AE2-BE3C-BF885D92418C}" type="presParOf" srcId="{F3277A29-5EAE-4DC7-8F67-F8A600FA91D3}" destId="{A16E4504-CD5C-4A87-892F-8498B9CCCE66}" srcOrd="0" destOrd="0" presId="urn:microsoft.com/office/officeart/2008/layout/LinedList"/>
    <dgm:cxn modelId="{A39E443F-A7C7-44EF-9A32-B2BE67CD069F}" type="presParOf" srcId="{F3277A29-5EAE-4DC7-8F67-F8A600FA91D3}" destId="{F085E433-F6F7-4EE5-80BC-077C76F28332}" srcOrd="1" destOrd="0" presId="urn:microsoft.com/office/officeart/2008/layout/LinedList"/>
    <dgm:cxn modelId="{E3307434-0E18-4AE0-93F2-63730B8E1F67}" type="presParOf" srcId="{5C4B2163-CA44-4A2E-8B36-034420C8816D}" destId="{A1DD9C9D-BFCF-4995-AE38-30132D2C7DA2}" srcOrd="4" destOrd="0" presId="urn:microsoft.com/office/officeart/2008/layout/LinedList"/>
    <dgm:cxn modelId="{3C29F303-89F9-4C0A-B630-9377D7740EF9}" type="presParOf" srcId="{5C4B2163-CA44-4A2E-8B36-034420C8816D}" destId="{4731F81B-8084-4FC4-B34E-CEBE9B046FD7}" srcOrd="5" destOrd="0" presId="urn:microsoft.com/office/officeart/2008/layout/LinedList"/>
    <dgm:cxn modelId="{6D686290-5F06-4027-A228-49576AAD8048}" type="presParOf" srcId="{4731F81B-8084-4FC4-B34E-CEBE9B046FD7}" destId="{70512697-0A68-48A3-8674-8DE4172E88FF}" srcOrd="0" destOrd="0" presId="urn:microsoft.com/office/officeart/2008/layout/LinedList"/>
    <dgm:cxn modelId="{DC607AB4-E0C2-4396-8D68-7F14E27BCA6A}" type="presParOf" srcId="{4731F81B-8084-4FC4-B34E-CEBE9B046FD7}" destId="{2FD0CBF0-9DD0-4761-A87C-DF73B2C0780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E0B775-DCD6-4BEB-BA96-7746953A2534}">
      <dsp:nvSpPr>
        <dsp:cNvPr id="0" name=""/>
        <dsp:cNvSpPr/>
      </dsp:nvSpPr>
      <dsp:spPr>
        <a:xfrm>
          <a:off x="5299645" y="1173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 Info</a:t>
          </a:r>
        </a:p>
      </dsp:txBody>
      <dsp:txXfrm>
        <a:off x="5320042" y="21570"/>
        <a:ext cx="5921307" cy="377044"/>
      </dsp:txXfrm>
    </dsp:sp>
    <dsp:sp modelId="{8D870C57-7ADF-4ADA-A8C8-8067E4E1AA9C}">
      <dsp:nvSpPr>
        <dsp:cNvPr id="0" name=""/>
        <dsp:cNvSpPr/>
      </dsp:nvSpPr>
      <dsp:spPr>
        <a:xfrm>
          <a:off x="5299645" y="439904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73564"/>
                <a:satOff val="2471"/>
                <a:lumOff val="-70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4"/>
                <a:satOff val="2471"/>
                <a:lumOff val="-70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4"/>
                <a:satOff val="2471"/>
                <a:lumOff val="-70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The Problem</a:t>
          </a:r>
        </a:p>
      </dsp:txBody>
      <dsp:txXfrm>
        <a:off x="5320042" y="460301"/>
        <a:ext cx="5921307" cy="377044"/>
      </dsp:txXfrm>
    </dsp:sp>
    <dsp:sp modelId="{6588EB65-C784-423D-AE18-E3CF6265C1D6}">
      <dsp:nvSpPr>
        <dsp:cNvPr id="0" name=""/>
        <dsp:cNvSpPr/>
      </dsp:nvSpPr>
      <dsp:spPr>
        <a:xfrm>
          <a:off x="5299645" y="878634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Requirements</a:t>
          </a:r>
        </a:p>
      </dsp:txBody>
      <dsp:txXfrm>
        <a:off x="5320042" y="899031"/>
        <a:ext cx="5921307" cy="377044"/>
      </dsp:txXfrm>
    </dsp:sp>
    <dsp:sp modelId="{70189A93-22F1-4B00-BD68-876AE5271AAE}">
      <dsp:nvSpPr>
        <dsp:cNvPr id="0" name=""/>
        <dsp:cNvSpPr/>
      </dsp:nvSpPr>
      <dsp:spPr>
        <a:xfrm>
          <a:off x="5299645" y="1317365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1420692"/>
                <a:satOff val="7412"/>
                <a:lumOff val="-211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420692"/>
                <a:satOff val="7412"/>
                <a:lumOff val="-211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420692"/>
                <a:satOff val="7412"/>
                <a:lumOff val="-211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Design</a:t>
          </a:r>
        </a:p>
      </dsp:txBody>
      <dsp:txXfrm>
        <a:off x="5320042" y="1337762"/>
        <a:ext cx="5921307" cy="377044"/>
      </dsp:txXfrm>
    </dsp:sp>
    <dsp:sp modelId="{356775C3-4D34-450A-8B44-7D86E93032A5}">
      <dsp:nvSpPr>
        <dsp:cNvPr id="0" name=""/>
        <dsp:cNvSpPr/>
      </dsp:nvSpPr>
      <dsp:spPr>
        <a:xfrm>
          <a:off x="5299645" y="1756096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Implementation</a:t>
          </a:r>
        </a:p>
      </dsp:txBody>
      <dsp:txXfrm>
        <a:off x="5320042" y="1776493"/>
        <a:ext cx="5921307" cy="377044"/>
      </dsp:txXfrm>
    </dsp:sp>
    <dsp:sp modelId="{D22C1773-3F60-41BD-805D-C07FE4D5F633}">
      <dsp:nvSpPr>
        <dsp:cNvPr id="0" name=""/>
        <dsp:cNvSpPr/>
      </dsp:nvSpPr>
      <dsp:spPr>
        <a:xfrm>
          <a:off x="5299645" y="2194826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Dependencies</a:t>
          </a:r>
        </a:p>
      </dsp:txBody>
      <dsp:txXfrm>
        <a:off x="5320042" y="2215223"/>
        <a:ext cx="5921307" cy="377044"/>
      </dsp:txXfrm>
    </dsp:sp>
    <dsp:sp modelId="{18232ADC-C076-49B0-9CD3-41278FA6D915}">
      <dsp:nvSpPr>
        <dsp:cNvPr id="0" name=""/>
        <dsp:cNvSpPr/>
      </dsp:nvSpPr>
      <dsp:spPr>
        <a:xfrm>
          <a:off x="5299645" y="2633557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Demo</a:t>
          </a:r>
        </a:p>
      </dsp:txBody>
      <dsp:txXfrm>
        <a:off x="5320042" y="2653954"/>
        <a:ext cx="5921307" cy="377044"/>
      </dsp:txXfrm>
    </dsp:sp>
    <dsp:sp modelId="{C2175BCC-CBB7-4BF3-9511-2D8C3F0FE10F}">
      <dsp:nvSpPr>
        <dsp:cNvPr id="0" name=""/>
        <dsp:cNvSpPr/>
      </dsp:nvSpPr>
      <dsp:spPr>
        <a:xfrm>
          <a:off x="5299645" y="3072287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3314947"/>
                <a:satOff val="17295"/>
                <a:lumOff val="-494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314947"/>
                <a:satOff val="17295"/>
                <a:lumOff val="-494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314947"/>
                <a:satOff val="17295"/>
                <a:lumOff val="-494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Testing</a:t>
          </a:r>
        </a:p>
      </dsp:txBody>
      <dsp:txXfrm>
        <a:off x="5320042" y="3092684"/>
        <a:ext cx="5921307" cy="377044"/>
      </dsp:txXfrm>
    </dsp:sp>
    <dsp:sp modelId="{1A5ED826-5D00-4CB2-87B5-BEC5EC62E772}">
      <dsp:nvSpPr>
        <dsp:cNvPr id="0" name=""/>
        <dsp:cNvSpPr/>
      </dsp:nvSpPr>
      <dsp:spPr>
        <a:xfrm>
          <a:off x="5299645" y="3511018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</a:t>
          </a:r>
        </a:p>
      </dsp:txBody>
      <dsp:txXfrm>
        <a:off x="5320042" y="3531415"/>
        <a:ext cx="5921307" cy="377044"/>
      </dsp:txXfrm>
    </dsp:sp>
    <dsp:sp modelId="{9A56D476-57EC-4DAE-8286-533FD3497850}">
      <dsp:nvSpPr>
        <dsp:cNvPr id="0" name=""/>
        <dsp:cNvSpPr/>
      </dsp:nvSpPr>
      <dsp:spPr>
        <a:xfrm>
          <a:off x="5299645" y="3949749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262075"/>
                <a:satOff val="22236"/>
                <a:lumOff val="-635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262075"/>
                <a:satOff val="22236"/>
                <a:lumOff val="-635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262075"/>
                <a:satOff val="22236"/>
                <a:lumOff val="-635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Achieved Goals</a:t>
          </a:r>
        </a:p>
      </dsp:txBody>
      <dsp:txXfrm>
        <a:off x="5320042" y="3970146"/>
        <a:ext cx="5921307" cy="377044"/>
      </dsp:txXfrm>
    </dsp:sp>
    <dsp:sp modelId="{DD9B7236-1E08-409A-9F65-F940323D19C0}">
      <dsp:nvSpPr>
        <dsp:cNvPr id="0" name=""/>
        <dsp:cNvSpPr/>
      </dsp:nvSpPr>
      <dsp:spPr>
        <a:xfrm>
          <a:off x="5299645" y="4388479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Conclusion</a:t>
          </a:r>
        </a:p>
      </dsp:txBody>
      <dsp:txXfrm>
        <a:off x="5320042" y="4408876"/>
        <a:ext cx="5921307" cy="3770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Java is used as the language to create the functionality.</a:t>
          </a:r>
          <a:endParaRPr lang="en-US" sz="2600" kern="120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Google’s Java Coding Standard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Github</a:t>
          </a:r>
          <a:r>
            <a:rPr lang="en-US" sz="2600" kern="1200" dirty="0"/>
            <a:t>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 Build automation tool</a:t>
          </a:r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51" y="7245"/>
          <a:ext cx="4905053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CSV Parsing</a:t>
          </a:r>
          <a:endParaRPr lang="en-US" sz="2300" b="1" kern="1200" dirty="0">
            <a:solidFill>
              <a:srgbClr val="01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orbel"/>
          </a:endParaRPr>
        </a:p>
      </dsp:txBody>
      <dsp:txXfrm>
        <a:off x="51" y="7245"/>
        <a:ext cx="4905053" cy="662400"/>
      </dsp:txXfrm>
    </dsp:sp>
    <dsp:sp modelId="{AD423238-9BB4-400E-8A17-60392CB4CA8A}">
      <dsp:nvSpPr>
        <dsp:cNvPr id="0" name=""/>
        <dsp:cNvSpPr/>
      </dsp:nvSpPr>
      <dsp:spPr>
        <a:xfrm>
          <a:off x="51" y="669646"/>
          <a:ext cx="4905053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Commons-CSV 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/>
            <a:t>Reading data</a:t>
          </a:r>
        </a:p>
      </dsp:txBody>
      <dsp:txXfrm>
        <a:off x="51" y="669646"/>
        <a:ext cx="4905053" cy="1010160"/>
      </dsp:txXfrm>
    </dsp:sp>
    <dsp:sp modelId="{C69EBD1D-33B8-41A3-9F1A-B18E772B4FED}">
      <dsp:nvSpPr>
        <dsp:cNvPr id="0" name=""/>
        <dsp:cNvSpPr/>
      </dsp:nvSpPr>
      <dsp:spPr>
        <a:xfrm>
          <a:off x="5591812" y="7245"/>
          <a:ext cx="4905053" cy="6624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Phonetic Encoding</a:t>
          </a:r>
        </a:p>
      </dsp:txBody>
      <dsp:txXfrm>
        <a:off x="5591812" y="7245"/>
        <a:ext cx="4905053" cy="662400"/>
      </dsp:txXfrm>
    </dsp:sp>
    <dsp:sp modelId="{5ADA738D-7366-4CF7-9EEF-48BD3EE37EB5}">
      <dsp:nvSpPr>
        <dsp:cNvPr id="0" name=""/>
        <dsp:cNvSpPr/>
      </dsp:nvSpPr>
      <dsp:spPr>
        <a:xfrm>
          <a:off x="5591812" y="669646"/>
          <a:ext cx="4905053" cy="10101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Commons-Codec 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/>
            <a:t>Indexing</a:t>
          </a:r>
        </a:p>
      </dsp:txBody>
      <dsp:txXfrm>
        <a:off x="5591812" y="669646"/>
        <a:ext cx="4905053" cy="101016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32E45B-D372-4721-8183-AA5B7E19B777}">
      <dsp:nvSpPr>
        <dsp:cNvPr id="0" name=""/>
        <dsp:cNvSpPr/>
      </dsp:nvSpPr>
      <dsp:spPr>
        <a:xfrm>
          <a:off x="0" y="0"/>
          <a:ext cx="5266159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Levenshtein</a:t>
          </a: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 Distance Ratio</a:t>
          </a:r>
        </a:p>
      </dsp:txBody>
      <dsp:txXfrm>
        <a:off x="0" y="0"/>
        <a:ext cx="5266159" cy="662400"/>
      </dsp:txXfrm>
    </dsp:sp>
    <dsp:sp modelId="{D1812548-A25A-4654-8437-FB566D117311}">
      <dsp:nvSpPr>
        <dsp:cNvPr id="0" name=""/>
        <dsp:cNvSpPr/>
      </dsp:nvSpPr>
      <dsp:spPr>
        <a:xfrm>
          <a:off x="0" y="669646"/>
          <a:ext cx="5266159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 err="1">
              <a:latin typeface="Corbel"/>
            </a:rPr>
            <a:t>Xdrop's</a:t>
          </a:r>
          <a:r>
            <a:rPr lang="en-US" sz="2300" kern="1200" dirty="0">
              <a:latin typeface="Corbel"/>
            </a:rPr>
            <a:t> </a:t>
          </a:r>
          <a:r>
            <a:rPr lang="en-US" sz="2300" kern="1200" dirty="0" err="1">
              <a:latin typeface="Corbel"/>
            </a:rPr>
            <a:t>FuzzyWuzzy</a:t>
          </a:r>
          <a:r>
            <a:rPr lang="en-US" sz="2300" kern="1200" dirty="0">
              <a:latin typeface="Corbel"/>
            </a:rPr>
            <a:t> 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>
              <a:latin typeface="Corbel"/>
            </a:rPr>
            <a:t>Record pair comparison</a:t>
          </a:r>
        </a:p>
      </dsp:txBody>
      <dsp:txXfrm>
        <a:off x="0" y="669646"/>
        <a:ext cx="5266159" cy="101016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Pre-processing</a:t>
          </a:r>
          <a:endParaRPr lang="en-US" sz="31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Record pair comparison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Classification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Evaluation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2732713"/>
        <a:ext cx="9783763" cy="68307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406326-FBB7-404D-9842-5E50458CA793}">
      <dsp:nvSpPr>
        <dsp:cNvPr id="0" name=""/>
        <dsp:cNvSpPr/>
      </dsp:nvSpPr>
      <dsp:spPr>
        <a:xfrm>
          <a:off x="3952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Remove</a:t>
          </a:r>
        </a:p>
      </dsp:txBody>
      <dsp:txXfrm>
        <a:off x="3952" y="85347"/>
        <a:ext cx="2376667" cy="576000"/>
      </dsp:txXfrm>
    </dsp:sp>
    <dsp:sp modelId="{F9C3E665-B8BB-4E61-BAC8-B3A52C325D35}">
      <dsp:nvSpPr>
        <dsp:cNvPr id="0" name=""/>
        <dsp:cNvSpPr/>
      </dsp:nvSpPr>
      <dsp:spPr>
        <a:xfrm>
          <a:off x="3952" y="671853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Unwanted characters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Punctuation, tabs, new lines</a:t>
          </a:r>
        </a:p>
      </dsp:txBody>
      <dsp:txXfrm>
        <a:off x="3952" y="671853"/>
        <a:ext cx="2376667" cy="3293303"/>
      </dsp:txXfrm>
    </dsp:sp>
    <dsp:sp modelId="{F42C6B58-D9EE-448A-948D-50CDFC4BDCA9}">
      <dsp:nvSpPr>
        <dsp:cNvPr id="0" name=""/>
        <dsp:cNvSpPr/>
      </dsp:nvSpPr>
      <dsp:spPr>
        <a:xfrm>
          <a:off x="2713353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Trim</a:t>
          </a:r>
        </a:p>
      </dsp:txBody>
      <dsp:txXfrm>
        <a:off x="2713353" y="85347"/>
        <a:ext cx="2376667" cy="576000"/>
      </dsp:txXfrm>
    </dsp:sp>
    <dsp:sp modelId="{AD9DE300-977E-4F8C-9E3C-5D6C98F0CBE0}">
      <dsp:nvSpPr>
        <dsp:cNvPr id="0" name=""/>
        <dsp:cNvSpPr/>
      </dsp:nvSpPr>
      <dsp:spPr>
        <a:xfrm>
          <a:off x="2713353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All unnecessary whitespace</a:t>
          </a:r>
        </a:p>
      </dsp:txBody>
      <dsp:txXfrm>
        <a:off x="2713353" y="661347"/>
        <a:ext cx="2376667" cy="3293303"/>
      </dsp:txXfrm>
    </dsp:sp>
    <dsp:sp modelId="{A9488153-CE7A-4FE3-887C-2CFC8E597351}">
      <dsp:nvSpPr>
        <dsp:cNvPr id="0" name=""/>
        <dsp:cNvSpPr/>
      </dsp:nvSpPr>
      <dsp:spPr>
        <a:xfrm>
          <a:off x="5422754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Combine</a:t>
          </a:r>
        </a:p>
      </dsp:txBody>
      <dsp:txXfrm>
        <a:off x="5422754" y="85347"/>
        <a:ext cx="2376667" cy="576000"/>
      </dsp:txXfrm>
    </dsp:sp>
    <dsp:sp modelId="{CE2966C5-A7A0-404F-8C3A-2B9C75C5BC41}">
      <dsp:nvSpPr>
        <dsp:cNvPr id="0" name=""/>
        <dsp:cNvSpPr/>
      </dsp:nvSpPr>
      <dsp:spPr>
        <a:xfrm>
          <a:off x="5422754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Related fields into a single field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Address_1 &amp; Address_2 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</a:t>
          </a:r>
        </a:p>
      </dsp:txBody>
      <dsp:txXfrm>
        <a:off x="5422754" y="661347"/>
        <a:ext cx="2376667" cy="3293303"/>
      </dsp:txXfrm>
    </dsp:sp>
    <dsp:sp modelId="{C002646F-ED7E-4E38-BE1B-E290CE09F2CD}">
      <dsp:nvSpPr>
        <dsp:cNvPr id="0" name=""/>
        <dsp:cNvSpPr/>
      </dsp:nvSpPr>
      <dsp:spPr>
        <a:xfrm>
          <a:off x="8132155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Standardize</a:t>
          </a:r>
        </a:p>
      </dsp:txBody>
      <dsp:txXfrm>
        <a:off x="8132155" y="85347"/>
        <a:ext cx="2376667" cy="576000"/>
      </dsp:txXfrm>
    </dsp:sp>
    <dsp:sp modelId="{F6A86B51-9EDB-46C6-9470-D3F22EDEADA5}">
      <dsp:nvSpPr>
        <dsp:cNvPr id="0" name=""/>
        <dsp:cNvSpPr/>
      </dsp:nvSpPr>
      <dsp:spPr>
        <a:xfrm>
          <a:off x="8132155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Common address abbreviations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 State St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NORTH STATE STREET</a:t>
          </a:r>
        </a:p>
      </dsp:txBody>
      <dsp:txXfrm>
        <a:off x="8132155" y="661347"/>
        <a:ext cx="2376667" cy="329330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N*M comparisons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N = 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M = 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Initial complexity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Over 25 minutes!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576691"/>
          <a:ext cx="6918636" cy="2513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583184" rIns="536963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Group similar records together by phonetic encoding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841,138 comparisons!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Reduced # of comparisons by </a:t>
          </a:r>
          <a:r>
            <a:rPr lang="en-US" sz="2800" b="1" kern="1200" dirty="0"/>
            <a:t>99.9</a:t>
          </a:r>
          <a:r>
            <a:rPr lang="en-US" sz="2800" kern="1200" dirty="0"/>
            <a:t>%</a:t>
          </a:r>
        </a:p>
      </dsp:txBody>
      <dsp:txXfrm>
        <a:off x="0" y="576691"/>
        <a:ext cx="6918636" cy="2513700"/>
      </dsp:txXfrm>
    </dsp:sp>
    <dsp:sp modelId="{028E6A7E-23BA-4F12-8DC1-7FD956608DDD}">
      <dsp:nvSpPr>
        <dsp:cNvPr id="0" name=""/>
        <dsp:cNvSpPr/>
      </dsp:nvSpPr>
      <dsp:spPr>
        <a:xfrm>
          <a:off x="345931" y="163411"/>
          <a:ext cx="4843045" cy="8265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 approach</a:t>
          </a:r>
        </a:p>
      </dsp:txBody>
      <dsp:txXfrm>
        <a:off x="386280" y="203760"/>
        <a:ext cx="4762347" cy="745862"/>
      </dsp:txXfrm>
    </dsp:sp>
    <dsp:sp modelId="{07B3EA0B-0A65-415B-9037-DA23320F68C7}">
      <dsp:nvSpPr>
        <dsp:cNvPr id="0" name=""/>
        <dsp:cNvSpPr/>
      </dsp:nvSpPr>
      <dsp:spPr>
        <a:xfrm>
          <a:off x="0" y="3654871"/>
          <a:ext cx="6918636" cy="1190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583184" rIns="536963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/>
            <a:t>~1</a:t>
          </a:r>
          <a:r>
            <a:rPr lang="en-US" sz="2800" kern="1200" dirty="0"/>
            <a:t> second! (multi-threaded)</a:t>
          </a:r>
        </a:p>
      </dsp:txBody>
      <dsp:txXfrm>
        <a:off x="0" y="3654871"/>
        <a:ext cx="6918636" cy="1190700"/>
      </dsp:txXfrm>
    </dsp:sp>
    <dsp:sp modelId="{6A9ADE83-535F-402B-8DB7-34B1937E93A9}">
      <dsp:nvSpPr>
        <dsp:cNvPr id="0" name=""/>
        <dsp:cNvSpPr/>
      </dsp:nvSpPr>
      <dsp:spPr>
        <a:xfrm>
          <a:off x="345931" y="3241591"/>
          <a:ext cx="4843045" cy="82656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sp:txBody>
      <dsp:txXfrm>
        <a:off x="386280" y="3281940"/>
        <a:ext cx="4762347" cy="74586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66F640-564D-441D-A5AD-C0C40062C324}">
      <dsp:nvSpPr>
        <dsp:cNvPr id="0" name=""/>
        <dsp:cNvSpPr/>
      </dsp:nvSpPr>
      <dsp:spPr>
        <a:xfrm>
          <a:off x="798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Similarity Metric</a:t>
          </a:r>
        </a:p>
      </dsp:txBody>
      <dsp:txXfrm>
        <a:off x="26752" y="534306"/>
        <a:ext cx="3492664" cy="834235"/>
      </dsp:txXfrm>
    </dsp:sp>
    <dsp:sp modelId="{F7B44F27-8D32-48FF-8826-BD05CF95E4AE}">
      <dsp:nvSpPr>
        <dsp:cNvPr id="0" name=""/>
        <dsp:cNvSpPr/>
      </dsp:nvSpPr>
      <dsp:spPr>
        <a:xfrm rot="5400000">
          <a:off x="1695547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DF8A16-CCFA-4B31-91B6-8CA6DA9C939B}">
      <dsp:nvSpPr>
        <dsp:cNvPr id="0" name=""/>
        <dsp:cNvSpPr/>
      </dsp:nvSpPr>
      <dsp:spPr>
        <a:xfrm>
          <a:off x="798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>
              <a:latin typeface="Century Gothic" panose="020B0502020202020204"/>
            </a:rPr>
            <a:t>Levenshtein</a:t>
          </a:r>
          <a:r>
            <a:rPr lang="en-US" sz="2300" kern="1200" dirty="0">
              <a:latin typeface="Century Gothic" panose="020B0502020202020204"/>
            </a:rPr>
            <a:t> Distance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Century Gothic" panose="020B0502020202020204"/>
            </a:rPr>
            <a:t>Ex. Axel ~ Axe = 75</a:t>
          </a:r>
        </a:p>
      </dsp:txBody>
      <dsp:txXfrm>
        <a:off x="26752" y="1730599"/>
        <a:ext cx="3492664" cy="834235"/>
      </dsp:txXfrm>
    </dsp:sp>
    <dsp:sp modelId="{3EBF592A-E30A-45DE-9EDD-356D40AF341D}">
      <dsp:nvSpPr>
        <dsp:cNvPr id="0" name=""/>
        <dsp:cNvSpPr/>
      </dsp:nvSpPr>
      <dsp:spPr>
        <a:xfrm rot="5400000">
          <a:off x="1695547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5F371C-8A38-4E55-8551-896D7E61BD98}">
      <dsp:nvSpPr>
        <dsp:cNvPr id="0" name=""/>
        <dsp:cNvSpPr/>
      </dsp:nvSpPr>
      <dsp:spPr>
        <a:xfrm>
          <a:off x="798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673773"/>
            <a:satOff val="-399"/>
            <a:lumOff val="-9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673773"/>
              <a:satOff val="-399"/>
              <a:lumOff val="-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Ratio between 0 – 100</a:t>
          </a:r>
        </a:p>
      </dsp:txBody>
      <dsp:txXfrm>
        <a:off x="26752" y="2926893"/>
        <a:ext cx="3492664" cy="834235"/>
      </dsp:txXfrm>
    </dsp:sp>
    <dsp:sp modelId="{2A6CC642-ED98-477F-800C-E6B8666570A2}">
      <dsp:nvSpPr>
        <dsp:cNvPr id="0" name=""/>
        <dsp:cNvSpPr/>
      </dsp:nvSpPr>
      <dsp:spPr>
        <a:xfrm>
          <a:off x="4041611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</a:t>
          </a:r>
        </a:p>
      </dsp:txBody>
      <dsp:txXfrm>
        <a:off x="4067565" y="534306"/>
        <a:ext cx="3492664" cy="834235"/>
      </dsp:txXfrm>
    </dsp:sp>
    <dsp:sp modelId="{34EFB7F3-3D94-4ACA-BB41-7CF507BC2021}">
      <dsp:nvSpPr>
        <dsp:cNvPr id="0" name=""/>
        <dsp:cNvSpPr/>
      </dsp:nvSpPr>
      <dsp:spPr>
        <a:xfrm rot="5400000">
          <a:off x="5736360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09AAB9-0315-4ECC-8A96-AD7827E02F8F}">
      <dsp:nvSpPr>
        <dsp:cNvPr id="0" name=""/>
        <dsp:cNvSpPr/>
      </dsp:nvSpPr>
      <dsp:spPr>
        <a:xfrm>
          <a:off x="4041611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1347545"/>
            <a:satOff val="-798"/>
            <a:lumOff val="-19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347545"/>
              <a:satOff val="-798"/>
              <a:lumOff val="-1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Weights per field</a:t>
          </a:r>
        </a:p>
      </dsp:txBody>
      <dsp:txXfrm>
        <a:off x="4067565" y="1730599"/>
        <a:ext cx="3492664" cy="834235"/>
      </dsp:txXfrm>
    </dsp:sp>
    <dsp:sp modelId="{24B1C36D-6622-401D-9D69-1D125DD8F20D}">
      <dsp:nvSpPr>
        <dsp:cNvPr id="0" name=""/>
        <dsp:cNvSpPr/>
      </dsp:nvSpPr>
      <dsp:spPr>
        <a:xfrm rot="5400000">
          <a:off x="5736360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E052A0-552E-4CF4-869D-0B9EB1893BF1}">
      <dsp:nvSpPr>
        <dsp:cNvPr id="0" name=""/>
        <dsp:cNvSpPr/>
      </dsp:nvSpPr>
      <dsp:spPr>
        <a:xfrm>
          <a:off x="4041611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021318"/>
            <a:satOff val="-1198"/>
            <a:lumOff val="-289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021318"/>
              <a:satOff val="-1198"/>
              <a:lumOff val="-28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Sum of weights equal to 1</a:t>
          </a:r>
        </a:p>
      </dsp:txBody>
      <dsp:txXfrm>
        <a:off x="4067565" y="2926893"/>
        <a:ext cx="3492664" cy="834235"/>
      </dsp:txXfrm>
    </dsp:sp>
    <dsp:sp modelId="{FE29B2E6-0DFD-4E8D-8A1D-A3FEE9155C59}">
      <dsp:nvSpPr>
        <dsp:cNvPr id="0" name=""/>
        <dsp:cNvSpPr/>
      </dsp:nvSpPr>
      <dsp:spPr>
        <a:xfrm>
          <a:off x="8082424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Confidence</a:t>
          </a:r>
        </a:p>
      </dsp:txBody>
      <dsp:txXfrm>
        <a:off x="8108378" y="534306"/>
        <a:ext cx="3492664" cy="834235"/>
      </dsp:txXfrm>
    </dsp:sp>
    <dsp:sp modelId="{F27FDEDF-EFBC-406B-845C-1BC921088F27}">
      <dsp:nvSpPr>
        <dsp:cNvPr id="0" name=""/>
        <dsp:cNvSpPr/>
      </dsp:nvSpPr>
      <dsp:spPr>
        <a:xfrm rot="5400000">
          <a:off x="9777173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7C6C62-E4C1-4262-ABF0-82E969C3FF31}">
      <dsp:nvSpPr>
        <dsp:cNvPr id="0" name=""/>
        <dsp:cNvSpPr/>
      </dsp:nvSpPr>
      <dsp:spPr>
        <a:xfrm>
          <a:off x="8082424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695091"/>
            <a:satOff val="-1597"/>
            <a:lumOff val="-38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695091"/>
              <a:satOff val="-1597"/>
              <a:lumOff val="-38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000000"/>
              </a:solidFill>
              <a:latin typeface="Century Gothic" panose="020B0502020202020204"/>
            </a:rPr>
            <a:t>Sum of each field's similarity * weight</a:t>
          </a:r>
        </a:p>
      </dsp:txBody>
      <dsp:txXfrm>
        <a:off x="8108378" y="1730599"/>
        <a:ext cx="3492664" cy="834235"/>
      </dsp:txXfrm>
    </dsp:sp>
    <dsp:sp modelId="{280C6913-0113-4971-8841-173AD483A080}">
      <dsp:nvSpPr>
        <dsp:cNvPr id="0" name=""/>
        <dsp:cNvSpPr/>
      </dsp:nvSpPr>
      <dsp:spPr>
        <a:xfrm rot="5400000">
          <a:off x="9777173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132EA2-E65B-47AF-8306-9F33DDC80205}">
      <dsp:nvSpPr>
        <dsp:cNvPr id="0" name=""/>
        <dsp:cNvSpPr/>
      </dsp:nvSpPr>
      <dsp:spPr>
        <a:xfrm>
          <a:off x="8082424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A score of 100 is a perfect match</a:t>
          </a:r>
        </a:p>
      </dsp:txBody>
      <dsp:txXfrm>
        <a:off x="8108378" y="2926893"/>
        <a:ext cx="3492664" cy="834235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Non-match 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sp:txBody>
      <dsp:txXfrm>
        <a:off x="3007" y="429933"/>
        <a:ext cx="2932733" cy="1157375"/>
      </dsp:txXfrm>
    </dsp:sp>
    <dsp:sp modelId="{9C8415EA-9F97-423D-85D6-1361494AF506}">
      <dsp:nvSpPr>
        <dsp:cNvPr id="0" name=""/>
        <dsp:cNvSpPr/>
      </dsp:nvSpPr>
      <dsp:spPr>
        <a:xfrm>
          <a:off x="3007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[ 0, 70)</a:t>
          </a:r>
          <a:endParaRPr lang="en-US" sz="3200" kern="1200">
            <a:latin typeface="Century Gothic"/>
          </a:endParaRPr>
        </a:p>
      </dsp:txBody>
      <dsp:txXfrm>
        <a:off x="3007" y="1587309"/>
        <a:ext cx="2932733" cy="1405440"/>
      </dsp:txXfrm>
    </dsp:sp>
    <dsp:sp modelId="{5B6DAA36-6AD9-4290-97AA-8B4D841F7619}">
      <dsp:nvSpPr>
        <dsp:cNvPr id="0" name=""/>
        <dsp:cNvSpPr/>
      </dsp:nvSpPr>
      <dsp:spPr>
        <a:xfrm>
          <a:off x="3346324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Potential Match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sp:txBody>
      <dsp:txXfrm>
        <a:off x="3346324" y="429933"/>
        <a:ext cx="2932733" cy="1157375"/>
      </dsp:txXfrm>
    </dsp:sp>
    <dsp:sp modelId="{D49AED09-BD53-4876-9BBC-040D753C6882}">
      <dsp:nvSpPr>
        <dsp:cNvPr id="0" name=""/>
        <dsp:cNvSpPr/>
      </dsp:nvSpPr>
      <dsp:spPr>
        <a:xfrm>
          <a:off x="3346324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[70, 90)</a:t>
          </a:r>
          <a:endParaRPr lang="en-US" sz="3200" kern="1200">
            <a:latin typeface="Century Gothic"/>
          </a:endParaRPr>
        </a:p>
      </dsp:txBody>
      <dsp:txXfrm>
        <a:off x="3346324" y="1587309"/>
        <a:ext cx="2932733" cy="1405440"/>
      </dsp:txXfrm>
    </dsp:sp>
    <dsp:sp modelId="{7AC0FAFC-06CC-4EA6-BFFE-D92CC0A8CE68}">
      <dsp:nvSpPr>
        <dsp:cNvPr id="0" name=""/>
        <dsp:cNvSpPr/>
      </dsp:nvSpPr>
      <dsp:spPr>
        <a:xfrm>
          <a:off x="6689641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Match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sp:txBody>
      <dsp:txXfrm>
        <a:off x="6689641" y="429933"/>
        <a:ext cx="2932733" cy="1157375"/>
      </dsp:txXfrm>
    </dsp:sp>
    <dsp:sp modelId="{0F324DFC-98A1-4870-B3E1-F4078E06D589}">
      <dsp:nvSpPr>
        <dsp:cNvPr id="0" name=""/>
        <dsp:cNvSpPr/>
      </dsp:nvSpPr>
      <dsp:spPr>
        <a:xfrm>
          <a:off x="6689641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[ 90, 100]</a:t>
          </a:r>
          <a:endParaRPr lang="en-US" sz="3200" kern="1200">
            <a:latin typeface="Century Gothic"/>
          </a:endParaRPr>
        </a:p>
      </dsp:txBody>
      <dsp:txXfrm>
        <a:off x="6689641" y="1587309"/>
        <a:ext cx="2932733" cy="140544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how many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F9760B-C131-4D10-8E5E-058EEC7C4C8F}">
      <dsp:nvSpPr>
        <dsp:cNvPr id="0" name=""/>
        <dsp:cNvSpPr/>
      </dsp:nvSpPr>
      <dsp:spPr>
        <a:xfrm>
          <a:off x="0" y="0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04E698-8F27-48AA-9C99-CD635CA2305C}">
      <dsp:nvSpPr>
        <dsp:cNvPr id="0" name=""/>
        <dsp:cNvSpPr/>
      </dsp:nvSpPr>
      <dsp:spPr>
        <a:xfrm>
          <a:off x="0" y="0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Simplicity</a:t>
          </a:r>
        </a:p>
      </dsp:txBody>
      <dsp:txXfrm>
        <a:off x="0" y="0"/>
        <a:ext cx="9783763" cy="854051"/>
      </dsp:txXfrm>
    </dsp:sp>
    <dsp:sp modelId="{495EFAFE-2419-4578-ABFB-2294DE55C769}">
      <dsp:nvSpPr>
        <dsp:cNvPr id="0" name=""/>
        <dsp:cNvSpPr/>
      </dsp:nvSpPr>
      <dsp:spPr>
        <a:xfrm>
          <a:off x="0" y="854051"/>
          <a:ext cx="9783763" cy="0"/>
        </a:xfrm>
        <a:prstGeom prst="line">
          <a:avLst/>
        </a:prstGeom>
        <a:solidFill>
          <a:schemeClr val="accent2">
            <a:hueOff val="1578546"/>
            <a:satOff val="8236"/>
            <a:lumOff val="-2353"/>
            <a:alphaOff val="0"/>
          </a:schemeClr>
        </a:solidFill>
        <a:ln w="12700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7F1DF1-AA26-4DF2-8ADF-9199E9E879B8}">
      <dsp:nvSpPr>
        <dsp:cNvPr id="0" name=""/>
        <dsp:cNvSpPr/>
      </dsp:nvSpPr>
      <dsp:spPr>
        <a:xfrm>
          <a:off x="0" y="854051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Flexibility</a:t>
          </a:r>
        </a:p>
      </dsp:txBody>
      <dsp:txXfrm>
        <a:off x="0" y="854051"/>
        <a:ext cx="9783763" cy="854051"/>
      </dsp:txXfrm>
    </dsp:sp>
    <dsp:sp modelId="{7B450178-9414-4CB0-BF61-F36A8A1EE1CD}">
      <dsp:nvSpPr>
        <dsp:cNvPr id="0" name=""/>
        <dsp:cNvSpPr/>
      </dsp:nvSpPr>
      <dsp:spPr>
        <a:xfrm>
          <a:off x="0" y="1708102"/>
          <a:ext cx="9783763" cy="0"/>
        </a:xfrm>
        <a:prstGeom prst="line">
          <a:avLst/>
        </a:prstGeom>
        <a:solidFill>
          <a:schemeClr val="accent2">
            <a:hueOff val="3157092"/>
            <a:satOff val="16471"/>
            <a:lumOff val="-4705"/>
            <a:alphaOff val="0"/>
          </a:schemeClr>
        </a:solidFill>
        <a:ln w="12700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708102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sp:txBody>
      <dsp:txXfrm>
        <a:off x="0" y="1708102"/>
        <a:ext cx="9783763" cy="854051"/>
      </dsp:txXfrm>
    </dsp:sp>
    <dsp:sp modelId="{65FB1179-9DD4-434F-AA22-5F98BE6DF225}">
      <dsp:nvSpPr>
        <dsp:cNvPr id="0" name=""/>
        <dsp:cNvSpPr/>
      </dsp:nvSpPr>
      <dsp:spPr>
        <a:xfrm>
          <a:off x="0" y="256215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562153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Comprehensive Documentation</a:t>
          </a:r>
        </a:p>
      </dsp:txBody>
      <dsp:txXfrm>
        <a:off x="0" y="2562153"/>
        <a:ext cx="9783763" cy="854051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27C5F5-23B6-4F45-823A-8F5E25CB4C94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20E58-8935-4162-B0A9-66A2EDC98EF6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Met client's requirements</a:t>
          </a:r>
        </a:p>
      </dsp:txBody>
      <dsp:txXfrm>
        <a:off x="0" y="1668"/>
        <a:ext cx="9783763" cy="1137622"/>
      </dsp:txXfrm>
    </dsp:sp>
    <dsp:sp modelId="{587F11C3-042B-43C1-B268-958CF08A1755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E4504-CD5C-4A87-892F-8498B9CCCE66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Created an efficient and scalable solution to the problem</a:t>
          </a:r>
        </a:p>
      </dsp:txBody>
      <dsp:txXfrm>
        <a:off x="0" y="1139291"/>
        <a:ext cx="9783763" cy="1137622"/>
      </dsp:txXfrm>
    </dsp:sp>
    <dsp:sp modelId="{A1DD9C9D-BFCF-4995-AE38-30132D2C7DA2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512697-0A68-48A3-8674-8DE4172E88FF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SalesPage</a:t>
          </a: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is very impressed and happy with the results</a:t>
          </a:r>
        </a:p>
      </dsp:txBody>
      <dsp:txXfrm>
        <a:off x="0" y="2276913"/>
        <a:ext cx="9783763" cy="11376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731ED0-DD9C-442B-8AC3-97D41B5157C2}" type="datetimeFigureOut">
              <a:rPr lang="en-US"/>
              <a:t>4/15/2019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14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is a build automation tool used primarily for Java projects. Maven addresses two aspects of building software: first, it describes how software is built, and second, it describes its dependencies.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Phases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hardly a comprehensive list, these are the most common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lifecycle phases executed.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validate the project is correct and all necessary information is available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compile the source code of the project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test the compiled source code using a suitable unit testing framework. These tests should not require the code be packaged or deployed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take the compiled code and package it in its distributable format, such as a JAR.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integration-test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process and deploy the package if necessary into an environment where integration tests can be run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run any checks to verify the package is valid and meets quality criteria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install the package into the local repository, for use as a dependency in other projects locally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done in an integration or release environment, copies the final package to the remote repository for sharing with other developers and projects.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are two other Maven lifecycles of note beyond the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list above. They are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cleans up artifacts created by prior builds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generates site documentation for this project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90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531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42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59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279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747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055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is a build automation tool used primarily for Java projects. Maven addresses two aspects of building software: first, it describes how software is built, and second, it describes its dependencies.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Phases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hardly a comprehensive list, these are the most common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lifecycle phases executed.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validate the project is correct and all necessary information is available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compile the source code of the project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test the compiled source code using a suitable unit testing framework. These tests should not require the code be packaged or deployed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take the compiled code and package it in its distributable format, such as a JAR.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integration-test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process and deploy the package if necessary into an environment where integration tests can be run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run any checks to verify the package is valid and meets quality criteria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install the package into the local repository, for use as a dependency in other projects locally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done in an integration or release environment, copies the final package to the remote repository for sharing with other developers and projects.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are two other Maven lifecycles of note beyond the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list above. They are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cleans up artifacts created by prior builds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generates site documentation for this project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46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  <p:transition spd="med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ransition spd="med">
    <p:push dir="u"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image" Target="../media/image5.jpeg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/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/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449602622"/>
              </p:ext>
            </p:extLst>
          </p:nvPr>
        </p:nvGraphicFramePr>
        <p:xfrm>
          <a:off x="-2192678" y="1934679"/>
          <a:ext cx="16561393" cy="48074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Client info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7" y="4769931"/>
            <a:ext cx="6456706" cy="1154097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43827" y="2566952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dirty="0"/>
              <a:t>Local company based in Kalamazoo, MI</a:t>
            </a:r>
          </a:p>
          <a:p>
            <a:pPr algn="ctr"/>
            <a:r>
              <a:rPr lang="en-US" sz="3000" dirty="0"/>
              <a:t> Master data management platform</a:t>
            </a:r>
          </a:p>
          <a:p>
            <a:pPr algn="ctr"/>
            <a:r>
              <a:rPr lang="en-US" sz="3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https://www.salespage.com/</a:t>
            </a: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 dirty="0">
                <a:solidFill>
                  <a:schemeClr val="tx2"/>
                </a:solidFill>
              </a:rPr>
              <a:t>The problem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2"/>
                </a:solidFill>
              </a:rPr>
              <a:t>Given two sets of contact data, find duplicate contacts between the two by measuring contact’s similarity.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758167881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 dirty="0"/>
                        <a:t>Master Record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315224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dirty="0"/>
                        <a:t>Other Record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14DCEE6A-CCE5-4D4F-8EF0-B17F43101D5E}"/>
              </a:ext>
            </a:extLst>
          </p:cNvPr>
          <p:cNvGrpSpPr/>
          <p:nvPr/>
        </p:nvGrpSpPr>
        <p:grpSpPr>
          <a:xfrm>
            <a:off x="1633490" y="3098307"/>
            <a:ext cx="5176121" cy="2709169"/>
            <a:chOff x="1633490" y="3098307"/>
            <a:chExt cx="5176121" cy="270916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39DCAAC-9618-4AB1-B152-49EDEBB175C8}"/>
                </a:ext>
              </a:extLst>
            </p:cNvPr>
            <p:cNvSpPr/>
            <p:nvPr/>
          </p:nvSpPr>
          <p:spPr>
            <a:xfrm>
              <a:off x="5380307" y="3098307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C7A4F77-9BE6-44E5-9F65-6DD9F41E04AC}"/>
                </a:ext>
              </a:extLst>
            </p:cNvPr>
            <p:cNvSpPr/>
            <p:nvPr/>
          </p:nvSpPr>
          <p:spPr>
            <a:xfrm>
              <a:off x="5380307" y="5407981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7824EA97-15B0-4637-A75B-0288391CE316}"/>
                </a:ext>
              </a:extLst>
            </p:cNvPr>
            <p:cNvSpPr/>
            <p:nvPr/>
          </p:nvSpPr>
          <p:spPr>
            <a:xfrm>
              <a:off x="1633491" y="3098307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E4C9DEC9-F812-48A3-8067-FC0825A35978}"/>
                </a:ext>
              </a:extLst>
            </p:cNvPr>
            <p:cNvSpPr/>
            <p:nvPr/>
          </p:nvSpPr>
          <p:spPr>
            <a:xfrm>
              <a:off x="1633490" y="5407981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FAAC0CA-535A-4840-B0BF-BE3D8A0AA050}"/>
              </a:ext>
            </a:extLst>
          </p:cNvPr>
          <p:cNvGrpSpPr/>
          <p:nvPr/>
        </p:nvGrpSpPr>
        <p:grpSpPr>
          <a:xfrm>
            <a:off x="1633490" y="3453413"/>
            <a:ext cx="3551508" cy="2709169"/>
            <a:chOff x="1633490" y="3453413"/>
            <a:chExt cx="3551508" cy="270916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26B895F-8CE7-4FE9-903D-741458444F0B}"/>
                </a:ext>
              </a:extLst>
            </p:cNvPr>
            <p:cNvSpPr/>
            <p:nvPr/>
          </p:nvSpPr>
          <p:spPr>
            <a:xfrm>
              <a:off x="3755694" y="3464510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BB47990-1C9C-4E0E-8276-206C9E4F888C}"/>
                </a:ext>
              </a:extLst>
            </p:cNvPr>
            <p:cNvSpPr/>
            <p:nvPr/>
          </p:nvSpPr>
          <p:spPr>
            <a:xfrm>
              <a:off x="3755694" y="5763087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A84AC8D9-93C4-492E-B688-1FDF8CBC4612}"/>
                </a:ext>
              </a:extLst>
            </p:cNvPr>
            <p:cNvSpPr/>
            <p:nvPr/>
          </p:nvSpPr>
          <p:spPr>
            <a:xfrm>
              <a:off x="1633491" y="3453413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Right 13">
              <a:extLst>
                <a:ext uri="{FF2B5EF4-FFF2-40B4-BE49-F238E27FC236}">
                  <a16:creationId xmlns:a16="http://schemas.microsoft.com/office/drawing/2014/main" id="{6B6C01D6-6E3F-41C0-9275-A250A1E7192F}"/>
                </a:ext>
              </a:extLst>
            </p:cNvPr>
            <p:cNvSpPr/>
            <p:nvPr/>
          </p:nvSpPr>
          <p:spPr>
            <a:xfrm>
              <a:off x="1633490" y="5763087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D2FAAA-19CA-4368-B892-66B93A2404BD}"/>
              </a:ext>
            </a:extLst>
          </p:cNvPr>
          <p:cNvGrpSpPr/>
          <p:nvPr/>
        </p:nvGrpSpPr>
        <p:grpSpPr>
          <a:xfrm>
            <a:off x="1633490" y="3837356"/>
            <a:ext cx="5158913" cy="2724721"/>
            <a:chOff x="1633490" y="3837356"/>
            <a:chExt cx="5158913" cy="2724721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E3DE6D-129F-4210-A341-F34ADCD3D875}"/>
                </a:ext>
              </a:extLst>
            </p:cNvPr>
            <p:cNvSpPr/>
            <p:nvPr/>
          </p:nvSpPr>
          <p:spPr>
            <a:xfrm>
              <a:off x="5363099" y="3837356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0F7C1EE-BE89-4229-9F28-E108949DA1C9}"/>
                </a:ext>
              </a:extLst>
            </p:cNvPr>
            <p:cNvSpPr/>
            <p:nvPr/>
          </p:nvSpPr>
          <p:spPr>
            <a:xfrm>
              <a:off x="5363099" y="6162582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5206654A-A2C6-439A-9599-79834B04F3C4}"/>
                </a:ext>
              </a:extLst>
            </p:cNvPr>
            <p:cNvSpPr/>
            <p:nvPr/>
          </p:nvSpPr>
          <p:spPr>
            <a:xfrm>
              <a:off x="1633491" y="3837356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AF7C647B-FD26-4B73-8557-C5D1FE672F82}"/>
                </a:ext>
              </a:extLst>
            </p:cNvPr>
            <p:cNvSpPr/>
            <p:nvPr/>
          </p:nvSpPr>
          <p:spPr>
            <a:xfrm>
              <a:off x="1633490" y="6147030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45259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81111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0686837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1340389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9277788"/>
              </p:ext>
            </p:extLst>
          </p:nvPr>
        </p:nvGraphicFramePr>
        <p:xfrm>
          <a:off x="3082247" y="2229084"/>
          <a:ext cx="5266159" cy="16870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 dirty="0"/>
              <a:t>Our 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298085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  <p:transition spd="med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1819073"/>
              </p:ext>
            </p:extLst>
          </p:nvPr>
        </p:nvGraphicFramePr>
        <p:xfrm>
          <a:off x="987921" y="2189062"/>
          <a:ext cx="10512775" cy="403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77" name="Arrow: Down 276">
            <a:extLst>
              <a:ext uri="{FF2B5EF4-FFF2-40B4-BE49-F238E27FC236}">
                <a16:creationId xmlns:a16="http://schemas.microsoft.com/office/drawing/2014/main" id="{E9A3C151-2FED-416A-BCC5-9167FB06C0A1}"/>
              </a:ext>
            </a:extLst>
          </p:cNvPr>
          <p:cNvSpPr/>
          <p:nvPr/>
        </p:nvSpPr>
        <p:spPr>
          <a:xfrm>
            <a:off x="7175894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9DD5ED7F-FF54-4E68-BB91-7EB9083D3498}"/>
              </a:ext>
            </a:extLst>
          </p:cNvPr>
          <p:cNvSpPr/>
          <p:nvPr/>
        </p:nvSpPr>
        <p:spPr>
          <a:xfrm>
            <a:off x="9925649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err="1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 Indexing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1032169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033794F-9869-49D7-BF9B-396DAC42E1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564597"/>
              </p:ext>
            </p:extLst>
          </p:nvPr>
        </p:nvGraphicFramePr>
        <p:xfrm>
          <a:off x="1672372" y="2573170"/>
          <a:ext cx="3373120" cy="22967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86560">
                  <a:extLst>
                    <a:ext uri="{9D8B030D-6E8A-4147-A177-3AD203B41FA5}">
                      <a16:colId xmlns:a16="http://schemas.microsoft.com/office/drawing/2014/main" val="1350672735"/>
                    </a:ext>
                  </a:extLst>
                </a:gridCol>
                <a:gridCol w="1686560">
                  <a:extLst>
                    <a:ext uri="{9D8B030D-6E8A-4147-A177-3AD203B41FA5}">
                      <a16:colId xmlns:a16="http://schemas.microsoft.com/office/drawing/2014/main" val="1488975924"/>
                    </a:ext>
                  </a:extLst>
                </a:gridCol>
              </a:tblGrid>
              <a:tr h="459348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52158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38145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9673407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16029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Grand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12767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1F187D5-992A-4A24-B16B-F80DB734C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054570"/>
              </p:ext>
            </p:extLst>
          </p:nvPr>
        </p:nvGraphicFramePr>
        <p:xfrm>
          <a:off x="6678890" y="2377287"/>
          <a:ext cx="3705730" cy="448071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52865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52865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</a:tblGrid>
              <a:tr h="4978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9477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7922409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2843451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Nieveen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Josh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684564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0432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Grent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James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39187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659263"/>
            <a:ext cx="5452787" cy="339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E2026-63CB-4A81-A384-23A5EA825164}"/>
              </a:ext>
            </a:extLst>
          </p:cNvPr>
          <p:cNvSpPr txBox="1"/>
          <p:nvPr/>
        </p:nvSpPr>
        <p:spPr>
          <a:xfrm>
            <a:off x="1087120" y="5781040"/>
            <a:ext cx="3382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4*8 = 32 comparisons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06FEB7-C254-4DFA-AD88-241C1225F9EB}"/>
              </a:ext>
            </a:extLst>
          </p:cNvPr>
          <p:cNvSpPr/>
          <p:nvPr/>
        </p:nvSpPr>
        <p:spPr>
          <a:xfrm>
            <a:off x="1672372" y="3013438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E32AF7-A1F5-441A-A051-6EE43739C821}"/>
              </a:ext>
            </a:extLst>
          </p:cNvPr>
          <p:cNvSpPr/>
          <p:nvPr/>
        </p:nvSpPr>
        <p:spPr>
          <a:xfrm>
            <a:off x="6678890" y="2851361"/>
            <a:ext cx="3705731" cy="40102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F7E4637-5778-4B59-BDFE-80ED9E2FD539}"/>
              </a:ext>
            </a:extLst>
          </p:cNvPr>
          <p:cNvSpPr/>
          <p:nvPr/>
        </p:nvSpPr>
        <p:spPr>
          <a:xfrm>
            <a:off x="1672372" y="3485490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96D38C-F582-4265-9F68-CE9FBDA44D18}"/>
              </a:ext>
            </a:extLst>
          </p:cNvPr>
          <p:cNvSpPr/>
          <p:nvPr/>
        </p:nvSpPr>
        <p:spPr>
          <a:xfrm>
            <a:off x="1672372" y="3941674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FE1E2C-9590-4575-A473-8E6D34A37E38}"/>
              </a:ext>
            </a:extLst>
          </p:cNvPr>
          <p:cNvSpPr/>
          <p:nvPr/>
        </p:nvSpPr>
        <p:spPr>
          <a:xfrm>
            <a:off x="1672372" y="4405173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8DE6E0-0FE2-4327-8016-1BEAA2E71FA1}"/>
              </a:ext>
            </a:extLst>
          </p:cNvPr>
          <p:cNvSpPr txBox="1"/>
          <p:nvPr/>
        </p:nvSpPr>
        <p:spPr>
          <a:xfrm>
            <a:off x="2225020" y="1950846"/>
            <a:ext cx="282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Master Record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157EEC-2B6A-4413-BC30-8A90E5D152AA}"/>
              </a:ext>
            </a:extLst>
          </p:cNvPr>
          <p:cNvSpPr txBox="1"/>
          <p:nvPr/>
        </p:nvSpPr>
        <p:spPr>
          <a:xfrm>
            <a:off x="7297881" y="1829494"/>
            <a:ext cx="282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Other Record</a:t>
            </a:r>
          </a:p>
        </p:txBody>
      </p:sp>
    </p:spTree>
    <p:extLst>
      <p:ext uri="{BB962C8B-B14F-4D97-AF65-F5344CB8AC3E}">
        <p14:creationId xmlns:p14="http://schemas.microsoft.com/office/powerpoint/2010/main" val="2393814716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0" grpId="1" animBg="1"/>
      <p:bldP spid="30" grpId="0" animBg="1"/>
      <p:bldP spid="31" grpId="0" animBg="1"/>
      <p:bldP spid="31" grpId="1" animBg="1"/>
      <p:bldP spid="32" grpId="0" animBg="1"/>
      <p:bldP spid="32" grpId="1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C75CCC6-4D74-409B-89AC-D550C46022F2}"/>
              </a:ext>
            </a:extLst>
          </p:cNvPr>
          <p:cNvSpPr txBox="1">
            <a:spLocks/>
          </p:cNvSpPr>
          <p:nvPr/>
        </p:nvSpPr>
        <p:spPr>
          <a:xfrm>
            <a:off x="358727" y="-659263"/>
            <a:ext cx="5452787" cy="339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04869A-0CEE-4B24-BFBD-D29C149F0A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530255"/>
              </p:ext>
            </p:extLst>
          </p:nvPr>
        </p:nvGraphicFramePr>
        <p:xfrm>
          <a:off x="2303434" y="2313405"/>
          <a:ext cx="7291326" cy="36772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45663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3645663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4895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 for the Last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Hilkens</a:t>
                      </a:r>
                      <a:endParaRPr 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958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0503809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  <a:endParaRPr lang="en-US" sz="2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BFB0C4-1788-4701-BD50-9AF94D54C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132393"/>
              </p:ext>
            </p:extLst>
          </p:nvPr>
        </p:nvGraphicFramePr>
        <p:xfrm>
          <a:off x="358726" y="2082482"/>
          <a:ext cx="5022572" cy="198851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55643">
                  <a:extLst>
                    <a:ext uri="{9D8B030D-6E8A-4147-A177-3AD203B41FA5}">
                      <a16:colId xmlns:a16="http://schemas.microsoft.com/office/drawing/2014/main" val="868604047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1395992413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4070181518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693216792"/>
                    </a:ext>
                  </a:extLst>
                </a:gridCol>
              </a:tblGrid>
              <a:tr h="53148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135661"/>
                  </a:ext>
                </a:extLst>
              </a:tr>
              <a:tr h="449479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606372"/>
                  </a:ext>
                </a:extLst>
              </a:tr>
              <a:tr h="449479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558685"/>
                  </a:ext>
                </a:extLst>
              </a:tr>
              <a:tr h="449479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16718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5648021-D8C2-4E38-910F-532295DE1C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035907"/>
              </p:ext>
            </p:extLst>
          </p:nvPr>
        </p:nvGraphicFramePr>
        <p:xfrm>
          <a:off x="6380488" y="4406462"/>
          <a:ext cx="4939864" cy="213097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34966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5960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Grent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80F41F1-568F-42B5-B388-EE3F1FBFA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582899"/>
              </p:ext>
            </p:extLst>
          </p:nvPr>
        </p:nvGraphicFramePr>
        <p:xfrm>
          <a:off x="6380488" y="2011253"/>
          <a:ext cx="4939864" cy="213097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34966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5960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Nieveen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AB95567-4FF1-445F-860F-8D09A747C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566405"/>
              </p:ext>
            </p:extLst>
          </p:nvPr>
        </p:nvGraphicFramePr>
        <p:xfrm>
          <a:off x="378370" y="4406462"/>
          <a:ext cx="5002928" cy="213097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50732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5960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90455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512519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  <a:endParaRPr lang="en-US" sz="20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EAF1B95-E57C-4F6B-ADB9-3B1AD202B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620827"/>
              </p:ext>
            </p:extLst>
          </p:nvPr>
        </p:nvGraphicFramePr>
        <p:xfrm>
          <a:off x="358727" y="2480611"/>
          <a:ext cx="7366376" cy="273627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41594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93525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</a:t>
                      </a:r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LastName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49F90CD-F966-43C8-AD3F-1481FD2C9A5B}"/>
              </a:ext>
            </a:extLst>
          </p:cNvPr>
          <p:cNvSpPr/>
          <p:nvPr/>
        </p:nvSpPr>
        <p:spPr>
          <a:xfrm>
            <a:off x="358727" y="3429000"/>
            <a:ext cx="7366376" cy="52289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631698-607A-42EA-95CB-5317AE3605A3}"/>
              </a:ext>
            </a:extLst>
          </p:cNvPr>
          <p:cNvSpPr/>
          <p:nvPr/>
        </p:nvSpPr>
        <p:spPr>
          <a:xfrm>
            <a:off x="358727" y="4046483"/>
            <a:ext cx="7366376" cy="1165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A1130-6741-4696-B008-1FD3BC31B072}"/>
              </a:ext>
            </a:extLst>
          </p:cNvPr>
          <p:cNvSpPr txBox="1"/>
          <p:nvPr/>
        </p:nvSpPr>
        <p:spPr>
          <a:xfrm>
            <a:off x="8308778" y="3767224"/>
            <a:ext cx="2865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2 Comparisons</a:t>
            </a:r>
          </a:p>
        </p:txBody>
      </p:sp>
    </p:spTree>
    <p:extLst>
      <p:ext uri="{BB962C8B-B14F-4D97-AF65-F5344CB8AC3E}">
        <p14:creationId xmlns:p14="http://schemas.microsoft.com/office/powerpoint/2010/main" val="3894098195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EAF1B95-E57C-4F6B-ADB9-3B1AD202B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476442"/>
              </p:ext>
            </p:extLst>
          </p:nvPr>
        </p:nvGraphicFramePr>
        <p:xfrm>
          <a:off x="358727" y="2480611"/>
          <a:ext cx="7366376" cy="273627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41594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93525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</a:t>
                      </a:r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LastName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49F90CD-F966-43C8-AD3F-1481FD2C9A5B}"/>
              </a:ext>
            </a:extLst>
          </p:cNvPr>
          <p:cNvSpPr/>
          <p:nvPr/>
        </p:nvSpPr>
        <p:spPr>
          <a:xfrm>
            <a:off x="358727" y="3429000"/>
            <a:ext cx="7366376" cy="52289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631698-607A-42EA-95CB-5317AE3605A3}"/>
              </a:ext>
            </a:extLst>
          </p:cNvPr>
          <p:cNvSpPr/>
          <p:nvPr/>
        </p:nvSpPr>
        <p:spPr>
          <a:xfrm>
            <a:off x="358727" y="4046483"/>
            <a:ext cx="7366376" cy="1165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A1130-6741-4696-B008-1FD3BC31B072}"/>
              </a:ext>
            </a:extLst>
          </p:cNvPr>
          <p:cNvSpPr txBox="1"/>
          <p:nvPr/>
        </p:nvSpPr>
        <p:spPr>
          <a:xfrm>
            <a:off x="8308778" y="3767224"/>
            <a:ext cx="2865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2 Comparisons</a:t>
            </a:r>
          </a:p>
        </p:txBody>
      </p:sp>
    </p:spTree>
    <p:extLst>
      <p:ext uri="{BB962C8B-B14F-4D97-AF65-F5344CB8AC3E}">
        <p14:creationId xmlns:p14="http://schemas.microsoft.com/office/powerpoint/2010/main" val="832215426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4963D-7686-4045-B010-D59E7D6BB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First Approach:</a:t>
            </a:r>
          </a:p>
          <a:p>
            <a:pPr marL="0" indent="0">
              <a:buNone/>
            </a:pPr>
            <a:r>
              <a:rPr lang="en-US" dirty="0"/>
              <a:t>	32 comparisons</a:t>
            </a:r>
          </a:p>
          <a:p>
            <a:pPr marL="0" indent="0">
              <a:buNone/>
            </a:pPr>
            <a:r>
              <a:rPr lang="en-US" dirty="0"/>
              <a:t>Second Approach:</a:t>
            </a:r>
          </a:p>
          <a:p>
            <a:pPr marL="0" indent="0">
              <a:buNone/>
            </a:pPr>
            <a:r>
              <a:rPr lang="en-US" dirty="0"/>
              <a:t>	2 + 2 + 2 + 2 = 8 comparisons</a:t>
            </a:r>
          </a:p>
          <a:p>
            <a:pPr marL="0" indent="0">
              <a:buNone/>
            </a:pPr>
            <a:r>
              <a:rPr lang="en-US" dirty="0"/>
              <a:t>In this specific scenario:</a:t>
            </a:r>
          </a:p>
          <a:p>
            <a:pPr marL="0" indent="0">
              <a:buNone/>
            </a:pPr>
            <a:r>
              <a:rPr lang="en-US" dirty="0"/>
              <a:t>	1 – (8/32) = 0.75</a:t>
            </a:r>
          </a:p>
          <a:p>
            <a:pPr marL="0" indent="0">
              <a:buNone/>
            </a:pPr>
            <a:r>
              <a:rPr lang="en-US" dirty="0"/>
              <a:t>	Reduced # of comparisons by </a:t>
            </a:r>
            <a:r>
              <a:rPr lang="en-US" b="1" dirty="0"/>
              <a:t>75</a:t>
            </a:r>
            <a:r>
              <a:rPr lang="en-US" dirty="0"/>
              <a:t>%</a:t>
            </a:r>
          </a:p>
          <a:p>
            <a:pPr marL="0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95D285-1FA3-454E-B16A-0C4E260CA089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</p:spTree>
    <p:extLst>
      <p:ext uri="{BB962C8B-B14F-4D97-AF65-F5344CB8AC3E}">
        <p14:creationId xmlns:p14="http://schemas.microsoft.com/office/powerpoint/2010/main" val="2853730166"/>
      </p:ext>
    </p:extLst>
  </p:cSld>
  <p:clrMapOvr>
    <a:masterClrMapping/>
  </p:clrMapOvr>
  <p:transition spd="med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846520"/>
              </p:ext>
            </p:extLst>
          </p:nvPr>
        </p:nvGraphicFramePr>
        <p:xfrm>
          <a:off x="2978653" y="1666461"/>
          <a:ext cx="6918636" cy="500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Record pair comparison</a:t>
            </a:r>
            <a:endParaRPr lang="en-US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1391821"/>
              </p:ext>
            </p:extLst>
          </p:nvPr>
        </p:nvGraphicFramePr>
        <p:xfrm>
          <a:off x="289223" y="2058002"/>
          <a:ext cx="11627796" cy="42954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  <p:transition spd="med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/>
              <a:t>Implementation</a:t>
            </a:r>
            <a:br>
              <a:rPr lang="en-US" sz="200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5125703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9687563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  <p:transition spd="med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5710696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 dirty="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 dirty="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259"/>
          <a:stretch/>
        </p:blipFill>
        <p:spPr>
          <a:xfrm>
            <a:off x="341166" y="392770"/>
            <a:ext cx="11509666" cy="5317926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88000"/>
              </a:srgbClr>
            </a:outerShdw>
            <a:reflection stA="0" endPos="65000" dist="50800" dir="5400000" sy="-100000" algn="bl" rotWithShape="0"/>
          </a:effectLst>
        </p:spPr>
      </p:pic>
      <p:sp>
        <p:nvSpPr>
          <p:cNvPr id="3" name="Arrow: Left 2">
            <a:extLst>
              <a:ext uri="{FF2B5EF4-FFF2-40B4-BE49-F238E27FC236}">
                <a16:creationId xmlns:a16="http://schemas.microsoft.com/office/drawing/2014/main" id="{51656D94-CB37-4127-903D-CEF1A5F0F212}"/>
              </a:ext>
            </a:extLst>
          </p:cNvPr>
          <p:cNvSpPr/>
          <p:nvPr/>
        </p:nvSpPr>
        <p:spPr>
          <a:xfrm>
            <a:off x="5905837" y="985421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DA694CF8-8696-4AFB-A8C8-D32CFC64EDA6}"/>
              </a:ext>
            </a:extLst>
          </p:cNvPr>
          <p:cNvSpPr/>
          <p:nvPr/>
        </p:nvSpPr>
        <p:spPr>
          <a:xfrm>
            <a:off x="5905837" y="1300556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634B8089-B45D-42A3-A732-749D5DACCD7F}"/>
              </a:ext>
            </a:extLst>
          </p:cNvPr>
          <p:cNvSpPr/>
          <p:nvPr/>
        </p:nvSpPr>
        <p:spPr>
          <a:xfrm>
            <a:off x="5900519" y="1970842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789361D4-ABE8-40A4-AC64-10091E8A96ED}"/>
              </a:ext>
            </a:extLst>
          </p:cNvPr>
          <p:cNvSpPr/>
          <p:nvPr/>
        </p:nvSpPr>
        <p:spPr>
          <a:xfrm>
            <a:off x="5894756" y="2285977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 10">
            <a:extLst>
              <a:ext uri="{FF2B5EF4-FFF2-40B4-BE49-F238E27FC236}">
                <a16:creationId xmlns:a16="http://schemas.microsoft.com/office/drawing/2014/main" id="{51850B97-82EB-47B4-9893-BFD7A4EC1815}"/>
              </a:ext>
            </a:extLst>
          </p:cNvPr>
          <p:cNvSpPr/>
          <p:nvPr/>
        </p:nvSpPr>
        <p:spPr>
          <a:xfrm>
            <a:off x="5897941" y="2614593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D6A42A46-B086-41B3-AC86-1A5B97055135}"/>
              </a:ext>
            </a:extLst>
          </p:cNvPr>
          <p:cNvSpPr/>
          <p:nvPr/>
        </p:nvSpPr>
        <p:spPr>
          <a:xfrm>
            <a:off x="5901212" y="3286957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5403199A-A860-44E6-84C8-DFAE800E1EAA}"/>
              </a:ext>
            </a:extLst>
          </p:cNvPr>
          <p:cNvSpPr/>
          <p:nvPr/>
        </p:nvSpPr>
        <p:spPr>
          <a:xfrm>
            <a:off x="5901212" y="3604029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ADD219F2-A2AB-4EAC-BB39-FBADB112CC58}"/>
              </a:ext>
            </a:extLst>
          </p:cNvPr>
          <p:cNvSpPr/>
          <p:nvPr/>
        </p:nvSpPr>
        <p:spPr>
          <a:xfrm>
            <a:off x="5909364" y="3928126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Left 14">
            <a:extLst>
              <a:ext uri="{FF2B5EF4-FFF2-40B4-BE49-F238E27FC236}">
                <a16:creationId xmlns:a16="http://schemas.microsoft.com/office/drawing/2014/main" id="{5856F881-AF63-4B41-897E-0632D1CAB369}"/>
              </a:ext>
            </a:extLst>
          </p:cNvPr>
          <p:cNvSpPr/>
          <p:nvPr/>
        </p:nvSpPr>
        <p:spPr>
          <a:xfrm>
            <a:off x="5901211" y="4598556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Left 15">
            <a:extLst>
              <a:ext uri="{FF2B5EF4-FFF2-40B4-BE49-F238E27FC236}">
                <a16:creationId xmlns:a16="http://schemas.microsoft.com/office/drawing/2014/main" id="{6F4AFBF6-3A7C-4B8F-9F0B-F7251806E74A}"/>
              </a:ext>
            </a:extLst>
          </p:cNvPr>
          <p:cNvSpPr/>
          <p:nvPr/>
        </p:nvSpPr>
        <p:spPr>
          <a:xfrm>
            <a:off x="5901212" y="5251182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Left 16">
            <a:extLst>
              <a:ext uri="{FF2B5EF4-FFF2-40B4-BE49-F238E27FC236}">
                <a16:creationId xmlns:a16="http://schemas.microsoft.com/office/drawing/2014/main" id="{E790E271-8C5E-4F76-B94B-53EE9F5AE6E7}"/>
              </a:ext>
            </a:extLst>
          </p:cNvPr>
          <p:cNvSpPr/>
          <p:nvPr/>
        </p:nvSpPr>
        <p:spPr>
          <a:xfrm>
            <a:off x="5901210" y="5588493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Left 17">
            <a:extLst>
              <a:ext uri="{FF2B5EF4-FFF2-40B4-BE49-F238E27FC236}">
                <a16:creationId xmlns:a16="http://schemas.microsoft.com/office/drawing/2014/main" id="{9D54F8B4-E66A-4A96-9F3F-88B4F86F2B25}"/>
              </a:ext>
            </a:extLst>
          </p:cNvPr>
          <p:cNvSpPr/>
          <p:nvPr/>
        </p:nvSpPr>
        <p:spPr>
          <a:xfrm>
            <a:off x="5909364" y="6257103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Testing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297" y="1265409"/>
            <a:ext cx="4025462" cy="562864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527CBE-A3AB-428E-B0A6-0D39EE4C7D56}"/>
              </a:ext>
            </a:extLst>
          </p:cNvPr>
          <p:cNvCxnSpPr/>
          <p:nvPr/>
        </p:nvCxnSpPr>
        <p:spPr>
          <a:xfrm flipH="1">
            <a:off x="5284622" y="4722343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3CBEDB-AE08-4FB1-9C86-CF8A217E28E3}"/>
              </a:ext>
            </a:extLst>
          </p:cNvPr>
          <p:cNvCxnSpPr/>
          <p:nvPr/>
        </p:nvCxnSpPr>
        <p:spPr>
          <a:xfrm flipH="1">
            <a:off x="5477797" y="3000703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70CD101-5654-4ACF-863D-085DE6AA6AF9}"/>
              </a:ext>
            </a:extLst>
          </p:cNvPr>
          <p:cNvCxnSpPr/>
          <p:nvPr/>
        </p:nvCxnSpPr>
        <p:spPr>
          <a:xfrm flipH="1">
            <a:off x="5616738" y="3226676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D9C172-CA85-4E0D-8A2D-D7D728993274}"/>
              </a:ext>
            </a:extLst>
          </p:cNvPr>
          <p:cNvCxnSpPr/>
          <p:nvPr/>
        </p:nvCxnSpPr>
        <p:spPr>
          <a:xfrm flipH="1">
            <a:off x="5541084" y="3452648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45554E-217C-48E9-8AC1-4F30A70D5DB3}"/>
              </a:ext>
            </a:extLst>
          </p:cNvPr>
          <p:cNvCxnSpPr/>
          <p:nvPr/>
        </p:nvCxnSpPr>
        <p:spPr>
          <a:xfrm flipH="1">
            <a:off x="5284622" y="3767738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C87DBA-5C6F-420F-BC64-3FE02E8BFCA6}"/>
              </a:ext>
            </a:extLst>
          </p:cNvPr>
          <p:cNvCxnSpPr/>
          <p:nvPr/>
        </p:nvCxnSpPr>
        <p:spPr>
          <a:xfrm flipH="1">
            <a:off x="5393714" y="4219904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50CA130F-96CE-40DE-9E76-8AB6281B7105}"/>
              </a:ext>
            </a:extLst>
          </p:cNvPr>
          <p:cNvGrpSpPr/>
          <p:nvPr/>
        </p:nvGrpSpPr>
        <p:grpSpPr>
          <a:xfrm>
            <a:off x="977463" y="2236995"/>
            <a:ext cx="4580204" cy="2390754"/>
            <a:chOff x="977463" y="2236995"/>
            <a:chExt cx="4580204" cy="2390754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D67E6C3-7240-41F7-8004-97E6A9F7F5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00249" y="2236995"/>
              <a:ext cx="2257418" cy="132430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F1B34DE-C35A-474F-AFBD-56EA425342C2}"/>
                </a:ext>
              </a:extLst>
            </p:cNvPr>
            <p:cNvSpPr txBox="1"/>
            <p:nvPr/>
          </p:nvSpPr>
          <p:spPr>
            <a:xfrm>
              <a:off x="977463" y="3796752"/>
              <a:ext cx="23227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Fast &amp; Easy access to 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3EC293D3-2E92-49BF-B213-E0BB6073BD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315" y="7616"/>
            <a:ext cx="7414316" cy="68503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2F6E1A-8794-4A84-93F4-0949BB9B4AAA}"/>
              </a:ext>
            </a:extLst>
          </p:cNvPr>
          <p:cNvCxnSpPr>
            <a:cxnSpLocks/>
          </p:cNvCxnSpPr>
          <p:nvPr/>
        </p:nvCxnSpPr>
        <p:spPr>
          <a:xfrm flipH="1">
            <a:off x="6094959" y="5898654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674964-B5F9-460E-8844-0557B7DE5E8E}"/>
              </a:ext>
            </a:extLst>
          </p:cNvPr>
          <p:cNvCxnSpPr>
            <a:cxnSpLocks/>
          </p:cNvCxnSpPr>
          <p:nvPr/>
        </p:nvCxnSpPr>
        <p:spPr>
          <a:xfrm flipH="1">
            <a:off x="7926473" y="4587766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C6C738-F928-41B2-AE04-99AE98D4B41E}"/>
              </a:ext>
            </a:extLst>
          </p:cNvPr>
          <p:cNvSpPr txBox="1"/>
          <p:nvPr/>
        </p:nvSpPr>
        <p:spPr>
          <a:xfrm>
            <a:off x="8965323" y="4403100"/>
            <a:ext cx="170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57 Tests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90E360-E27C-41AB-941D-82EC8C7FBD5F}"/>
              </a:ext>
            </a:extLst>
          </p:cNvPr>
          <p:cNvCxnSpPr>
            <a:cxnSpLocks/>
          </p:cNvCxnSpPr>
          <p:nvPr/>
        </p:nvCxnSpPr>
        <p:spPr>
          <a:xfrm flipH="1">
            <a:off x="6391963" y="6395544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4AD2876-09B3-4A04-A954-BC20E080A7C0}"/>
              </a:ext>
            </a:extLst>
          </p:cNvPr>
          <p:cNvSpPr txBox="1"/>
          <p:nvPr/>
        </p:nvSpPr>
        <p:spPr>
          <a:xfrm>
            <a:off x="7159217" y="5960899"/>
            <a:ext cx="1702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10Mb memory used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56F7D-8A54-4058-ABA1-76A309C121BC}"/>
              </a:ext>
            </a:extLst>
          </p:cNvPr>
          <p:cNvSpPr txBox="1"/>
          <p:nvPr/>
        </p:nvSpPr>
        <p:spPr>
          <a:xfrm>
            <a:off x="7075135" y="5591567"/>
            <a:ext cx="170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5.2 seconds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6C6872-764F-4BF1-A7C1-1E5F8642BB04}"/>
              </a:ext>
            </a:extLst>
          </p:cNvPr>
          <p:cNvSpPr txBox="1">
            <a:spLocks/>
          </p:cNvSpPr>
          <p:nvPr/>
        </p:nvSpPr>
        <p:spPr>
          <a:xfrm>
            <a:off x="1040009" y="204965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512640020"/>
      </p:ext>
    </p:extLst>
  </p:cSld>
  <p:clrMapOvr>
    <a:masterClrMapping/>
  </p:clrMapOvr>
  <p:transition spd="med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Maintainability &amp; Achieved goals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/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  <p:transition spd="med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9DC978D5-D924-482C-8723-0F3A0321B442}"/>
              </a:ext>
            </a:extLst>
          </p:cNvPr>
          <p:cNvGraphicFramePr>
            <a:graphicFrameLocks noGrp="1"/>
          </p:cNvGraphicFramePr>
          <p:nvPr>
            <p:ph idx="1"/>
            <p:extLst/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  <p:transition spd="med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7338</TotalTime>
  <Words>753</Words>
  <Application>Microsoft Office PowerPoint</Application>
  <PresentationFormat>Widescreen</PresentationFormat>
  <Paragraphs>360</Paragraphs>
  <Slides>29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Calibri</vt:lpstr>
      <vt:lpstr>Calibri Light</vt:lpstr>
      <vt:lpstr>Century Gothic</vt:lpstr>
      <vt:lpstr>Corbel</vt:lpstr>
      <vt:lpstr>Wingdings</vt:lpstr>
      <vt:lpstr>Banded</vt:lpstr>
      <vt:lpstr>Fuzzy Record Linkage</vt:lpstr>
      <vt:lpstr>Introduction</vt:lpstr>
      <vt:lpstr>Client info</vt:lpstr>
      <vt:lpstr>The problem</vt:lpstr>
      <vt:lpstr>The problem</vt:lpstr>
      <vt:lpstr>Requirements</vt:lpstr>
      <vt:lpstr>Design Decisions</vt:lpstr>
      <vt:lpstr>What is Maven?</vt:lpstr>
      <vt:lpstr>Core Dependencies</vt:lpstr>
      <vt:lpstr>Our 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Implementation                                                          Indexing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Demo</vt:lpstr>
      <vt:lpstr>Demo</vt:lpstr>
      <vt:lpstr>Testing</vt:lpstr>
      <vt:lpstr>PowerPoint Presentation</vt:lpstr>
      <vt:lpstr>Maintainability &amp; Achieved goals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Greg Smith</cp:lastModifiedBy>
  <cp:revision>177</cp:revision>
  <dcterms:created xsi:type="dcterms:W3CDTF">2013-07-15T20:26:40Z</dcterms:created>
  <dcterms:modified xsi:type="dcterms:W3CDTF">2019-04-16T00:40:40Z</dcterms:modified>
</cp:coreProperties>
</file>