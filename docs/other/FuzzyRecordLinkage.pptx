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5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0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11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31"/>
  </p:notesMasterIdLst>
  <p:sldIdLst>
    <p:sldId id="256" r:id="rId2"/>
    <p:sldId id="257" r:id="rId3"/>
    <p:sldId id="278" r:id="rId4"/>
    <p:sldId id="258" r:id="rId5"/>
    <p:sldId id="281" r:id="rId6"/>
    <p:sldId id="259" r:id="rId7"/>
    <p:sldId id="260" r:id="rId8"/>
    <p:sldId id="277" r:id="rId9"/>
    <p:sldId id="282" r:id="rId10"/>
    <p:sldId id="262" r:id="rId11"/>
    <p:sldId id="263" r:id="rId12"/>
    <p:sldId id="264" r:id="rId13"/>
    <p:sldId id="268" r:id="rId14"/>
    <p:sldId id="283" r:id="rId15"/>
    <p:sldId id="291" r:id="rId16"/>
    <p:sldId id="289" r:id="rId17"/>
    <p:sldId id="290" r:id="rId18"/>
    <p:sldId id="288" r:id="rId19"/>
    <p:sldId id="292" r:id="rId20"/>
    <p:sldId id="269" r:id="rId21"/>
    <p:sldId id="266" r:id="rId22"/>
    <p:sldId id="270" r:id="rId23"/>
    <p:sldId id="271" r:id="rId24"/>
    <p:sldId id="272" r:id="rId25"/>
    <p:sldId id="276" r:id="rId26"/>
    <p:sldId id="273" r:id="rId27"/>
    <p:sldId id="284" r:id="rId28"/>
    <p:sldId id="274" r:id="rId29"/>
    <p:sldId id="275" r:id="rId30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D5A77D-0AB5-4FC9-9FE1-BAA284E60755}" v="1461" dt="2019-04-16T00:44:09.7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27" autoAdjust="0"/>
    <p:restoredTop sz="78953"/>
  </p:normalViewPr>
  <p:slideViewPr>
    <p:cSldViewPr snapToGrid="0">
      <p:cViewPr varScale="1">
        <p:scale>
          <a:sx n="59" d="100"/>
          <a:sy n="59" d="100"/>
        </p:scale>
        <p:origin x="7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 &amp; Achieved Goals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4D0CAE83-76D8-4BCA-BC9E-DE893748495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gm:t>
    </dgm:pt>
    <dgm:pt modelId="{12F7092D-F474-4980-B087-FC9E52D136DD}" type="parTrans" cxnId="{D550C321-81EC-4283-8813-9A24DDF412A5}">
      <dgm:prSet/>
      <dgm:spPr/>
      <dgm:t>
        <a:bodyPr/>
        <a:lstStyle/>
        <a:p>
          <a:endParaRPr lang="en-US"/>
        </a:p>
      </dgm:t>
    </dgm:pt>
    <dgm:pt modelId="{2ED5D6C3-B4A8-4C48-845A-931990A66977}" type="sibTrans" cxnId="{D550C321-81EC-4283-8813-9A24DDF412A5}">
      <dgm:prSet/>
      <dgm:spPr/>
      <dgm:t>
        <a:bodyPr/>
        <a:lstStyle/>
        <a:p>
          <a:endParaRPr lang="en-US"/>
        </a:p>
      </dgm:t>
    </dgm:pt>
    <dgm:pt modelId="{64B2EB3B-1E0D-441C-9B1E-9D3F7C9786D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gm:t>
    </dgm:pt>
    <dgm:pt modelId="{8028722C-521C-4C75-AE94-23C80D569F2D}" type="parTrans" cxnId="{5EEB84B5-1DC2-4328-8AF1-BEB558972FEF}">
      <dgm:prSet/>
      <dgm:spPr/>
    </dgm:pt>
    <dgm:pt modelId="{62920152-B404-4332-8A5C-1A6F9FB79D88}" type="sibTrans" cxnId="{5EEB84B5-1DC2-4328-8AF1-BEB558972FEF}">
      <dgm:prSet/>
      <dgm:spPr/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759CD1D3-4223-4A32-AD55-357BC1AAF58A}" type="pres">
      <dgm:prSet presAssocID="{4D0CAE83-76D8-4BCA-BC9E-DE893748495C}" presName="linNode" presStyleCnt="0"/>
      <dgm:spPr/>
    </dgm:pt>
    <dgm:pt modelId="{A6E0B775-DCD6-4BEB-BA96-7746953A2534}" type="pres">
      <dgm:prSet presAssocID="{4D0CAE83-76D8-4BCA-BC9E-DE893748495C}" presName="parentText" presStyleLbl="node1" presStyleIdx="0" presStyleCnt="10">
        <dgm:presLayoutVars>
          <dgm:chMax val="1"/>
          <dgm:bulletEnabled val="1"/>
        </dgm:presLayoutVars>
      </dgm:prSet>
      <dgm:spPr/>
    </dgm:pt>
    <dgm:pt modelId="{3E73BE01-9519-4B6D-84BD-DC72BB47772E}" type="pres">
      <dgm:prSet presAssocID="{2ED5D6C3-B4A8-4C48-845A-931990A66977}" presName="sp" presStyleCnt="0"/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1" presStyleCnt="10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0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0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648BF4F0-FB46-41B5-A63E-2E8AC65F7F35}" type="pres">
      <dgm:prSet presAssocID="{64B2EB3B-1E0D-441C-9B1E-9D3F7C9786D4}" presName="linNode" presStyleCnt="0"/>
      <dgm:spPr/>
    </dgm:pt>
    <dgm:pt modelId="{3831DEB3-39B7-4D0A-9DB8-037BECDD7790}" type="pres">
      <dgm:prSet presAssocID="{64B2EB3B-1E0D-441C-9B1E-9D3F7C9786D4}" presName="parentText" presStyleLbl="node1" presStyleIdx="4" presStyleCnt="10">
        <dgm:presLayoutVars>
          <dgm:chMax val="1"/>
          <dgm:bulletEnabled val="1"/>
        </dgm:presLayoutVars>
      </dgm:prSet>
      <dgm:spPr/>
    </dgm:pt>
    <dgm:pt modelId="{37803A52-0821-42B2-BB3E-F9D68D35BDFD}" type="pres">
      <dgm:prSet presAssocID="{62920152-B404-4332-8A5C-1A6F9FB79D88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5" presStyleCnt="10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6" presStyleCnt="10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7" presStyleCnt="10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8" presStyleCnt="10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9" presStyleCnt="10">
        <dgm:presLayoutVars>
          <dgm:chMax val="1"/>
          <dgm:bulletEnabled val="1"/>
        </dgm:presLayoutVars>
      </dgm:prSet>
      <dgm:spPr/>
    </dgm:pt>
  </dgm:ptLst>
  <dgm:cxnLst>
    <dgm:cxn modelId="{FA197A0C-DE6E-4E7D-8834-64EFDD08F88A}" type="presOf" srcId="{D26A42DB-657A-427C-BD7E-4C842922F6EE}" destId="{18232ADC-C076-49B0-9CD3-41278FA6D915}" srcOrd="0" destOrd="0" presId="urn:microsoft.com/office/officeart/2005/8/layout/vList5"/>
    <dgm:cxn modelId="{2BD05B10-53D1-487D-9EE2-0CBE70E0975A}" type="presOf" srcId="{68EB87DB-0581-4640-9ADB-562EA677AF1B}" destId="{6588EB65-C784-423D-AE18-E3CF6265C1D6}" srcOrd="0" destOrd="0" presId="urn:microsoft.com/office/officeart/2005/8/layout/vList5"/>
    <dgm:cxn modelId="{D550C321-81EC-4283-8813-9A24DDF412A5}" srcId="{14FB87C3-FCC9-46D8-8275-62A0B38C812D}" destId="{4D0CAE83-76D8-4BCA-BC9E-DE893748495C}" srcOrd="0" destOrd="0" parTransId="{12F7092D-F474-4980-B087-FC9E52D136DD}" sibTransId="{2ED5D6C3-B4A8-4C48-845A-931990A66977}"/>
    <dgm:cxn modelId="{8BC59E5D-A1F2-4BE7-BA9A-1553D297A779}" type="presOf" srcId="{4D0CAE83-76D8-4BCA-BC9E-DE893748495C}" destId="{A6E0B775-DCD6-4BEB-BA96-7746953A2534}" srcOrd="0" destOrd="0" presId="urn:microsoft.com/office/officeart/2005/8/layout/vList5"/>
    <dgm:cxn modelId="{53779463-0564-4D4C-A8F4-E99D9AB13F24}" type="presOf" srcId="{40DB2B9C-1F19-441D-9344-82B86306084E}" destId="{1A5ED826-5D00-4CB2-87B5-BEC5EC62E772}" srcOrd="0" destOrd="0" presId="urn:microsoft.com/office/officeart/2005/8/layout/vList5"/>
    <dgm:cxn modelId="{094A9B64-7952-41E9-BE95-414977EE421D}" type="presOf" srcId="{84F6B20A-49A4-4704-AB4E-7D86696A7A35}" destId="{C2175BCC-CBB7-4BF3-9511-2D8C3F0FE10F}" srcOrd="0" destOrd="0" presId="urn:microsoft.com/office/officeart/2005/8/layout/vList5"/>
    <dgm:cxn modelId="{2F846245-C890-47E8-940E-CD05A218AF3D}" type="presOf" srcId="{64B2EB3B-1E0D-441C-9B1E-9D3F7C9786D4}" destId="{3831DEB3-39B7-4D0A-9DB8-037BECDD7790}" srcOrd="0" destOrd="0" presId="urn:microsoft.com/office/officeart/2005/8/layout/vList5"/>
    <dgm:cxn modelId="{77D27167-C850-4049-9BCE-EC425F6FA53D}" type="presOf" srcId="{310F1D7F-1D49-4066-B0E4-252021FCA9F6}" destId="{8D870C57-7ADF-4ADA-A8C8-8067E4E1AA9C}" srcOrd="0" destOrd="0" presId="urn:microsoft.com/office/officeart/2005/8/layout/vList5"/>
    <dgm:cxn modelId="{9A644448-DD3D-4544-A305-95B2B4B20CB0}" type="presOf" srcId="{137C00AF-E6EB-4901-9912-841632B7FB80}" destId="{DD9B7236-1E08-409A-9F65-F940323D19C0}" srcOrd="0" destOrd="0" presId="urn:microsoft.com/office/officeart/2005/8/layout/vList5"/>
    <dgm:cxn modelId="{2F567151-8DD8-4D39-9F13-D0CBB08EA15E}" srcId="{14FB87C3-FCC9-46D8-8275-62A0B38C812D}" destId="{137C00AF-E6EB-4901-9912-841632B7FB80}" srcOrd="9" destOrd="0" parTransId="{E1393884-C83C-4452-AB0B-DCE03292BC2D}" sibTransId="{8CB68216-67C1-45E1-A862-DBB3FF873EEA}"/>
    <dgm:cxn modelId="{7ACFF67F-D3A4-4060-B947-E6851538528E}" srcId="{14FB87C3-FCC9-46D8-8275-62A0B38C812D}" destId="{AA3D64A1-5984-4150-B0E2-C7D4729E9C34}" srcOrd="5" destOrd="0" parTransId="{A8801D20-7991-464C-B1B5-8A8F0FB26E2E}" sibTransId="{8B4AAB5F-F23A-4E49-8E27-64F73672C4BE}"/>
    <dgm:cxn modelId="{5DF77991-A590-4017-9193-D651DEBC2EFE}" type="presOf" srcId="{AA3D64A1-5984-4150-B0E2-C7D4729E9C34}" destId="{356775C3-4D34-450A-8B44-7D86E93032A5}" srcOrd="0" destOrd="0" presId="urn:microsoft.com/office/officeart/2005/8/layout/vList5"/>
    <dgm:cxn modelId="{2802309C-290C-4D58-A93D-354AD68AFCB9}" type="presOf" srcId="{14FB87C3-FCC9-46D8-8275-62A0B38C812D}" destId="{DDC7CEC3-F757-43A0-A2FA-ABA576BB655C}" srcOrd="0" destOrd="0" presId="urn:microsoft.com/office/officeart/2005/8/layout/vList5"/>
    <dgm:cxn modelId="{5EEB84B5-1DC2-4328-8AF1-BEB558972FEF}" srcId="{14FB87C3-FCC9-46D8-8275-62A0B38C812D}" destId="{64B2EB3B-1E0D-441C-9B1E-9D3F7C9786D4}" srcOrd="4" destOrd="0" parTransId="{8028722C-521C-4C75-AE94-23C80D569F2D}" sibTransId="{62920152-B404-4332-8A5C-1A6F9FB79D88}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0BAA96D4-7D28-4359-B70B-D19BDF874322}" srcId="{14FB87C3-FCC9-46D8-8275-62A0B38C812D}" destId="{84F6B20A-49A4-4704-AB4E-7D86696A7A35}" srcOrd="7" destOrd="0" parTransId="{FDA44E1B-5F78-4948-ACC3-3D246362422C}" sibTransId="{2B59BDDE-5441-467A-B7C4-2EC5ED17C959}"/>
    <dgm:cxn modelId="{7D5C36F2-7A86-4DBD-8587-B2AEE7659A18}" srcId="{14FB87C3-FCC9-46D8-8275-62A0B38C812D}" destId="{D26A42DB-657A-427C-BD7E-4C842922F6EE}" srcOrd="6" destOrd="0" parTransId="{9DD14044-67E1-4828-8063-12842CF77B22}" sibTransId="{91E4F36B-3DEC-4777-9FA9-DA73E7951DDC}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04E826F9-1F61-4EAD-8AA3-1A2B15B22F54}" type="presOf" srcId="{5260635D-9975-408F-AB5B-D0D381D7298C}" destId="{70189A93-22F1-4B00-BD68-876AE5271AAE}" srcOrd="0" destOrd="0" presId="urn:microsoft.com/office/officeart/2005/8/layout/vList5"/>
    <dgm:cxn modelId="{74B075FA-A62A-488B-BD10-A6815CB257D4}" srcId="{14FB87C3-FCC9-46D8-8275-62A0B38C812D}" destId="{310F1D7F-1D49-4066-B0E4-252021FCA9F6}" srcOrd="1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8" destOrd="0" parTransId="{C7AC878B-CD17-448F-89B2-CE269A4DC9B7}" sibTransId="{0E9130F9-B3D7-4EEB-A383-9206D26FD21C}"/>
    <dgm:cxn modelId="{FF0A7DE6-AD3D-4D9C-98BA-E76E8282A5D2}" type="presParOf" srcId="{DDC7CEC3-F757-43A0-A2FA-ABA576BB655C}" destId="{759CD1D3-4223-4A32-AD55-357BC1AAF58A}" srcOrd="0" destOrd="0" presId="urn:microsoft.com/office/officeart/2005/8/layout/vList5"/>
    <dgm:cxn modelId="{B2E9C264-9755-4542-8A49-167D2F932C1A}" type="presParOf" srcId="{759CD1D3-4223-4A32-AD55-357BC1AAF58A}" destId="{A6E0B775-DCD6-4BEB-BA96-7746953A2534}" srcOrd="0" destOrd="0" presId="urn:microsoft.com/office/officeart/2005/8/layout/vList5"/>
    <dgm:cxn modelId="{39D6585A-F620-46CD-839C-42B33D0305FB}" type="presParOf" srcId="{DDC7CEC3-F757-43A0-A2FA-ABA576BB655C}" destId="{3E73BE01-9519-4B6D-84BD-DC72BB47772E}" srcOrd="1" destOrd="0" presId="urn:microsoft.com/office/officeart/2005/8/layout/vList5"/>
    <dgm:cxn modelId="{0531D835-82C9-47D6-B3EC-B4D1669326D5}" type="presParOf" srcId="{DDC7CEC3-F757-43A0-A2FA-ABA576BB655C}" destId="{5C3D3754-B04A-4F7C-BE78-28E6689AEAB7}" srcOrd="2" destOrd="0" presId="urn:microsoft.com/office/officeart/2005/8/layout/vList5"/>
    <dgm:cxn modelId="{9D02BCBB-B577-4860-BCF0-7DC0B3FB4DCD}" type="presParOf" srcId="{5C3D3754-B04A-4F7C-BE78-28E6689AEAB7}" destId="{8D870C57-7ADF-4ADA-A8C8-8067E4E1AA9C}" srcOrd="0" destOrd="0" presId="urn:microsoft.com/office/officeart/2005/8/layout/vList5"/>
    <dgm:cxn modelId="{9041A6D0-A279-4CF9-BEC7-15EE46C7B78C}" type="presParOf" srcId="{DDC7CEC3-F757-43A0-A2FA-ABA576BB655C}" destId="{5AC9C6CD-DA56-4DF2-B23E-5ABE9380D47F}" srcOrd="3" destOrd="0" presId="urn:microsoft.com/office/officeart/2005/8/layout/vList5"/>
    <dgm:cxn modelId="{9BB9B254-3DDB-4F0E-875F-23076DF79442}" type="presParOf" srcId="{DDC7CEC3-F757-43A0-A2FA-ABA576BB655C}" destId="{D28886D8-08ED-439D-970B-3A7BD0531C69}" srcOrd="4" destOrd="0" presId="urn:microsoft.com/office/officeart/2005/8/layout/vList5"/>
    <dgm:cxn modelId="{5F3A7AAC-9A40-44BE-AA4F-480B99426A89}" type="presParOf" srcId="{D28886D8-08ED-439D-970B-3A7BD0531C69}" destId="{6588EB65-C784-423D-AE18-E3CF6265C1D6}" srcOrd="0" destOrd="0" presId="urn:microsoft.com/office/officeart/2005/8/layout/vList5"/>
    <dgm:cxn modelId="{5E910C09-9E21-4F87-8649-3008C2656A4F}" type="presParOf" srcId="{DDC7CEC3-F757-43A0-A2FA-ABA576BB655C}" destId="{77CDB951-6A93-4226-AA54-1DD2858A277D}" srcOrd="5" destOrd="0" presId="urn:microsoft.com/office/officeart/2005/8/layout/vList5"/>
    <dgm:cxn modelId="{5A95721E-702D-4A94-80B0-841D05169E26}" type="presParOf" srcId="{DDC7CEC3-F757-43A0-A2FA-ABA576BB655C}" destId="{B4EDADA8-1BE8-47E0-9FA7-FDCA8750565E}" srcOrd="6" destOrd="0" presId="urn:microsoft.com/office/officeart/2005/8/layout/vList5"/>
    <dgm:cxn modelId="{195EFF73-F0D5-4D1E-B27F-A93BA08E6DB2}" type="presParOf" srcId="{B4EDADA8-1BE8-47E0-9FA7-FDCA8750565E}" destId="{70189A93-22F1-4B00-BD68-876AE5271AAE}" srcOrd="0" destOrd="0" presId="urn:microsoft.com/office/officeart/2005/8/layout/vList5"/>
    <dgm:cxn modelId="{4107E405-760D-4BC0-857B-0F9AEED99199}" type="presParOf" srcId="{DDC7CEC3-F757-43A0-A2FA-ABA576BB655C}" destId="{9FB877A9-376E-4BFE-992E-F8C48C80FF90}" srcOrd="7" destOrd="0" presId="urn:microsoft.com/office/officeart/2005/8/layout/vList5"/>
    <dgm:cxn modelId="{C11DA1B1-1E11-461C-B6BD-C59666B4B477}" type="presParOf" srcId="{DDC7CEC3-F757-43A0-A2FA-ABA576BB655C}" destId="{648BF4F0-FB46-41B5-A63E-2E8AC65F7F35}" srcOrd="8" destOrd="0" presId="urn:microsoft.com/office/officeart/2005/8/layout/vList5"/>
    <dgm:cxn modelId="{BC0FD8DF-C15D-4B4D-B104-A8F0C79688A6}" type="presParOf" srcId="{648BF4F0-FB46-41B5-A63E-2E8AC65F7F35}" destId="{3831DEB3-39B7-4D0A-9DB8-037BECDD7790}" srcOrd="0" destOrd="0" presId="urn:microsoft.com/office/officeart/2005/8/layout/vList5"/>
    <dgm:cxn modelId="{CC98C03E-FC1B-40BB-8A5D-3DD2FEE5DDA1}" type="presParOf" srcId="{DDC7CEC3-F757-43A0-A2FA-ABA576BB655C}" destId="{37803A52-0821-42B2-BB3E-F9D68D35BDFD}" srcOrd="9" destOrd="0" presId="urn:microsoft.com/office/officeart/2005/8/layout/vList5"/>
    <dgm:cxn modelId="{8949AA78-55DB-4AF2-B5E2-5DD5EF93CC9C}" type="presParOf" srcId="{DDC7CEC3-F757-43A0-A2FA-ABA576BB655C}" destId="{80E31028-E93F-443C-A94B-88959D7298AC}" srcOrd="10" destOrd="0" presId="urn:microsoft.com/office/officeart/2005/8/layout/vList5"/>
    <dgm:cxn modelId="{597B83B0-76F4-4426-A317-526AE52EC2C9}" type="presParOf" srcId="{80E31028-E93F-443C-A94B-88959D7298AC}" destId="{356775C3-4D34-450A-8B44-7D86E93032A5}" srcOrd="0" destOrd="0" presId="urn:microsoft.com/office/officeart/2005/8/layout/vList5"/>
    <dgm:cxn modelId="{00051ED0-D87D-480F-8E8A-1A0DE61E64A4}" type="presParOf" srcId="{DDC7CEC3-F757-43A0-A2FA-ABA576BB655C}" destId="{D717168E-8E7A-4D50-8FB1-4A5BA407F048}" srcOrd="11" destOrd="0" presId="urn:microsoft.com/office/officeart/2005/8/layout/vList5"/>
    <dgm:cxn modelId="{EAD2980A-EF4F-4CD9-8594-2CAEE6A63195}" type="presParOf" srcId="{DDC7CEC3-F757-43A0-A2FA-ABA576BB655C}" destId="{74EFAD13-5696-48C7-8D06-C5533E338C7B}" srcOrd="12" destOrd="0" presId="urn:microsoft.com/office/officeart/2005/8/layout/vList5"/>
    <dgm:cxn modelId="{301E6441-96CC-4A43-8F8D-ACF9AD438B50}" type="presParOf" srcId="{74EFAD13-5696-48C7-8D06-C5533E338C7B}" destId="{18232ADC-C076-49B0-9CD3-41278FA6D915}" srcOrd="0" destOrd="0" presId="urn:microsoft.com/office/officeart/2005/8/layout/vList5"/>
    <dgm:cxn modelId="{460A1697-0901-4EE9-A7D3-BABE5847CB03}" type="presParOf" srcId="{DDC7CEC3-F757-43A0-A2FA-ABA576BB655C}" destId="{4F205B34-A769-4680-B79C-89048C82A0FE}" srcOrd="13" destOrd="0" presId="urn:microsoft.com/office/officeart/2005/8/layout/vList5"/>
    <dgm:cxn modelId="{996F56E8-D4E8-43DA-8E63-98D40CF0AFD7}" type="presParOf" srcId="{DDC7CEC3-F757-43A0-A2FA-ABA576BB655C}" destId="{A58C365F-6F1C-40B9-A9AC-017AF2757662}" srcOrd="14" destOrd="0" presId="urn:microsoft.com/office/officeart/2005/8/layout/vList5"/>
    <dgm:cxn modelId="{373D57EB-5B02-4F7C-8EB8-4E9A1821C2DF}" type="presParOf" srcId="{A58C365F-6F1C-40B9-A9AC-017AF2757662}" destId="{C2175BCC-CBB7-4BF3-9511-2D8C3F0FE10F}" srcOrd="0" destOrd="0" presId="urn:microsoft.com/office/officeart/2005/8/layout/vList5"/>
    <dgm:cxn modelId="{C0AEBEEB-3321-42A8-AAF1-7E4E13F68808}" type="presParOf" srcId="{DDC7CEC3-F757-43A0-A2FA-ABA576BB655C}" destId="{DB426266-BD16-4B1B-BF71-39FE68C6BAF2}" srcOrd="15" destOrd="0" presId="urn:microsoft.com/office/officeart/2005/8/layout/vList5"/>
    <dgm:cxn modelId="{1D7FD4B7-5EA1-4D6B-AA72-21C0D8DC2930}" type="presParOf" srcId="{DDC7CEC3-F757-43A0-A2FA-ABA576BB655C}" destId="{7650C0B0-C3B5-4443-B862-7946EA378229}" srcOrd="16" destOrd="0" presId="urn:microsoft.com/office/officeart/2005/8/layout/vList5"/>
    <dgm:cxn modelId="{9F6779ED-4AF1-4A1A-8C5E-B3A4E61CD36F}" type="presParOf" srcId="{7650C0B0-C3B5-4443-B862-7946EA378229}" destId="{1A5ED826-5D00-4CB2-87B5-BEC5EC62E772}" srcOrd="0" destOrd="0" presId="urn:microsoft.com/office/officeart/2005/8/layout/vList5"/>
    <dgm:cxn modelId="{C85DBD2E-1209-43F3-87A6-BE3117E51241}" type="presParOf" srcId="{DDC7CEC3-F757-43A0-A2FA-ABA576BB655C}" destId="{4193C724-FBA7-4C74-8517-B7D904342F1A}" srcOrd="17" destOrd="0" presId="urn:microsoft.com/office/officeart/2005/8/layout/vList5"/>
    <dgm:cxn modelId="{5ECF4743-3B2B-4814-910F-3B1A2F4CA34E}" type="presParOf" srcId="{DDC7CEC3-F757-43A0-A2FA-ABA576BB655C}" destId="{53CC562B-908F-40AB-AB1F-FE0C69491E4A}" srcOrd="18" destOrd="0" presId="urn:microsoft.com/office/officeart/2005/8/layout/vList5"/>
    <dgm:cxn modelId="{C5DC8D55-A8CD-4001-8790-BDDADF9D630E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pPr algn="ctr"/>
          <a:r>
            <a:rPr lang="en-US" b="0" i="0" dirty="0">
              <a:latin typeface="Calibri Light"/>
              <a:cs typeface="Calibri Light"/>
            </a:rPr>
            <a:t>Java is used as the language to create the functionality.</a:t>
          </a:r>
          <a:endParaRPr lang="en-US" dirty="0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pPr algn="ctr"/>
          <a:r>
            <a:rPr lang="en-US" b="0" i="0" dirty="0">
              <a:latin typeface="Calibri Light"/>
              <a:cs typeface="Calibri Light"/>
            </a:rPr>
            <a:t>Only freely distributed, open-source dependencies are used. </a:t>
          </a:r>
          <a:endParaRPr lang="en-US" dirty="0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pPr algn="ctr"/>
          <a:r>
            <a:rPr lang="en-US" dirty="0"/>
            <a:t>Google’s Java Coding Standard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pPr algn="ctr"/>
          <a:r>
            <a:rPr lang="en-US" dirty="0" err="1"/>
            <a:t>Github</a:t>
          </a:r>
          <a:r>
            <a:rPr lang="en-US" dirty="0"/>
            <a:t>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pPr algn="ctr"/>
          <a:r>
            <a:rPr lang="en-US" dirty="0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  <dgm:t>
        <a:bodyPr/>
        <a:lstStyle/>
        <a:p>
          <a:endParaRPr lang="en-US"/>
        </a:p>
      </dgm:t>
    </dgm:pt>
    <dgm:pt modelId="{31A76EE5-32D9-461C-B583-DD58FCB35CE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  <dgm:t>
        <a:bodyPr/>
        <a:lstStyle/>
        <a:p>
          <a:endParaRPr lang="en-US"/>
        </a:p>
      </dgm:t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 dirty="0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3000" b="1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gm:t>
    </dgm:pt>
    <dgm:pt modelId="{0C7148DF-BA08-40BF-B513-4E1515C46C9D}" type="parTrans" cxnId="{2E39548D-7ECF-472E-A6F7-8FE6F1E7E9DF}">
      <dgm:prSet/>
      <dgm:spPr/>
      <dgm:t>
        <a:bodyPr/>
        <a:lstStyle/>
        <a:p>
          <a:endParaRPr lang="en-US"/>
        </a:p>
      </dgm:t>
    </dgm:pt>
    <dgm:pt modelId="{91172A2A-45E4-4302-A342-B6542289DEE9}" type="sibTrans" cxnId="{2E39548D-7ECF-472E-A6F7-8FE6F1E7E9DF}">
      <dgm:prSet/>
      <dgm:spPr/>
      <dgm:t>
        <a:bodyPr/>
        <a:lstStyle/>
        <a:p>
          <a:endParaRPr lang="en-US"/>
        </a:p>
      </dgm:t>
    </dgm:pt>
    <dgm:pt modelId="{DB53093D-ECCF-40FC-B969-417B8A7F590C}">
      <dgm:prSet/>
      <dgm:spPr/>
      <dgm:t>
        <a:bodyPr/>
        <a:lstStyle/>
        <a:p>
          <a:r>
            <a:rPr lang="en-US" i="1" dirty="0"/>
            <a:t>Reading data</a:t>
          </a:r>
        </a:p>
      </dgm:t>
    </dgm:pt>
    <dgm:pt modelId="{43FA06CB-7B16-4508-9AB6-0E77AC944DF8}" type="parTrans" cxnId="{5086FB76-4CE2-440C-BBA7-97C8E25914CD}">
      <dgm:prSet/>
      <dgm:spPr/>
      <dgm:t>
        <a:bodyPr/>
        <a:lstStyle/>
        <a:p>
          <a:endParaRPr lang="en-US"/>
        </a:p>
      </dgm:t>
    </dgm:pt>
    <dgm:pt modelId="{E0A6936D-FB76-425C-B106-46C97F3E4C3E}" type="sibTrans" cxnId="{5086FB76-4CE2-440C-BBA7-97C8E25914CD}">
      <dgm:prSet/>
      <dgm:spPr/>
      <dgm:t>
        <a:bodyPr/>
        <a:lstStyle/>
        <a:p>
          <a:endParaRPr lang="en-US"/>
        </a:p>
      </dgm:t>
    </dgm:pt>
    <dgm:pt modelId="{5EE4A6D4-21AB-4EC0-BBD3-AA38F256C5EE}">
      <dgm:prSet/>
      <dgm:spPr/>
      <dgm:t>
        <a:bodyPr/>
        <a:lstStyle/>
        <a:p>
          <a:r>
            <a:rPr lang="en-US" i="1" dirty="0"/>
            <a:t>Indexing</a:t>
          </a:r>
        </a:p>
      </dgm:t>
    </dgm:pt>
    <dgm:pt modelId="{386E4268-09AC-4C8B-A29F-87E6837F5228}" type="parTrans" cxnId="{0A1833F4-0EF3-4F2E-BBD0-35DB3ECC71B4}">
      <dgm:prSet/>
      <dgm:spPr/>
      <dgm:t>
        <a:bodyPr/>
        <a:lstStyle/>
        <a:p>
          <a:endParaRPr lang="en-US"/>
        </a:p>
      </dgm:t>
    </dgm:pt>
    <dgm:pt modelId="{CEB1CA1C-A4CD-4EEB-B38C-22D5735A8920}" type="sibTrans" cxnId="{0A1833F4-0EF3-4F2E-BBD0-35DB3ECC71B4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2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5086FB76-4CE2-440C-BBA7-97C8E25914CD}" srcId="{9BB12580-585C-4D0B-A189-1D1CC59F132E}" destId="{DB53093D-ECCF-40FC-B969-417B8A7F590C}" srcOrd="1" destOrd="0" parTransId="{43FA06CB-7B16-4508-9AB6-0E77AC944DF8}" sibTransId="{E0A6936D-FB76-425C-B106-46C97F3E4C3E}"/>
    <dgm:cxn modelId="{D5F79E59-4B68-47B6-9623-FE17E41EB5D8}" type="presOf" srcId="{DB53093D-ECCF-40FC-B969-417B8A7F590C}" destId="{AD423238-9BB4-400E-8A17-60392CB4CA8A}" srcOrd="0" destOrd="1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0A1833F4-0EF3-4F2E-BBD0-35DB3ECC71B4}" srcId="{733C7CDF-D79C-4997-AE7C-0AA115E9B37D}" destId="{5EE4A6D4-21AB-4EC0-BBD3-AA38F256C5EE}" srcOrd="1" destOrd="0" parTransId="{386E4268-09AC-4C8B-A29F-87E6837F5228}" sibTransId="{CEB1CA1C-A4CD-4EEB-B38C-22D5735A8920}"/>
    <dgm:cxn modelId="{F040B9FE-C000-40DB-831E-814B06FEE963}" type="presOf" srcId="{5EE4A6D4-21AB-4EC0-BBD3-AA38F256C5EE}" destId="{5ADA738D-7366-4CF7-9EEF-48BD3EE37EB5}" srcOrd="0" destOrd="1" presId="urn:microsoft.com/office/officeart/2005/8/layout/hList1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dirty="0" err="1">
              <a:latin typeface="Corbel"/>
            </a:rPr>
            <a:t>Xdrop's</a:t>
          </a:r>
          <a:r>
            <a:rPr lang="en-US" sz="3000" dirty="0">
              <a:latin typeface="Corbel"/>
            </a:rPr>
            <a:t> </a:t>
          </a:r>
          <a:r>
            <a:rPr lang="en-US" sz="3000" dirty="0" err="1">
              <a:latin typeface="Corbel"/>
            </a:rPr>
            <a:t>FuzzyWuzzy</a:t>
          </a:r>
          <a:r>
            <a:rPr lang="en-US" sz="3000" dirty="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  <dgm:t>
        <a:bodyPr/>
        <a:lstStyle/>
        <a:p>
          <a:endParaRPr lang="en-US"/>
        </a:p>
      </dgm:t>
    </dgm:pt>
    <dgm:pt modelId="{99437D3D-874A-4EC7-AF2D-D1E9ACDEB264}" type="sibTrans" cxnId="{E3CBFCDA-5928-4779-A658-3DFDFA622B94}">
      <dgm:prSet/>
      <dgm:spPr/>
      <dgm:t>
        <a:bodyPr/>
        <a:lstStyle/>
        <a:p>
          <a:endParaRPr lang="en-US"/>
        </a:p>
      </dgm:t>
    </dgm:pt>
    <dgm:pt modelId="{50DE0A83-B742-42CA-B0B9-8E6201CDCB22}">
      <dgm:prSet/>
      <dgm:spPr/>
      <dgm:t>
        <a:bodyPr/>
        <a:lstStyle/>
        <a:p>
          <a:r>
            <a:rPr lang="en-US" sz="3000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3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  <dgm:t>
        <a:bodyPr/>
        <a:lstStyle/>
        <a:p>
          <a:endParaRPr lang="en-US"/>
        </a:p>
      </dgm:t>
    </dgm:pt>
    <dgm:pt modelId="{1C40E035-68F8-4B69-ABFF-5F5DD07A26A6}" type="sibTrans" cxnId="{0301D2EA-1065-4D59-B712-A38C31DAC18C}">
      <dgm:prSet/>
      <dgm:spPr/>
      <dgm:t>
        <a:bodyPr/>
        <a:lstStyle/>
        <a:p>
          <a:endParaRPr lang="en-US"/>
        </a:p>
      </dgm:t>
    </dgm:pt>
    <dgm:pt modelId="{1E42305B-CDDD-4A75-A986-176545E4B807}">
      <dgm:prSet/>
      <dgm:spPr/>
      <dgm:t>
        <a:bodyPr/>
        <a:lstStyle/>
        <a:p>
          <a:r>
            <a:rPr lang="en-US" sz="3000" i="1" dirty="0">
              <a:latin typeface="Corbel"/>
            </a:rPr>
            <a:t>Record pair comparison</a:t>
          </a:r>
        </a:p>
      </dgm:t>
    </dgm:pt>
    <dgm:pt modelId="{FEA00066-4ABA-4956-A45F-DED4F70E9E60}" type="parTrans" cxnId="{CC31C33F-879E-4AAA-86B3-384DF0F2DF5F}">
      <dgm:prSet/>
      <dgm:spPr/>
      <dgm:t>
        <a:bodyPr/>
        <a:lstStyle/>
        <a:p>
          <a:endParaRPr lang="en-US"/>
        </a:p>
      </dgm:t>
    </dgm:pt>
    <dgm:pt modelId="{4BEBCC15-0EB6-4113-AD28-0529129D5F40}" type="sibTrans" cxnId="{CC31C33F-879E-4AAA-86B3-384DF0F2DF5F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0" presStyleCnt="1" custLinFactY="-73718" custLinFactNeighborX="-21861" custLinFactNeighborY="-100000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1871FD31-8184-4A16-A50E-10FA99A80FD2}" type="presOf" srcId="{1E42305B-CDDD-4A75-A986-176545E4B807}" destId="{D1812548-A25A-4654-8437-FB566D117311}" srcOrd="0" destOrd="1" presId="urn:microsoft.com/office/officeart/2005/8/layout/hList1"/>
    <dgm:cxn modelId="{CC31C33F-879E-4AAA-86B3-384DF0F2DF5F}" srcId="{50DE0A83-B742-42CA-B0B9-8E6201CDCB22}" destId="{1E42305B-CDDD-4A75-A986-176545E4B807}" srcOrd="1" destOrd="0" parTransId="{FEA00066-4ABA-4956-A45F-DED4F70E9E60}" sibTransId="{4BEBCC15-0EB6-4113-AD28-0529129D5F40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0" destOrd="0" parTransId="{44DCAD1B-B4F8-4519-A31D-51D2A99DB896}" sibTransId="{1C40E035-68F8-4B69-ABFF-5F5DD07A26A6}"/>
    <dgm:cxn modelId="{E61AB547-A3B1-48DC-AD36-20F09DA55257}" type="presParOf" srcId="{3AE4E8EB-BFAC-4B8C-A3D0-FACA322E6019}" destId="{7A7896C4-13F9-4AE9-B8F0-89508873BC2E}" srcOrd="0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1" i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CA3DCF0-C519-491E-98D5-9731B761D50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A36C5A3-7A84-4035-A349-77559E16E9C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6DAD077-C6AA-454F-8E13-421E8DC91293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D9C9492-86F2-45D0-9144-F69E1AD4EE59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gm:t>
    </dgm:pt>
    <dgm:pt modelId="{F9EFDB20-890D-43BC-90DE-B5B004483BD2}" type="parTrans" cxnId="{203F89F8-AD34-4F36-958C-8D360BCD720B}">
      <dgm:prSet/>
      <dgm:spPr/>
      <dgm:t>
        <a:bodyPr/>
        <a:lstStyle/>
        <a:p>
          <a:endParaRPr lang="en-US"/>
        </a:p>
      </dgm:t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  <dgm:t>
        <a:bodyPr/>
        <a:lstStyle/>
        <a:p>
          <a:endParaRPr lang="en-US"/>
        </a:p>
      </dgm:t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  <dgm:t>
        <a:bodyPr/>
        <a:lstStyle/>
        <a:p>
          <a:endParaRPr lang="en-US"/>
        </a:p>
      </dgm:t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  <dgm:t>
        <a:bodyPr/>
        <a:lstStyle/>
        <a:p>
          <a:endParaRPr lang="en-US"/>
        </a:p>
      </dgm:t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  <dgm:t>
        <a:bodyPr/>
        <a:lstStyle/>
        <a:p>
          <a:endParaRPr lang="en-US"/>
        </a:p>
      </dgm:t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  <dgm:t>
        <a:bodyPr/>
        <a:lstStyle/>
        <a:p>
          <a:endParaRPr lang="en-US"/>
        </a:p>
      </dgm:t>
    </dgm:pt>
    <dgm:pt modelId="{9BD721C2-CE9B-4E18-B6D0-CAC18889A810}" type="sibTrans" cxnId="{DED017D9-1FB5-4839-BCF2-32EB43C558FB}">
      <dgm:prSet/>
      <dgm:spPr/>
      <dgm:t>
        <a:bodyPr/>
        <a:lstStyle/>
        <a:p>
          <a:endParaRPr lang="en-US"/>
        </a:p>
      </dgm:t>
    </dgm:pt>
    <dgm:pt modelId="{8FDCF87E-1266-4979-925D-413296D2D1E9}">
      <dgm:prSet/>
      <dgm:spPr/>
      <dgm:t>
        <a:bodyPr/>
        <a:lstStyle/>
        <a:p>
          <a:endParaRPr lang="en-US" sz="2800" dirty="0"/>
        </a:p>
      </dgm:t>
    </dgm:pt>
    <dgm:pt modelId="{4C3F5F58-D524-47EB-9989-AB6B8DF981D4}" type="parTrans" cxnId="{B1FBC38A-C529-4224-9377-B55D45661D30}">
      <dgm:prSet/>
      <dgm:spPr/>
      <dgm:t>
        <a:bodyPr/>
        <a:lstStyle/>
        <a:p>
          <a:endParaRPr lang="en-US"/>
        </a:p>
      </dgm:t>
    </dgm:pt>
    <dgm:pt modelId="{E35FD387-9AAF-4139-A3FC-183C9026831C}" type="sibTrans" cxnId="{B1FBC38A-C529-4224-9377-B55D45661D30}">
      <dgm:prSet/>
      <dgm:spPr/>
      <dgm:t>
        <a:bodyPr/>
        <a:lstStyle/>
        <a:p>
          <a:endParaRPr lang="en-US"/>
        </a:p>
      </dgm:t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  <dgm:t>
        <a:bodyPr/>
        <a:lstStyle/>
        <a:p>
          <a:endParaRPr lang="en-US"/>
        </a:p>
      </dgm:t>
    </dgm:pt>
    <dgm:pt modelId="{CFB9735A-81B8-4EBA-9E70-D68BA5448CB5}" type="sibTrans" cxnId="{93672900-FE52-47AC-BF20-AC643327BA01}">
      <dgm:prSet/>
      <dgm:spPr/>
      <dgm:t>
        <a:bodyPr/>
        <a:lstStyle/>
        <a:p>
          <a:endParaRPr lang="en-US"/>
        </a:p>
      </dgm:t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  <dgm:t>
        <a:bodyPr/>
        <a:lstStyle/>
        <a:p>
          <a:endParaRPr lang="en-US"/>
        </a:p>
      </dgm:t>
    </dgm:pt>
    <dgm:pt modelId="{0B121BD3-2786-42F2-A5C3-53BB01E50588}" type="sibTrans" cxnId="{1AAFB4AE-A20D-4E4B-BE28-765BC2AD8245}">
      <dgm:prSet/>
      <dgm:spPr/>
      <dgm:t>
        <a:bodyPr/>
        <a:lstStyle/>
        <a:p>
          <a:endParaRPr lang="en-US"/>
        </a:p>
      </dgm:t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 custLinFactNeighborY="319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N*M comparisons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 dirty="0"/>
            <a:t>N = Master data set– 21,450 </a:t>
          </a:r>
          <a:r>
            <a:rPr lang="en-US" sz="3800" dirty="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 dirty="0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dirty="0"/>
            <a:t>Over </a:t>
          </a:r>
          <a:r>
            <a:rPr lang="en-US" b="1" dirty="0"/>
            <a:t>25 minutes</a:t>
          </a:r>
          <a:r>
            <a:rPr lang="en-US" dirty="0"/>
            <a:t>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 dirty="0"/>
            <a:t>M = Match data set– </a:t>
          </a:r>
          <a:r>
            <a:rPr lang="en-US" sz="3800" dirty="0"/>
            <a:t>29,585 records</a:t>
          </a:r>
        </a:p>
      </dgm:t>
    </dgm:pt>
    <dgm:pt modelId="{F34A5343-BB30-44DF-BF82-40D7EEDAFFE6}" type="parTrans" cxnId="{B88D3EBE-8D34-4C5B-88D8-EBBF2153B233}">
      <dgm:prSet/>
      <dgm:spPr/>
      <dgm:t>
        <a:bodyPr/>
        <a:lstStyle/>
        <a:p>
          <a:endParaRPr lang="en-US"/>
        </a:p>
      </dgm:t>
    </dgm:pt>
    <dgm:pt modelId="{A3D9DCB7-5194-4C82-AFDF-D715595D1FC5}" type="sibTrans" cxnId="{B88D3EBE-8D34-4C5B-88D8-EBBF2153B233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E8329328-458F-4B3A-9C35-02762D26D099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628FFD3-4A56-420E-B87C-606C30A4D550}">
      <dgm:prSet custT="1"/>
      <dgm:spPr/>
      <dgm:t>
        <a:bodyPr/>
        <a:lstStyle/>
        <a:p>
          <a:pPr>
            <a:defRPr b="1"/>
          </a:pPr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First Approach</a:t>
          </a:r>
        </a:p>
      </dgm:t>
    </dgm:pt>
    <dgm:pt modelId="{3B66786E-03BB-4EF1-99AF-78D0B5BAC060}" type="parTrans" cxnId="{804CCE25-375F-4F5B-9D58-2AA54D7206EC}">
      <dgm:prSet/>
      <dgm:spPr/>
      <dgm:t>
        <a:bodyPr/>
        <a:lstStyle/>
        <a:p>
          <a:endParaRPr lang="en-US"/>
        </a:p>
      </dgm:t>
    </dgm:pt>
    <dgm:pt modelId="{F8C04C5D-FFB0-46EA-9A1E-906A89EB55A9}" type="sibTrans" cxnId="{804CCE25-375F-4F5B-9D58-2AA54D7206EC}">
      <dgm:prSet/>
      <dgm:spPr/>
      <dgm:t>
        <a:bodyPr/>
        <a:lstStyle/>
        <a:p>
          <a:endParaRPr lang="en-US"/>
        </a:p>
      </dgm:t>
    </dgm:pt>
    <dgm:pt modelId="{289708EA-1E8F-44DB-86A6-1A04BCFC538E}">
      <dgm:prSet custT="1"/>
      <dgm:spPr/>
      <dgm:t>
        <a:bodyPr/>
        <a:lstStyle/>
        <a:p>
          <a:r>
            <a:rPr lang="en-US" sz="2400" dirty="0"/>
            <a:t>32 comparisons</a:t>
          </a:r>
        </a:p>
      </dgm:t>
    </dgm:pt>
    <dgm:pt modelId="{DBF02030-261A-480C-8D3C-8D1E45FE5DCB}" type="parTrans" cxnId="{93384456-AAC0-4C6C-95F0-6EE555877772}">
      <dgm:prSet/>
      <dgm:spPr/>
      <dgm:t>
        <a:bodyPr/>
        <a:lstStyle/>
        <a:p>
          <a:endParaRPr lang="en-US"/>
        </a:p>
      </dgm:t>
    </dgm:pt>
    <dgm:pt modelId="{F1577244-E6DA-44F2-ABE5-7C58364B1B8C}" type="sibTrans" cxnId="{93384456-AAC0-4C6C-95F0-6EE555877772}">
      <dgm:prSet/>
      <dgm:spPr/>
      <dgm:t>
        <a:bodyPr/>
        <a:lstStyle/>
        <a:p>
          <a:endParaRPr lang="en-US"/>
        </a:p>
      </dgm:t>
    </dgm:pt>
    <dgm:pt modelId="{E89D069F-DC41-4BA4-A7FA-94EE219B836B}">
      <dgm:prSet custT="1"/>
      <dgm:spPr/>
      <dgm:t>
        <a:bodyPr/>
        <a:lstStyle/>
        <a:p>
          <a:pPr>
            <a:defRPr b="1"/>
          </a:pPr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Second Approach</a:t>
          </a:r>
        </a:p>
      </dgm:t>
    </dgm:pt>
    <dgm:pt modelId="{9301995D-FA63-4367-9126-A5B4A06F4AF3}" type="parTrans" cxnId="{A5CCE00F-7DB5-4F85-B563-BCCA0596A2CA}">
      <dgm:prSet/>
      <dgm:spPr/>
      <dgm:t>
        <a:bodyPr/>
        <a:lstStyle/>
        <a:p>
          <a:endParaRPr lang="en-US"/>
        </a:p>
      </dgm:t>
    </dgm:pt>
    <dgm:pt modelId="{DF6D715E-70ED-4055-AC37-084F9F1A1820}" type="sibTrans" cxnId="{A5CCE00F-7DB5-4F85-B563-BCCA0596A2CA}">
      <dgm:prSet/>
      <dgm:spPr/>
      <dgm:t>
        <a:bodyPr/>
        <a:lstStyle/>
        <a:p>
          <a:endParaRPr lang="en-US"/>
        </a:p>
      </dgm:t>
    </dgm:pt>
    <dgm:pt modelId="{E4F22D21-6D2A-42A2-B641-A1406A921D71}">
      <dgm:prSet custT="1"/>
      <dgm:spPr/>
      <dgm:t>
        <a:bodyPr/>
        <a:lstStyle/>
        <a:p>
          <a:r>
            <a:rPr lang="en-US" sz="2400" dirty="0"/>
            <a:t>4 * 2 = 8 comparisons</a:t>
          </a:r>
        </a:p>
      </dgm:t>
    </dgm:pt>
    <dgm:pt modelId="{33084EFF-524F-4238-A2C7-739DD59BACFF}" type="parTrans" cxnId="{EE462A98-D226-43E9-A0A1-327F564F0522}">
      <dgm:prSet/>
      <dgm:spPr/>
      <dgm:t>
        <a:bodyPr/>
        <a:lstStyle/>
        <a:p>
          <a:endParaRPr lang="en-US"/>
        </a:p>
      </dgm:t>
    </dgm:pt>
    <dgm:pt modelId="{269CD061-2EA4-444D-98FD-E9A905FE2DFC}" type="sibTrans" cxnId="{EE462A98-D226-43E9-A0A1-327F564F0522}">
      <dgm:prSet/>
      <dgm:spPr/>
      <dgm:t>
        <a:bodyPr/>
        <a:lstStyle/>
        <a:p>
          <a:endParaRPr lang="en-US"/>
        </a:p>
      </dgm:t>
    </dgm:pt>
    <dgm:pt modelId="{FF90F6F3-CE7B-4AA0-8DEF-9C180EE7EEC9}">
      <dgm:prSet custT="1"/>
      <dgm:spPr/>
      <dgm:t>
        <a:bodyPr/>
        <a:lstStyle/>
        <a:p>
          <a:pPr>
            <a:defRPr b="1"/>
          </a:pPr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 this specific scenario</a:t>
          </a:r>
        </a:p>
      </dgm:t>
    </dgm:pt>
    <dgm:pt modelId="{BE4D0D32-ED64-4097-AF91-685AEBB185CC}" type="parTrans" cxnId="{4938F4BD-F4C2-45C1-9059-B25471D60451}">
      <dgm:prSet/>
      <dgm:spPr/>
      <dgm:t>
        <a:bodyPr/>
        <a:lstStyle/>
        <a:p>
          <a:endParaRPr lang="en-US"/>
        </a:p>
      </dgm:t>
    </dgm:pt>
    <dgm:pt modelId="{D3E96974-C22B-4F64-BD14-8806B33ADFBC}" type="sibTrans" cxnId="{4938F4BD-F4C2-45C1-9059-B25471D60451}">
      <dgm:prSet/>
      <dgm:spPr/>
      <dgm:t>
        <a:bodyPr/>
        <a:lstStyle/>
        <a:p>
          <a:endParaRPr lang="en-US"/>
        </a:p>
      </dgm:t>
    </dgm:pt>
    <dgm:pt modelId="{F5C538CE-D1BC-4747-8F62-E93441BC591A}">
      <dgm:prSet custT="1"/>
      <dgm:spPr/>
      <dgm:t>
        <a:bodyPr/>
        <a:lstStyle/>
        <a:p>
          <a:r>
            <a:rPr lang="en-US" sz="2400" dirty="0"/>
            <a:t>1 – (8/32) = 0.75</a:t>
          </a:r>
        </a:p>
      </dgm:t>
    </dgm:pt>
    <dgm:pt modelId="{558F81F8-B6D5-413C-8EEB-6410305EE0CD}" type="parTrans" cxnId="{33B0D60A-1AA8-4B77-ACD9-962E487F82B8}">
      <dgm:prSet/>
      <dgm:spPr/>
      <dgm:t>
        <a:bodyPr/>
        <a:lstStyle/>
        <a:p>
          <a:endParaRPr lang="en-US"/>
        </a:p>
      </dgm:t>
    </dgm:pt>
    <dgm:pt modelId="{F8A0F85B-92B9-474C-8674-41558CAC2412}" type="sibTrans" cxnId="{33B0D60A-1AA8-4B77-ACD9-962E487F82B8}">
      <dgm:prSet/>
      <dgm:spPr/>
      <dgm:t>
        <a:bodyPr/>
        <a:lstStyle/>
        <a:p>
          <a:endParaRPr lang="en-US"/>
        </a:p>
      </dgm:t>
    </dgm:pt>
    <dgm:pt modelId="{788D4568-1E29-404D-BAC4-9E874C12CC10}">
      <dgm:prSet custT="1"/>
      <dgm:spPr/>
      <dgm:t>
        <a:bodyPr/>
        <a:lstStyle/>
        <a:p>
          <a:r>
            <a:rPr lang="en-US" sz="2400" dirty="0"/>
            <a:t>Reduced # of comparisons by </a:t>
          </a:r>
          <a:r>
            <a:rPr lang="en-US" sz="2400" b="1" dirty="0"/>
            <a:t>75</a:t>
          </a:r>
          <a:r>
            <a:rPr lang="en-US" sz="2400" dirty="0"/>
            <a:t>%</a:t>
          </a:r>
        </a:p>
      </dgm:t>
    </dgm:pt>
    <dgm:pt modelId="{C8A118B4-584C-4C33-B072-ADA3D4CB6418}" type="parTrans" cxnId="{648C1393-6321-43E1-9D74-A5B3CA1620DE}">
      <dgm:prSet/>
      <dgm:spPr/>
      <dgm:t>
        <a:bodyPr/>
        <a:lstStyle/>
        <a:p>
          <a:endParaRPr lang="en-US"/>
        </a:p>
      </dgm:t>
    </dgm:pt>
    <dgm:pt modelId="{2CCF37E6-4F74-42A1-B12B-ED1CCD8F5562}" type="sibTrans" cxnId="{648C1393-6321-43E1-9D74-A5B3CA1620DE}">
      <dgm:prSet/>
      <dgm:spPr/>
      <dgm:t>
        <a:bodyPr/>
        <a:lstStyle/>
        <a:p>
          <a:endParaRPr lang="en-US"/>
        </a:p>
      </dgm:t>
    </dgm:pt>
    <dgm:pt modelId="{839A6620-A7AC-4992-AD0A-BFC85B29B8E4}" type="pres">
      <dgm:prSet presAssocID="{E8329328-458F-4B3A-9C35-02762D26D099}" presName="root" presStyleCnt="0">
        <dgm:presLayoutVars>
          <dgm:dir/>
          <dgm:resizeHandles val="exact"/>
        </dgm:presLayoutVars>
      </dgm:prSet>
      <dgm:spPr/>
    </dgm:pt>
    <dgm:pt modelId="{4C67E115-8D2D-4260-8F46-844C004E6D36}" type="pres">
      <dgm:prSet presAssocID="{0628FFD3-4A56-420E-B87C-606C30A4D550}" presName="compNode" presStyleCnt="0"/>
      <dgm:spPr/>
    </dgm:pt>
    <dgm:pt modelId="{3FB16C54-48B8-41BD-AA4B-F093E4BC78BF}" type="pres">
      <dgm:prSet presAssocID="{0628FFD3-4A56-420E-B87C-606C30A4D550}" presName="iconRect" presStyleLbl="node1" presStyleIdx="0" presStyleCnt="3" custScaleX="129523" custScaleY="124402" custLinFactX="135690" custLinFactNeighborX="200000" custLinFactNeighborY="-432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FF3C385-1927-44E0-9243-D5F8052D07BE}" type="pres">
      <dgm:prSet presAssocID="{0628FFD3-4A56-420E-B87C-606C30A4D550}" presName="iconSpace" presStyleCnt="0"/>
      <dgm:spPr/>
    </dgm:pt>
    <dgm:pt modelId="{E117EE37-C8C2-4CE1-8E84-F26B4BE8A19B}" type="pres">
      <dgm:prSet presAssocID="{0628FFD3-4A56-420E-B87C-606C30A4D550}" presName="parTx" presStyleLbl="revTx" presStyleIdx="0" presStyleCnt="6">
        <dgm:presLayoutVars>
          <dgm:chMax val="0"/>
          <dgm:chPref val="0"/>
        </dgm:presLayoutVars>
      </dgm:prSet>
      <dgm:spPr/>
    </dgm:pt>
    <dgm:pt modelId="{2255B8E8-E41B-4C58-883C-5C009871C9CF}" type="pres">
      <dgm:prSet presAssocID="{0628FFD3-4A56-420E-B87C-606C30A4D550}" presName="txSpace" presStyleCnt="0"/>
      <dgm:spPr/>
    </dgm:pt>
    <dgm:pt modelId="{3FFD884C-6A8F-4DD3-BBAA-10C2FE27A00B}" type="pres">
      <dgm:prSet presAssocID="{0628FFD3-4A56-420E-B87C-606C30A4D550}" presName="desTx" presStyleLbl="revTx" presStyleIdx="1" presStyleCnt="6">
        <dgm:presLayoutVars/>
      </dgm:prSet>
      <dgm:spPr/>
    </dgm:pt>
    <dgm:pt modelId="{FC4F1726-D59A-4D02-BE22-C0BD5BDB7C0D}" type="pres">
      <dgm:prSet presAssocID="{F8C04C5D-FFB0-46EA-9A1E-906A89EB55A9}" presName="sibTrans" presStyleCnt="0"/>
      <dgm:spPr/>
    </dgm:pt>
    <dgm:pt modelId="{36AAD6BC-EA45-42EC-A9A4-FC3F91533AA1}" type="pres">
      <dgm:prSet presAssocID="{E89D069F-DC41-4BA4-A7FA-94EE219B836B}" presName="compNode" presStyleCnt="0"/>
      <dgm:spPr/>
    </dgm:pt>
    <dgm:pt modelId="{17F51DFA-0627-4EFC-9B5A-F618C51FDD75}" type="pres">
      <dgm:prSet presAssocID="{E89D069F-DC41-4BA4-A7FA-94EE219B836B}" presName="iconRect" presStyleLbl="node1" presStyleIdx="1" presStyleCnt="3" custScaleX="129523" custScaleY="124402" custLinFactX="-138192" custLinFactNeighborX="-200000" custLinFactNeighborY="-432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"/>
        </a:ext>
      </dgm:extLst>
    </dgm:pt>
    <dgm:pt modelId="{0CB35143-945C-4851-AE3F-5B98A8337264}" type="pres">
      <dgm:prSet presAssocID="{E89D069F-DC41-4BA4-A7FA-94EE219B836B}" presName="iconSpace" presStyleCnt="0"/>
      <dgm:spPr/>
    </dgm:pt>
    <dgm:pt modelId="{9C3CB981-E9C4-4C0C-919C-23BC76ED03B6}" type="pres">
      <dgm:prSet presAssocID="{E89D069F-DC41-4BA4-A7FA-94EE219B836B}" presName="parTx" presStyleLbl="revTx" presStyleIdx="2" presStyleCnt="6">
        <dgm:presLayoutVars>
          <dgm:chMax val="0"/>
          <dgm:chPref val="0"/>
        </dgm:presLayoutVars>
      </dgm:prSet>
      <dgm:spPr/>
    </dgm:pt>
    <dgm:pt modelId="{799B4036-C8AB-4C21-BD88-6A820E8422C1}" type="pres">
      <dgm:prSet presAssocID="{E89D069F-DC41-4BA4-A7FA-94EE219B836B}" presName="txSpace" presStyleCnt="0"/>
      <dgm:spPr/>
    </dgm:pt>
    <dgm:pt modelId="{F8F4A958-4A74-476E-8180-C8C3A2AFD473}" type="pres">
      <dgm:prSet presAssocID="{E89D069F-DC41-4BA4-A7FA-94EE219B836B}" presName="desTx" presStyleLbl="revTx" presStyleIdx="3" presStyleCnt="6">
        <dgm:presLayoutVars/>
      </dgm:prSet>
      <dgm:spPr/>
    </dgm:pt>
    <dgm:pt modelId="{00D6EDE9-44B4-487A-B1C5-27805D378EDF}" type="pres">
      <dgm:prSet presAssocID="{DF6D715E-70ED-4055-AC37-084F9F1A1820}" presName="sibTrans" presStyleCnt="0"/>
      <dgm:spPr/>
    </dgm:pt>
    <dgm:pt modelId="{87EECD5A-59E2-4075-8063-86C53D7DF4E3}" type="pres">
      <dgm:prSet presAssocID="{FF90F6F3-CE7B-4AA0-8DEF-9C180EE7EEC9}" presName="compNode" presStyleCnt="0"/>
      <dgm:spPr/>
    </dgm:pt>
    <dgm:pt modelId="{A3EF11FD-390B-4D88-886A-1AB6CA038672}" type="pres">
      <dgm:prSet presAssocID="{FF90F6F3-CE7B-4AA0-8DEF-9C180EE7EEC9}" presName="iconRect" presStyleLbl="node1" presStyleIdx="2" presStyleCnt="3" custScaleX="129523" custScaleY="124402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398CD41D-FF81-4305-85F2-0362B736247B}" type="pres">
      <dgm:prSet presAssocID="{FF90F6F3-CE7B-4AA0-8DEF-9C180EE7EEC9}" presName="iconSpace" presStyleCnt="0"/>
      <dgm:spPr/>
    </dgm:pt>
    <dgm:pt modelId="{B88F159C-C4D2-4B01-9DFE-C9E98C679BFD}" type="pres">
      <dgm:prSet presAssocID="{FF90F6F3-CE7B-4AA0-8DEF-9C180EE7EEC9}" presName="parTx" presStyleLbl="revTx" presStyleIdx="4" presStyleCnt="6">
        <dgm:presLayoutVars>
          <dgm:chMax val="0"/>
          <dgm:chPref val="0"/>
        </dgm:presLayoutVars>
      </dgm:prSet>
      <dgm:spPr/>
    </dgm:pt>
    <dgm:pt modelId="{FB4808D3-0995-491E-ABEA-2D1561A4D37E}" type="pres">
      <dgm:prSet presAssocID="{FF90F6F3-CE7B-4AA0-8DEF-9C180EE7EEC9}" presName="txSpace" presStyleCnt="0"/>
      <dgm:spPr/>
    </dgm:pt>
    <dgm:pt modelId="{18D915E6-1427-4D4D-8234-67C5FC3D9004}" type="pres">
      <dgm:prSet presAssocID="{FF90F6F3-CE7B-4AA0-8DEF-9C180EE7EEC9}" presName="desTx" presStyleLbl="revTx" presStyleIdx="5" presStyleCnt="6">
        <dgm:presLayoutVars/>
      </dgm:prSet>
      <dgm:spPr/>
    </dgm:pt>
  </dgm:ptLst>
  <dgm:cxnLst>
    <dgm:cxn modelId="{33B0D60A-1AA8-4B77-ACD9-962E487F82B8}" srcId="{FF90F6F3-CE7B-4AA0-8DEF-9C180EE7EEC9}" destId="{F5C538CE-D1BC-4747-8F62-E93441BC591A}" srcOrd="0" destOrd="0" parTransId="{558F81F8-B6D5-413C-8EEB-6410305EE0CD}" sibTransId="{F8A0F85B-92B9-474C-8674-41558CAC2412}"/>
    <dgm:cxn modelId="{A5CCE00F-7DB5-4F85-B563-BCCA0596A2CA}" srcId="{E8329328-458F-4B3A-9C35-02762D26D099}" destId="{E89D069F-DC41-4BA4-A7FA-94EE219B836B}" srcOrd="1" destOrd="0" parTransId="{9301995D-FA63-4367-9126-A5B4A06F4AF3}" sibTransId="{DF6D715E-70ED-4055-AC37-084F9F1A1820}"/>
    <dgm:cxn modelId="{804CCE25-375F-4F5B-9D58-2AA54D7206EC}" srcId="{E8329328-458F-4B3A-9C35-02762D26D099}" destId="{0628FFD3-4A56-420E-B87C-606C30A4D550}" srcOrd="0" destOrd="0" parTransId="{3B66786E-03BB-4EF1-99AF-78D0B5BAC060}" sibTransId="{F8C04C5D-FFB0-46EA-9A1E-906A89EB55A9}"/>
    <dgm:cxn modelId="{5BA3C13E-B301-4597-BF5A-AD31288B7EC5}" type="presOf" srcId="{E8329328-458F-4B3A-9C35-02762D26D099}" destId="{839A6620-A7AC-4992-AD0A-BFC85B29B8E4}" srcOrd="0" destOrd="0" presId="urn:microsoft.com/office/officeart/2018/5/layout/CenteredIconLabelDescriptionList"/>
    <dgm:cxn modelId="{13C98B65-2BBA-48ED-9B80-4CCE4C3B19E5}" type="presOf" srcId="{0628FFD3-4A56-420E-B87C-606C30A4D550}" destId="{E117EE37-C8C2-4CE1-8E84-F26B4BE8A19B}" srcOrd="0" destOrd="0" presId="urn:microsoft.com/office/officeart/2018/5/layout/CenteredIconLabelDescriptionList"/>
    <dgm:cxn modelId="{B0055C4B-CB7D-4E43-B4BA-E6AEE87571A1}" type="presOf" srcId="{E89D069F-DC41-4BA4-A7FA-94EE219B836B}" destId="{9C3CB981-E9C4-4C0C-919C-23BC76ED03B6}" srcOrd="0" destOrd="0" presId="urn:microsoft.com/office/officeart/2018/5/layout/CenteredIconLabelDescriptionList"/>
    <dgm:cxn modelId="{93384456-AAC0-4C6C-95F0-6EE555877772}" srcId="{0628FFD3-4A56-420E-B87C-606C30A4D550}" destId="{289708EA-1E8F-44DB-86A6-1A04BCFC538E}" srcOrd="0" destOrd="0" parTransId="{DBF02030-261A-480C-8D3C-8D1E45FE5DCB}" sibTransId="{F1577244-E6DA-44F2-ABE5-7C58364B1B8C}"/>
    <dgm:cxn modelId="{12C35D7C-5A0D-45FA-9BE3-8DF40DE503F4}" type="presOf" srcId="{FF90F6F3-CE7B-4AA0-8DEF-9C180EE7EEC9}" destId="{B88F159C-C4D2-4B01-9DFE-C9E98C679BFD}" srcOrd="0" destOrd="0" presId="urn:microsoft.com/office/officeart/2018/5/layout/CenteredIconLabelDescriptionList"/>
    <dgm:cxn modelId="{0B4EDC80-408F-4A77-AE55-B29FADA1AFA4}" type="presOf" srcId="{F5C538CE-D1BC-4747-8F62-E93441BC591A}" destId="{18D915E6-1427-4D4D-8234-67C5FC3D9004}" srcOrd="0" destOrd="0" presId="urn:microsoft.com/office/officeart/2018/5/layout/CenteredIconLabelDescriptionList"/>
    <dgm:cxn modelId="{692BBB92-0D38-406C-96BE-98384FFC4A1D}" type="presOf" srcId="{289708EA-1E8F-44DB-86A6-1A04BCFC538E}" destId="{3FFD884C-6A8F-4DD3-BBAA-10C2FE27A00B}" srcOrd="0" destOrd="0" presId="urn:microsoft.com/office/officeart/2018/5/layout/CenteredIconLabelDescriptionList"/>
    <dgm:cxn modelId="{648C1393-6321-43E1-9D74-A5B3CA1620DE}" srcId="{FF90F6F3-CE7B-4AA0-8DEF-9C180EE7EEC9}" destId="{788D4568-1E29-404D-BAC4-9E874C12CC10}" srcOrd="1" destOrd="0" parTransId="{C8A118B4-584C-4C33-B072-ADA3D4CB6418}" sibTransId="{2CCF37E6-4F74-42A1-B12B-ED1CCD8F5562}"/>
    <dgm:cxn modelId="{EE462A98-D226-43E9-A0A1-327F564F0522}" srcId="{E89D069F-DC41-4BA4-A7FA-94EE219B836B}" destId="{E4F22D21-6D2A-42A2-B641-A1406A921D71}" srcOrd="0" destOrd="0" parTransId="{33084EFF-524F-4238-A2C7-739DD59BACFF}" sibTransId="{269CD061-2EA4-444D-98FD-E9A905FE2DFC}"/>
    <dgm:cxn modelId="{0AF8DBAE-9890-4861-A5C5-656C0F0B4F41}" type="presOf" srcId="{E4F22D21-6D2A-42A2-B641-A1406A921D71}" destId="{F8F4A958-4A74-476E-8180-C8C3A2AFD473}" srcOrd="0" destOrd="0" presId="urn:microsoft.com/office/officeart/2018/5/layout/CenteredIconLabelDescriptionList"/>
    <dgm:cxn modelId="{31C6FEB3-847E-440D-A19E-BE703DD50D36}" type="presOf" srcId="{788D4568-1E29-404D-BAC4-9E874C12CC10}" destId="{18D915E6-1427-4D4D-8234-67C5FC3D9004}" srcOrd="0" destOrd="1" presId="urn:microsoft.com/office/officeart/2018/5/layout/CenteredIconLabelDescriptionList"/>
    <dgm:cxn modelId="{4938F4BD-F4C2-45C1-9059-B25471D60451}" srcId="{E8329328-458F-4B3A-9C35-02762D26D099}" destId="{FF90F6F3-CE7B-4AA0-8DEF-9C180EE7EEC9}" srcOrd="2" destOrd="0" parTransId="{BE4D0D32-ED64-4097-AF91-685AEBB185CC}" sibTransId="{D3E96974-C22B-4F64-BD14-8806B33ADFBC}"/>
    <dgm:cxn modelId="{96C5F044-7FFC-4CC0-B60E-227A7A4790B1}" type="presParOf" srcId="{839A6620-A7AC-4992-AD0A-BFC85B29B8E4}" destId="{4C67E115-8D2D-4260-8F46-844C004E6D36}" srcOrd="0" destOrd="0" presId="urn:microsoft.com/office/officeart/2018/5/layout/CenteredIconLabelDescriptionList"/>
    <dgm:cxn modelId="{8F3056E7-7342-4AAD-8405-154F13F35CA5}" type="presParOf" srcId="{4C67E115-8D2D-4260-8F46-844C004E6D36}" destId="{3FB16C54-48B8-41BD-AA4B-F093E4BC78BF}" srcOrd="0" destOrd="0" presId="urn:microsoft.com/office/officeart/2018/5/layout/CenteredIconLabelDescriptionList"/>
    <dgm:cxn modelId="{C94E6DA8-86D4-489E-9CAE-B22BF876ECF3}" type="presParOf" srcId="{4C67E115-8D2D-4260-8F46-844C004E6D36}" destId="{2FF3C385-1927-44E0-9243-D5F8052D07BE}" srcOrd="1" destOrd="0" presId="urn:microsoft.com/office/officeart/2018/5/layout/CenteredIconLabelDescriptionList"/>
    <dgm:cxn modelId="{EEAFA41E-7A24-4AFA-AAD1-4B3B225B153B}" type="presParOf" srcId="{4C67E115-8D2D-4260-8F46-844C004E6D36}" destId="{E117EE37-C8C2-4CE1-8E84-F26B4BE8A19B}" srcOrd="2" destOrd="0" presId="urn:microsoft.com/office/officeart/2018/5/layout/CenteredIconLabelDescriptionList"/>
    <dgm:cxn modelId="{EBFBC874-68B5-4A8D-AFB8-7A630B31E9A7}" type="presParOf" srcId="{4C67E115-8D2D-4260-8F46-844C004E6D36}" destId="{2255B8E8-E41B-4C58-883C-5C009871C9CF}" srcOrd="3" destOrd="0" presId="urn:microsoft.com/office/officeart/2018/5/layout/CenteredIconLabelDescriptionList"/>
    <dgm:cxn modelId="{C604B4D7-4017-4896-99F6-2096C3F2F493}" type="presParOf" srcId="{4C67E115-8D2D-4260-8F46-844C004E6D36}" destId="{3FFD884C-6A8F-4DD3-BBAA-10C2FE27A00B}" srcOrd="4" destOrd="0" presId="urn:microsoft.com/office/officeart/2018/5/layout/CenteredIconLabelDescriptionList"/>
    <dgm:cxn modelId="{E00230C5-EEEE-4997-BBCC-8BB3023B35C1}" type="presParOf" srcId="{839A6620-A7AC-4992-AD0A-BFC85B29B8E4}" destId="{FC4F1726-D59A-4D02-BE22-C0BD5BDB7C0D}" srcOrd="1" destOrd="0" presId="urn:microsoft.com/office/officeart/2018/5/layout/CenteredIconLabelDescriptionList"/>
    <dgm:cxn modelId="{C3791682-B2FA-48E5-A221-20433B9A7B2E}" type="presParOf" srcId="{839A6620-A7AC-4992-AD0A-BFC85B29B8E4}" destId="{36AAD6BC-EA45-42EC-A9A4-FC3F91533AA1}" srcOrd="2" destOrd="0" presId="urn:microsoft.com/office/officeart/2018/5/layout/CenteredIconLabelDescriptionList"/>
    <dgm:cxn modelId="{D3CAC65E-3712-4327-A841-16680A929C87}" type="presParOf" srcId="{36AAD6BC-EA45-42EC-A9A4-FC3F91533AA1}" destId="{17F51DFA-0627-4EFC-9B5A-F618C51FDD75}" srcOrd="0" destOrd="0" presId="urn:microsoft.com/office/officeart/2018/5/layout/CenteredIconLabelDescriptionList"/>
    <dgm:cxn modelId="{91CA8186-708C-46F5-BF1D-46FBEBED4B30}" type="presParOf" srcId="{36AAD6BC-EA45-42EC-A9A4-FC3F91533AA1}" destId="{0CB35143-945C-4851-AE3F-5B98A8337264}" srcOrd="1" destOrd="0" presId="urn:microsoft.com/office/officeart/2018/5/layout/CenteredIconLabelDescriptionList"/>
    <dgm:cxn modelId="{578A536B-9BEA-4FF5-8C04-CB99B50A1DA9}" type="presParOf" srcId="{36AAD6BC-EA45-42EC-A9A4-FC3F91533AA1}" destId="{9C3CB981-E9C4-4C0C-919C-23BC76ED03B6}" srcOrd="2" destOrd="0" presId="urn:microsoft.com/office/officeart/2018/5/layout/CenteredIconLabelDescriptionList"/>
    <dgm:cxn modelId="{F62D4645-45AE-48FE-A73D-92B457618BB6}" type="presParOf" srcId="{36AAD6BC-EA45-42EC-A9A4-FC3F91533AA1}" destId="{799B4036-C8AB-4C21-BD88-6A820E8422C1}" srcOrd="3" destOrd="0" presId="urn:microsoft.com/office/officeart/2018/5/layout/CenteredIconLabelDescriptionList"/>
    <dgm:cxn modelId="{B14BA0E8-D12E-4366-9CFA-182FCF0EF78F}" type="presParOf" srcId="{36AAD6BC-EA45-42EC-A9A4-FC3F91533AA1}" destId="{F8F4A958-4A74-476E-8180-C8C3A2AFD473}" srcOrd="4" destOrd="0" presId="urn:microsoft.com/office/officeart/2018/5/layout/CenteredIconLabelDescriptionList"/>
    <dgm:cxn modelId="{BCB7366A-8D0A-4D1D-9A72-6415369FE481}" type="presParOf" srcId="{839A6620-A7AC-4992-AD0A-BFC85B29B8E4}" destId="{00D6EDE9-44B4-487A-B1C5-27805D378EDF}" srcOrd="3" destOrd="0" presId="urn:microsoft.com/office/officeart/2018/5/layout/CenteredIconLabelDescriptionList"/>
    <dgm:cxn modelId="{865352E6-EE75-4D6F-AEB4-013EC0705B6C}" type="presParOf" srcId="{839A6620-A7AC-4992-AD0A-BFC85B29B8E4}" destId="{87EECD5A-59E2-4075-8063-86C53D7DF4E3}" srcOrd="4" destOrd="0" presId="urn:microsoft.com/office/officeart/2018/5/layout/CenteredIconLabelDescriptionList"/>
    <dgm:cxn modelId="{DD075B84-CE3E-4846-95BD-3C5524416863}" type="presParOf" srcId="{87EECD5A-59E2-4075-8063-86C53D7DF4E3}" destId="{A3EF11FD-390B-4D88-886A-1AB6CA038672}" srcOrd="0" destOrd="0" presId="urn:microsoft.com/office/officeart/2018/5/layout/CenteredIconLabelDescriptionList"/>
    <dgm:cxn modelId="{BEFCA244-6AA1-4E38-B01A-BCCBBDE1EB63}" type="presParOf" srcId="{87EECD5A-59E2-4075-8063-86C53D7DF4E3}" destId="{398CD41D-FF81-4305-85F2-0362B736247B}" srcOrd="1" destOrd="0" presId="urn:microsoft.com/office/officeart/2018/5/layout/CenteredIconLabelDescriptionList"/>
    <dgm:cxn modelId="{C7A72A63-736B-4BD0-9EB9-D491B57409E9}" type="presParOf" srcId="{87EECD5A-59E2-4075-8063-86C53D7DF4E3}" destId="{B88F159C-C4D2-4B01-9DFE-C9E98C679BFD}" srcOrd="2" destOrd="0" presId="urn:microsoft.com/office/officeart/2018/5/layout/CenteredIconLabelDescriptionList"/>
    <dgm:cxn modelId="{87DCA8FC-44BE-4331-A1FD-52CEFAFE09A6}" type="presParOf" srcId="{87EECD5A-59E2-4075-8063-86C53D7DF4E3}" destId="{FB4808D3-0995-491E-ABEA-2D1561A4D37E}" srcOrd="3" destOrd="0" presId="urn:microsoft.com/office/officeart/2018/5/layout/CenteredIconLabelDescriptionList"/>
    <dgm:cxn modelId="{BC2F6E12-2378-484C-9843-636D73C063BE}" type="presParOf" srcId="{87EECD5A-59E2-4075-8063-86C53D7DF4E3}" destId="{18D915E6-1427-4D4D-8234-67C5FC3D9004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b="1" dirty="0"/>
            <a:t>~1 second</a:t>
          </a:r>
          <a:r>
            <a:rPr lang="en-US" dirty="0"/>
            <a:t>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 dirty="0"/>
            <a:t>Reduced # of comparisons by </a:t>
          </a:r>
          <a:r>
            <a:rPr lang="en-US" b="1" dirty="0"/>
            <a:t>99.9</a:t>
          </a:r>
          <a:r>
            <a:rPr lang="en-US" dirty="0"/>
            <a:t>%</a:t>
          </a:r>
        </a:p>
      </dgm:t>
    </dgm:pt>
    <dgm:pt modelId="{6F1E8A3E-1192-4A4F-89D0-0DFFBC0A9570}" type="parTrans" cxnId="{542A12D1-F2E8-4AFE-BB33-B1447F6DBE5F}">
      <dgm:prSet/>
      <dgm:spPr/>
      <dgm:t>
        <a:bodyPr/>
        <a:lstStyle/>
        <a:p>
          <a:endParaRPr lang="en-US"/>
        </a:p>
      </dgm:t>
    </dgm:pt>
    <dgm:pt modelId="{F38EB8C7-DA6D-409A-8F8A-8BB5083782B4}" type="sibTrans" cxnId="{542A12D1-F2E8-4AFE-BB33-B1447F6DBE5F}">
      <dgm:prSet/>
      <dgm:spPr/>
      <dgm:t>
        <a:bodyPr/>
        <a:lstStyle/>
        <a:p>
          <a:endParaRPr lang="en-US"/>
        </a:p>
      </dgm:t>
    </dgm:pt>
    <dgm:pt modelId="{26A16223-2C50-4602-86A6-82D3020CFE67}">
      <dgm:prSet/>
      <dgm:spPr/>
      <dgm:t>
        <a:bodyPr/>
        <a:lstStyle/>
        <a:p>
          <a:r>
            <a:rPr lang="en-US" dirty="0"/>
            <a:t>634,598,250        841,138 comparisons!</a:t>
          </a:r>
        </a:p>
      </dgm:t>
    </dgm:pt>
    <dgm:pt modelId="{D905DD75-0BB8-4125-AA0A-528E03AA3119}" type="parTrans" cxnId="{A9504CAD-446E-4339-BE93-6B1D99DD2BD5}">
      <dgm:prSet/>
      <dgm:spPr/>
      <dgm:t>
        <a:bodyPr/>
        <a:lstStyle/>
        <a:p>
          <a:endParaRPr lang="en-US"/>
        </a:p>
      </dgm:t>
    </dgm:pt>
    <dgm:pt modelId="{DE836D2C-69BC-417C-BD9B-4DE6F708CC92}" type="sibTrans" cxnId="{A9504CAD-446E-4339-BE93-6B1D99DD2BD5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2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b="0" dirty="0" err="1">
              <a:effectLst/>
              <a:latin typeface="Century Gothic" panose="020B0502020202020204"/>
            </a:rPr>
            <a:t>Levenshtein</a:t>
          </a:r>
          <a:r>
            <a:rPr lang="en-US" b="0" dirty="0">
              <a:effectLst/>
              <a:latin typeface="Century Gothic" panose="020B0502020202020204"/>
            </a:rPr>
            <a:t> Distance</a:t>
          </a:r>
        </a:p>
        <a:p>
          <a:r>
            <a:rPr lang="en-US" b="0" dirty="0">
              <a:effectLst/>
              <a:latin typeface="Century Gothic" panose="020B0502020202020204"/>
            </a:rPr>
            <a:t>Ex. Axel ~ Axe = 75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 custT="1"/>
      <dgm:spPr/>
      <dgm:t>
        <a:bodyPr/>
        <a:lstStyle/>
        <a:p>
          <a:pPr algn="ctr"/>
          <a:r>
            <a:rPr lang="en-US" sz="2300" dirty="0">
              <a:latin typeface="Century Gothic" panose="020B0502020202020204"/>
            </a:rPr>
            <a:t>Ratio between 0 – 100</a:t>
          </a:r>
        </a:p>
        <a:p>
          <a:pPr algn="ctr"/>
          <a:r>
            <a:rPr lang="en-US" sz="1800" dirty="0">
              <a:latin typeface="Century Gothic" panose="020B0502020202020204"/>
            </a:rPr>
            <a:t>100 * (1 – (# edits / length of longest string))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 dirty="0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  <dgm:t>
        <a:bodyPr/>
        <a:lstStyle/>
        <a:p>
          <a:endParaRPr lang="en-US"/>
        </a:p>
      </dgm:t>
    </dgm:pt>
    <dgm:pt modelId="{66E70B63-6ED8-489A-8FE3-7A8DFFD1C1FE}" type="sibTrans" cxnId="{639D7E03-A291-4221-A037-B584E6CC4E21}">
      <dgm:prSet/>
      <dgm:spPr/>
      <dgm:t>
        <a:bodyPr/>
        <a:lstStyle/>
        <a:p>
          <a:endParaRPr lang="en-US"/>
        </a:p>
      </dgm:t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 custScaleX="80348" custScaleY="116547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 custScaleX="80348" custScaleY="116547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 custScaleX="80348" custScaleY="116547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 custScaleX="80348" custScaleY="116547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 custScaleX="80348" custScaleY="116547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 custScaleX="80348" custScaleY="116547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 custScaleX="80348" custScaleY="116547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 custScaleX="80348" custScaleY="116547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 custScaleX="80348" custScaleY="116547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4AA9DF5-B60A-4EEC-BF3D-7CE602EA118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4D2A722-9564-4B54-ABAE-EE59D725E5E3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</a:t>
          </a:r>
        </a:p>
      </dgm:t>
    </dgm:pt>
    <dgm:pt modelId="{FD7E9378-F9B7-4990-ADE4-E8D6C904A36B}" type="parTrans" cxnId="{F46179B9-C689-439C-A2A8-F1C7D0104927}">
      <dgm:prSet/>
      <dgm:spPr/>
      <dgm:t>
        <a:bodyPr/>
        <a:lstStyle/>
        <a:p>
          <a:endParaRPr lang="en-US"/>
        </a:p>
      </dgm:t>
    </dgm:pt>
    <dgm:pt modelId="{2641E0EF-E7F8-4FD4-AD5A-930A0DB4B0F7}" type="sibTrans" cxnId="{F46179B9-C689-439C-A2A8-F1C7D0104927}">
      <dgm:prSet/>
      <dgm:spPr/>
      <dgm:t>
        <a:bodyPr/>
        <a:lstStyle/>
        <a:p>
          <a:endParaRPr lang="en-US"/>
        </a:p>
      </dgm:t>
    </dgm:pt>
    <dgm:pt modelId="{CA82E7E9-7FA2-41D3-AFED-B884C67F5DB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Flexibility</a:t>
          </a:r>
        </a:p>
      </dgm:t>
    </dgm:pt>
    <dgm:pt modelId="{2332FBE9-DDBC-4438-B53C-AEF23F4486C9}" type="parTrans" cxnId="{C6E26E2D-9A76-4F29-9A41-2C32E6C92246}">
      <dgm:prSet/>
      <dgm:spPr/>
      <dgm:t>
        <a:bodyPr/>
        <a:lstStyle/>
        <a:p>
          <a:endParaRPr lang="en-US"/>
        </a:p>
      </dgm:t>
    </dgm:pt>
    <dgm:pt modelId="{232F1EBD-E8F2-4A82-BB33-660F90D459E8}" type="sibTrans" cxnId="{C6E26E2D-9A76-4F29-9A41-2C32E6C92246}">
      <dgm:prSet/>
      <dgm:spPr/>
      <dgm:t>
        <a:bodyPr/>
        <a:lstStyle/>
        <a:p>
          <a:endParaRPr lang="en-US"/>
        </a:p>
      </dgm:t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D8F9760B-C131-4D10-8E5E-058EEC7C4C8F}" type="pres">
      <dgm:prSet presAssocID="{54D2A722-9564-4B54-ABAE-EE59D725E5E3}" presName="thickLine" presStyleLbl="alignNode1" presStyleIdx="0" presStyleCnt="4"/>
      <dgm:spPr/>
    </dgm:pt>
    <dgm:pt modelId="{10E0B303-4400-48A8-9471-3AB74A54DA79}" type="pres">
      <dgm:prSet presAssocID="{54D2A722-9564-4B54-ABAE-EE59D725E5E3}" presName="horz1" presStyleCnt="0"/>
      <dgm:spPr/>
    </dgm:pt>
    <dgm:pt modelId="{9E04E698-8F27-48AA-9C99-CD635CA2305C}" type="pres">
      <dgm:prSet presAssocID="{54D2A722-9564-4B54-ABAE-EE59D725E5E3}" presName="tx1" presStyleLbl="revTx" presStyleIdx="0" presStyleCnt="4"/>
      <dgm:spPr/>
    </dgm:pt>
    <dgm:pt modelId="{329AAC9F-B4DB-487A-B4A7-3C7D62393427}" type="pres">
      <dgm:prSet presAssocID="{54D2A722-9564-4B54-ABAE-EE59D725E5E3}" presName="vert1" presStyleCnt="0"/>
      <dgm:spPr/>
    </dgm:pt>
    <dgm:pt modelId="{495EFAFE-2419-4578-ABFB-2294DE55C769}" type="pres">
      <dgm:prSet presAssocID="{CA82E7E9-7FA2-41D3-AFED-B884C67F5DB4}" presName="thickLine" presStyleLbl="alignNode1" presStyleIdx="1" presStyleCnt="4"/>
      <dgm:spPr/>
    </dgm:pt>
    <dgm:pt modelId="{98CD235C-A1FE-4856-B92D-D06F1D97F14D}" type="pres">
      <dgm:prSet presAssocID="{CA82E7E9-7FA2-41D3-AFED-B884C67F5DB4}" presName="horz1" presStyleCnt="0"/>
      <dgm:spPr/>
    </dgm:pt>
    <dgm:pt modelId="{067F1DF1-AA26-4DF2-8ADF-9199E9E879B8}" type="pres">
      <dgm:prSet presAssocID="{CA82E7E9-7FA2-41D3-AFED-B884C67F5DB4}" presName="tx1" presStyleLbl="revTx" presStyleIdx="1" presStyleCnt="4"/>
      <dgm:spPr/>
    </dgm:pt>
    <dgm:pt modelId="{161882E4-2DBC-45BA-AEB5-7D1E73927AB2}" type="pres">
      <dgm:prSet presAssocID="{CA82E7E9-7FA2-41D3-AFED-B884C67F5DB4}" presName="vert1" presStyleCnt="0"/>
      <dgm:spPr/>
    </dgm:pt>
    <dgm:pt modelId="{7B450178-9414-4CB0-BF61-F36A8A1EE1CD}" type="pres">
      <dgm:prSet presAssocID="{35EBC1F6-C9CE-4D3E-AF3E-5A7549998B12}" presName="thickLine" presStyleLbl="alignNode1" presStyleIdx="2" presStyleCnt="4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2" presStyleCnt="4"/>
      <dgm:spPr/>
    </dgm:pt>
    <dgm:pt modelId="{0338D6E3-08E0-412B-BCED-5E72AA4BD2FD}" type="pres">
      <dgm:prSet presAssocID="{35EBC1F6-C9CE-4D3E-AF3E-5A7549998B12}" presName="vert1" presStyleCnt="0"/>
      <dgm:spPr/>
    </dgm:pt>
    <dgm:pt modelId="{65FB1179-9DD4-434F-AA22-5F98BE6DF225}" type="pres">
      <dgm:prSet presAssocID="{54AA9DF5-B60A-4EEC-BF3D-7CE602EA1185}" presName="thickLine" presStyleLbl="alignNode1" presStyleIdx="3" presStyleCnt="4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3" presStyleCnt="4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C6E26E2D-9A76-4F29-9A41-2C32E6C92246}" srcId="{E8D1B473-F5AF-473D-9A02-417DB009D46F}" destId="{CA82E7E9-7FA2-41D3-AFED-B884C67F5DB4}" srcOrd="1" destOrd="0" parTransId="{2332FBE9-DDBC-4438-B53C-AEF23F4486C9}" sibTransId="{232F1EBD-E8F2-4A82-BB33-660F90D459E8}"/>
    <dgm:cxn modelId="{72837E40-3C82-46BB-816A-312D2EC405AE}" type="presOf" srcId="{CA82E7E9-7FA2-41D3-AFED-B884C67F5DB4}" destId="{067F1DF1-AA26-4DF2-8ADF-9199E9E879B8}" srcOrd="0" destOrd="0" presId="urn:microsoft.com/office/officeart/2008/layout/LinedList"/>
    <dgm:cxn modelId="{3E8FF553-3C33-4E50-8B7A-5E685087FF88}" type="presOf" srcId="{54D2A722-9564-4B54-ABAE-EE59D725E5E3}" destId="{9E04E698-8F27-48AA-9C99-CD635CA2305C}" srcOrd="0" destOrd="0" presId="urn:microsoft.com/office/officeart/2008/layout/LinedList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3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2" destOrd="0" parTransId="{864B5E17-F0C8-4059-9FAD-C3C2C782CB9D}" sibTransId="{818C8B7D-F275-4E4E-A39F-D4D632A7B20B}"/>
    <dgm:cxn modelId="{F46179B9-C689-439C-A2A8-F1C7D0104927}" srcId="{E8D1B473-F5AF-473D-9A02-417DB009D46F}" destId="{54D2A722-9564-4B54-ABAE-EE59D725E5E3}" srcOrd="0" destOrd="0" parTransId="{FD7E9378-F9B7-4990-ADE4-E8D6C904A36B}" sibTransId="{2641E0EF-E7F8-4FD4-AD5A-930A0DB4B0F7}"/>
    <dgm:cxn modelId="{D097CEDB-04DD-491C-AD86-85320C7EDB53}" type="presParOf" srcId="{AC933968-A58E-484B-9C3D-46C9976275F8}" destId="{D8F9760B-C131-4D10-8E5E-058EEC7C4C8F}" srcOrd="0" destOrd="0" presId="urn:microsoft.com/office/officeart/2008/layout/LinedList"/>
    <dgm:cxn modelId="{46A4E8D3-7F88-40FD-A417-811FCC6172C9}" type="presParOf" srcId="{AC933968-A58E-484B-9C3D-46C9976275F8}" destId="{10E0B303-4400-48A8-9471-3AB74A54DA79}" srcOrd="1" destOrd="0" presId="urn:microsoft.com/office/officeart/2008/layout/LinedList"/>
    <dgm:cxn modelId="{2F21C75E-9AD7-44AF-8293-D74450844B43}" type="presParOf" srcId="{10E0B303-4400-48A8-9471-3AB74A54DA79}" destId="{9E04E698-8F27-48AA-9C99-CD635CA2305C}" srcOrd="0" destOrd="0" presId="urn:microsoft.com/office/officeart/2008/layout/LinedList"/>
    <dgm:cxn modelId="{1AD6464A-7AAA-4A6E-9DCD-41747756CD5F}" type="presParOf" srcId="{10E0B303-4400-48A8-9471-3AB74A54DA79}" destId="{329AAC9F-B4DB-487A-B4A7-3C7D62393427}" srcOrd="1" destOrd="0" presId="urn:microsoft.com/office/officeart/2008/layout/LinedList"/>
    <dgm:cxn modelId="{61D8E646-B58D-48DB-B41A-CCF540EE0FB2}" type="presParOf" srcId="{AC933968-A58E-484B-9C3D-46C9976275F8}" destId="{495EFAFE-2419-4578-ABFB-2294DE55C769}" srcOrd="2" destOrd="0" presId="urn:microsoft.com/office/officeart/2008/layout/LinedList"/>
    <dgm:cxn modelId="{85BCF619-9F5E-401B-A494-5636376D1441}" type="presParOf" srcId="{AC933968-A58E-484B-9C3D-46C9976275F8}" destId="{98CD235C-A1FE-4856-B92D-D06F1D97F14D}" srcOrd="3" destOrd="0" presId="urn:microsoft.com/office/officeart/2008/layout/LinedList"/>
    <dgm:cxn modelId="{36BBC947-4277-454B-B115-88505FD62B59}" type="presParOf" srcId="{98CD235C-A1FE-4856-B92D-D06F1D97F14D}" destId="{067F1DF1-AA26-4DF2-8ADF-9199E9E879B8}" srcOrd="0" destOrd="0" presId="urn:microsoft.com/office/officeart/2008/layout/LinedList"/>
    <dgm:cxn modelId="{643AA70D-36DD-4E60-8EC2-E2287136764B}" type="presParOf" srcId="{98CD235C-A1FE-4856-B92D-D06F1D97F14D}" destId="{161882E4-2DBC-45BA-AEB5-7D1E73927AB2}" srcOrd="1" destOrd="0" presId="urn:microsoft.com/office/officeart/2008/layout/LinedList"/>
    <dgm:cxn modelId="{CB0A2DA2-E6BD-425B-AD3F-BB9D2F89752C}" type="presParOf" srcId="{AC933968-A58E-484B-9C3D-46C9976275F8}" destId="{7B450178-9414-4CB0-BF61-F36A8A1EE1CD}" srcOrd="4" destOrd="0" presId="urn:microsoft.com/office/officeart/2008/layout/LinedList"/>
    <dgm:cxn modelId="{7F895873-0A6B-496A-93B3-DBC1A1C5D9F2}" type="presParOf" srcId="{AC933968-A58E-484B-9C3D-46C9976275F8}" destId="{4C601EF3-218D-45B3-9605-A2A6678B24A1}" srcOrd="5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B8203DD-BCD9-4B4D-965C-33F2B590E05F}" type="presParOf" srcId="{AC933968-A58E-484B-9C3D-46C9976275F8}" destId="{65FB1179-9DD4-434F-AA22-5F98BE6DF225}" srcOrd="6" destOrd="0" presId="urn:microsoft.com/office/officeart/2008/layout/LinedList"/>
    <dgm:cxn modelId="{E5CDE7FD-91BC-47F4-A6B3-91500F17373E}" type="presParOf" srcId="{AC933968-A58E-484B-9C3D-46C9976275F8}" destId="{02AD084C-7CFE-4FFB-8118-CCA508580017}" srcOrd="7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94BE5AF1-EDB3-4158-8BEE-9DBB0DAA5C1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D5DA8E8-9421-425C-9803-8E4B2C4C1675}">
      <dgm:prSet/>
      <dgm:spPr/>
      <dgm:t>
        <a:bodyPr/>
        <a:lstStyle/>
        <a:p>
          <a:pPr algn="ctr"/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gm:t>
    </dgm:pt>
    <dgm:pt modelId="{A87A9182-11F0-46B7-92DF-33439BCA7C2F}" type="parTrans" cxnId="{622687F0-D659-4944-BFEA-B3004E46EFB9}">
      <dgm:prSet/>
      <dgm:spPr/>
      <dgm:t>
        <a:bodyPr/>
        <a:lstStyle/>
        <a:p>
          <a:endParaRPr lang="en-US"/>
        </a:p>
      </dgm:t>
    </dgm:pt>
    <dgm:pt modelId="{C5B5AE23-74C1-4FFC-A7F4-DA6E78F2A31E}" type="sibTrans" cxnId="{622687F0-D659-4944-BFEA-B3004E46EFB9}">
      <dgm:prSet/>
      <dgm:spPr/>
      <dgm:t>
        <a:bodyPr/>
        <a:lstStyle/>
        <a:p>
          <a:endParaRPr lang="en-US"/>
        </a:p>
      </dgm:t>
    </dgm:pt>
    <dgm:pt modelId="{0F8D5AA0-E54D-41AA-9D2D-E5246FE15C89}">
      <dgm:prSet/>
      <dgm:spPr/>
      <dgm:t>
        <a:bodyPr/>
        <a:lstStyle/>
        <a:p>
          <a:pPr algn="ctr"/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gm:t>
    </dgm:pt>
    <dgm:pt modelId="{2F34DCBD-1AC7-4AAC-91D6-7B1874E0342C}" type="parTrans" cxnId="{95729B99-1C84-40D3-B5BE-6CD340CA5B65}">
      <dgm:prSet/>
      <dgm:spPr/>
      <dgm:t>
        <a:bodyPr/>
        <a:lstStyle/>
        <a:p>
          <a:endParaRPr lang="en-US"/>
        </a:p>
      </dgm:t>
    </dgm:pt>
    <dgm:pt modelId="{314B8E77-E97B-4317-890D-B353360E57E4}" type="sibTrans" cxnId="{95729B99-1C84-40D3-B5BE-6CD340CA5B65}">
      <dgm:prSet/>
      <dgm:spPr/>
      <dgm:t>
        <a:bodyPr/>
        <a:lstStyle/>
        <a:p>
          <a:endParaRPr lang="en-US"/>
        </a:p>
      </dgm:t>
    </dgm:pt>
    <dgm:pt modelId="{F03CF01E-E5DF-484E-BC42-24CC2AC23379}">
      <dgm:prSet/>
      <dgm:spPr/>
      <dgm:t>
        <a:bodyPr/>
        <a:lstStyle/>
        <a:p>
          <a:pPr algn="ctr"/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SalesPage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is very impressed and happy with the results</a:t>
          </a:r>
        </a:p>
      </dgm:t>
    </dgm:pt>
    <dgm:pt modelId="{0D352B04-EFD2-4C80-B5A3-3B749A99AA68}" type="parTrans" cxnId="{242D9567-EBC3-436D-B4A7-659086243714}">
      <dgm:prSet/>
      <dgm:spPr/>
      <dgm:t>
        <a:bodyPr/>
        <a:lstStyle/>
        <a:p>
          <a:endParaRPr lang="en-US"/>
        </a:p>
      </dgm:t>
    </dgm:pt>
    <dgm:pt modelId="{38553BBD-9B78-4CDD-BBD9-79C29BBDA6F7}" type="sibTrans" cxnId="{242D9567-EBC3-436D-B4A7-659086243714}">
      <dgm:prSet/>
      <dgm:spPr/>
      <dgm:t>
        <a:bodyPr/>
        <a:lstStyle/>
        <a:p>
          <a:endParaRPr lang="en-US"/>
        </a:p>
      </dgm:t>
    </dgm:pt>
    <dgm:pt modelId="{5C4B2163-CA44-4A2E-8B36-034420C8816D}" type="pres">
      <dgm:prSet presAssocID="{94BE5AF1-EDB3-4158-8BEE-9DBB0DAA5C1D}" presName="vert0" presStyleCnt="0">
        <dgm:presLayoutVars>
          <dgm:dir/>
          <dgm:animOne val="branch"/>
          <dgm:animLvl val="lvl"/>
        </dgm:presLayoutVars>
      </dgm:prSet>
      <dgm:spPr/>
    </dgm:pt>
    <dgm:pt modelId="{5A27C5F5-23B6-4F45-823A-8F5E25CB4C94}" type="pres">
      <dgm:prSet presAssocID="{8D5DA8E8-9421-425C-9803-8E4B2C4C1675}" presName="thickLine" presStyleLbl="alignNode1" presStyleIdx="0" presStyleCnt="3"/>
      <dgm:spPr/>
    </dgm:pt>
    <dgm:pt modelId="{6DE39A97-5DFE-4AF8-AD34-B70D1B30343A}" type="pres">
      <dgm:prSet presAssocID="{8D5DA8E8-9421-425C-9803-8E4B2C4C1675}" presName="horz1" presStyleCnt="0"/>
      <dgm:spPr/>
    </dgm:pt>
    <dgm:pt modelId="{7B820E58-8935-4162-B0A9-66A2EDC98EF6}" type="pres">
      <dgm:prSet presAssocID="{8D5DA8E8-9421-425C-9803-8E4B2C4C1675}" presName="tx1" presStyleLbl="revTx" presStyleIdx="0" presStyleCnt="3"/>
      <dgm:spPr/>
    </dgm:pt>
    <dgm:pt modelId="{5CE5AF70-9FC4-4670-B269-6F45461B5354}" type="pres">
      <dgm:prSet presAssocID="{8D5DA8E8-9421-425C-9803-8E4B2C4C1675}" presName="vert1" presStyleCnt="0"/>
      <dgm:spPr/>
    </dgm:pt>
    <dgm:pt modelId="{587F11C3-042B-43C1-B268-958CF08A1755}" type="pres">
      <dgm:prSet presAssocID="{0F8D5AA0-E54D-41AA-9D2D-E5246FE15C89}" presName="thickLine" presStyleLbl="alignNode1" presStyleIdx="1" presStyleCnt="3"/>
      <dgm:spPr/>
    </dgm:pt>
    <dgm:pt modelId="{F3277A29-5EAE-4DC7-8F67-F8A600FA91D3}" type="pres">
      <dgm:prSet presAssocID="{0F8D5AA0-E54D-41AA-9D2D-E5246FE15C89}" presName="horz1" presStyleCnt="0"/>
      <dgm:spPr/>
    </dgm:pt>
    <dgm:pt modelId="{A16E4504-CD5C-4A87-892F-8498B9CCCE66}" type="pres">
      <dgm:prSet presAssocID="{0F8D5AA0-E54D-41AA-9D2D-E5246FE15C89}" presName="tx1" presStyleLbl="revTx" presStyleIdx="1" presStyleCnt="3"/>
      <dgm:spPr/>
    </dgm:pt>
    <dgm:pt modelId="{F085E433-F6F7-4EE5-80BC-077C76F28332}" type="pres">
      <dgm:prSet presAssocID="{0F8D5AA0-E54D-41AA-9D2D-E5246FE15C89}" presName="vert1" presStyleCnt="0"/>
      <dgm:spPr/>
    </dgm:pt>
    <dgm:pt modelId="{A1DD9C9D-BFCF-4995-AE38-30132D2C7DA2}" type="pres">
      <dgm:prSet presAssocID="{F03CF01E-E5DF-484E-BC42-24CC2AC23379}" presName="thickLine" presStyleLbl="alignNode1" presStyleIdx="2" presStyleCnt="3"/>
      <dgm:spPr/>
    </dgm:pt>
    <dgm:pt modelId="{4731F81B-8084-4FC4-B34E-CEBE9B046FD7}" type="pres">
      <dgm:prSet presAssocID="{F03CF01E-E5DF-484E-BC42-24CC2AC23379}" presName="horz1" presStyleCnt="0"/>
      <dgm:spPr/>
    </dgm:pt>
    <dgm:pt modelId="{70512697-0A68-48A3-8674-8DE4172E88FF}" type="pres">
      <dgm:prSet presAssocID="{F03CF01E-E5DF-484E-BC42-24CC2AC23379}" presName="tx1" presStyleLbl="revTx" presStyleIdx="2" presStyleCnt="3"/>
      <dgm:spPr/>
    </dgm:pt>
    <dgm:pt modelId="{2FD0CBF0-9DD0-4761-A87C-DF73B2C07806}" type="pres">
      <dgm:prSet presAssocID="{F03CF01E-E5DF-484E-BC42-24CC2AC23379}" presName="vert1" presStyleCnt="0"/>
      <dgm:spPr/>
    </dgm:pt>
  </dgm:ptLst>
  <dgm:cxnLst>
    <dgm:cxn modelId="{242D9567-EBC3-436D-B4A7-659086243714}" srcId="{94BE5AF1-EDB3-4158-8BEE-9DBB0DAA5C1D}" destId="{F03CF01E-E5DF-484E-BC42-24CC2AC23379}" srcOrd="2" destOrd="0" parTransId="{0D352B04-EFD2-4C80-B5A3-3B749A99AA68}" sibTransId="{38553BBD-9B78-4CDD-BBD9-79C29BBDA6F7}"/>
    <dgm:cxn modelId="{9C102886-0758-432E-B9A3-21AE71F87E52}" type="presOf" srcId="{94BE5AF1-EDB3-4158-8BEE-9DBB0DAA5C1D}" destId="{5C4B2163-CA44-4A2E-8B36-034420C8816D}" srcOrd="0" destOrd="0" presId="urn:microsoft.com/office/officeart/2008/layout/LinedList"/>
    <dgm:cxn modelId="{95729B99-1C84-40D3-B5BE-6CD340CA5B65}" srcId="{94BE5AF1-EDB3-4158-8BEE-9DBB0DAA5C1D}" destId="{0F8D5AA0-E54D-41AA-9D2D-E5246FE15C89}" srcOrd="1" destOrd="0" parTransId="{2F34DCBD-1AC7-4AAC-91D6-7B1874E0342C}" sibTransId="{314B8E77-E97B-4317-890D-B353360E57E4}"/>
    <dgm:cxn modelId="{46FC53A4-6C0C-4553-8FE7-4994C1118531}" type="presOf" srcId="{F03CF01E-E5DF-484E-BC42-24CC2AC23379}" destId="{70512697-0A68-48A3-8674-8DE4172E88FF}" srcOrd="0" destOrd="0" presId="urn:microsoft.com/office/officeart/2008/layout/LinedList"/>
    <dgm:cxn modelId="{5E0183D6-E07F-4100-8356-9EC43CACE049}" type="presOf" srcId="{8D5DA8E8-9421-425C-9803-8E4B2C4C1675}" destId="{7B820E58-8935-4162-B0A9-66A2EDC98EF6}" srcOrd="0" destOrd="0" presId="urn:microsoft.com/office/officeart/2008/layout/LinedList"/>
    <dgm:cxn modelId="{622687F0-D659-4944-BFEA-B3004E46EFB9}" srcId="{94BE5AF1-EDB3-4158-8BEE-9DBB0DAA5C1D}" destId="{8D5DA8E8-9421-425C-9803-8E4B2C4C1675}" srcOrd="0" destOrd="0" parTransId="{A87A9182-11F0-46B7-92DF-33439BCA7C2F}" sibTransId="{C5B5AE23-74C1-4FFC-A7F4-DA6E78F2A31E}"/>
    <dgm:cxn modelId="{B6ABA8F8-18A4-4E59-8072-AD8513AB6021}" type="presOf" srcId="{0F8D5AA0-E54D-41AA-9D2D-E5246FE15C89}" destId="{A16E4504-CD5C-4A87-892F-8498B9CCCE66}" srcOrd="0" destOrd="0" presId="urn:microsoft.com/office/officeart/2008/layout/LinedList"/>
    <dgm:cxn modelId="{F324B066-6970-4E4F-BDAB-5B3268FB97D0}" type="presParOf" srcId="{5C4B2163-CA44-4A2E-8B36-034420C8816D}" destId="{5A27C5F5-23B6-4F45-823A-8F5E25CB4C94}" srcOrd="0" destOrd="0" presId="urn:microsoft.com/office/officeart/2008/layout/LinedList"/>
    <dgm:cxn modelId="{436BDC09-BBC0-4048-A7E7-92BAA744DBA5}" type="presParOf" srcId="{5C4B2163-CA44-4A2E-8B36-034420C8816D}" destId="{6DE39A97-5DFE-4AF8-AD34-B70D1B30343A}" srcOrd="1" destOrd="0" presId="urn:microsoft.com/office/officeart/2008/layout/LinedList"/>
    <dgm:cxn modelId="{B1CE87E9-F1BE-4230-B896-650432884BE5}" type="presParOf" srcId="{6DE39A97-5DFE-4AF8-AD34-B70D1B30343A}" destId="{7B820E58-8935-4162-B0A9-66A2EDC98EF6}" srcOrd="0" destOrd="0" presId="urn:microsoft.com/office/officeart/2008/layout/LinedList"/>
    <dgm:cxn modelId="{8891EAE8-07DA-4AEB-8BA3-C42BDB8BD510}" type="presParOf" srcId="{6DE39A97-5DFE-4AF8-AD34-B70D1B30343A}" destId="{5CE5AF70-9FC4-4670-B269-6F45461B5354}" srcOrd="1" destOrd="0" presId="urn:microsoft.com/office/officeart/2008/layout/LinedList"/>
    <dgm:cxn modelId="{A35B8D0C-5924-4D33-86BB-848B3D17BE5E}" type="presParOf" srcId="{5C4B2163-CA44-4A2E-8B36-034420C8816D}" destId="{587F11C3-042B-43C1-B268-958CF08A1755}" srcOrd="2" destOrd="0" presId="urn:microsoft.com/office/officeart/2008/layout/LinedList"/>
    <dgm:cxn modelId="{D40BDAF9-C12A-45EC-9A12-53AA914B0C5A}" type="presParOf" srcId="{5C4B2163-CA44-4A2E-8B36-034420C8816D}" destId="{F3277A29-5EAE-4DC7-8F67-F8A600FA91D3}" srcOrd="3" destOrd="0" presId="urn:microsoft.com/office/officeart/2008/layout/LinedList"/>
    <dgm:cxn modelId="{E8E716B1-86B9-4AE2-BE3C-BF885D92418C}" type="presParOf" srcId="{F3277A29-5EAE-4DC7-8F67-F8A600FA91D3}" destId="{A16E4504-CD5C-4A87-892F-8498B9CCCE66}" srcOrd="0" destOrd="0" presId="urn:microsoft.com/office/officeart/2008/layout/LinedList"/>
    <dgm:cxn modelId="{A39E443F-A7C7-44EF-9A32-B2BE67CD069F}" type="presParOf" srcId="{F3277A29-5EAE-4DC7-8F67-F8A600FA91D3}" destId="{F085E433-F6F7-4EE5-80BC-077C76F28332}" srcOrd="1" destOrd="0" presId="urn:microsoft.com/office/officeart/2008/layout/LinedList"/>
    <dgm:cxn modelId="{E3307434-0E18-4AE0-93F2-63730B8E1F67}" type="presParOf" srcId="{5C4B2163-CA44-4A2E-8B36-034420C8816D}" destId="{A1DD9C9D-BFCF-4995-AE38-30132D2C7DA2}" srcOrd="4" destOrd="0" presId="urn:microsoft.com/office/officeart/2008/layout/LinedList"/>
    <dgm:cxn modelId="{3C29F303-89F9-4C0A-B630-9377D7740EF9}" type="presParOf" srcId="{5C4B2163-CA44-4A2E-8B36-034420C8816D}" destId="{4731F81B-8084-4FC4-B34E-CEBE9B046FD7}" srcOrd="5" destOrd="0" presId="urn:microsoft.com/office/officeart/2008/layout/LinedList"/>
    <dgm:cxn modelId="{6D686290-5F06-4027-A228-49576AAD8048}" type="presParOf" srcId="{4731F81B-8084-4FC4-B34E-CEBE9B046FD7}" destId="{70512697-0A68-48A3-8674-8DE4172E88FF}" srcOrd="0" destOrd="0" presId="urn:microsoft.com/office/officeart/2008/layout/LinedList"/>
    <dgm:cxn modelId="{DC607AB4-E0C2-4396-8D68-7F14E27BCA6A}" type="presParOf" srcId="{4731F81B-8084-4FC4-B34E-CEBE9B046FD7}" destId="{2FD0CBF0-9DD0-4761-A87C-DF73B2C0780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E0B775-DCD6-4BEB-BA96-7746953A2534}">
      <dsp:nvSpPr>
        <dsp:cNvPr id="0" name=""/>
        <dsp:cNvSpPr/>
      </dsp:nvSpPr>
      <dsp:spPr>
        <a:xfrm>
          <a:off x="5299645" y="2831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sp:txBody>
      <dsp:txXfrm>
        <a:off x="5322076" y="25262"/>
        <a:ext cx="5917239" cy="414643"/>
      </dsp:txXfrm>
    </dsp:sp>
    <dsp:sp modelId="{8D870C57-7ADF-4ADA-A8C8-8067E4E1AA9C}">
      <dsp:nvSpPr>
        <dsp:cNvPr id="0" name=""/>
        <dsp:cNvSpPr/>
      </dsp:nvSpPr>
      <dsp:spPr>
        <a:xfrm>
          <a:off x="5299645" y="485311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526182"/>
                <a:satOff val="2745"/>
                <a:lumOff val="-78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526182"/>
                <a:satOff val="2745"/>
                <a:lumOff val="-78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526182"/>
                <a:satOff val="2745"/>
                <a:lumOff val="-78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sp:txBody>
      <dsp:txXfrm>
        <a:off x="5322076" y="507742"/>
        <a:ext cx="5917239" cy="414643"/>
      </dsp:txXfrm>
    </dsp:sp>
    <dsp:sp modelId="{6588EB65-C784-423D-AE18-E3CF6265C1D6}">
      <dsp:nvSpPr>
        <dsp:cNvPr id="0" name=""/>
        <dsp:cNvSpPr/>
      </dsp:nvSpPr>
      <dsp:spPr>
        <a:xfrm>
          <a:off x="5299645" y="967792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1052364"/>
                <a:satOff val="5490"/>
                <a:lumOff val="-156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052364"/>
                <a:satOff val="5490"/>
                <a:lumOff val="-156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052364"/>
                <a:satOff val="5490"/>
                <a:lumOff val="-156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sp:txBody>
      <dsp:txXfrm>
        <a:off x="5322076" y="990223"/>
        <a:ext cx="5917239" cy="414643"/>
      </dsp:txXfrm>
    </dsp:sp>
    <dsp:sp modelId="{70189A93-22F1-4B00-BD68-876AE5271AAE}">
      <dsp:nvSpPr>
        <dsp:cNvPr id="0" name=""/>
        <dsp:cNvSpPr/>
      </dsp:nvSpPr>
      <dsp:spPr>
        <a:xfrm>
          <a:off x="5299645" y="1450272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sp:txBody>
      <dsp:txXfrm>
        <a:off x="5322076" y="1472703"/>
        <a:ext cx="5917239" cy="414643"/>
      </dsp:txXfrm>
    </dsp:sp>
    <dsp:sp modelId="{3831DEB3-39B7-4D0A-9DB8-037BECDD7790}">
      <dsp:nvSpPr>
        <dsp:cNvPr id="0" name=""/>
        <dsp:cNvSpPr/>
      </dsp:nvSpPr>
      <dsp:spPr>
        <a:xfrm>
          <a:off x="5299645" y="1932753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2104728"/>
                <a:satOff val="10981"/>
                <a:lumOff val="-313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104728"/>
                <a:satOff val="10981"/>
                <a:lumOff val="-313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104728"/>
                <a:satOff val="10981"/>
                <a:lumOff val="-313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sp:txBody>
      <dsp:txXfrm>
        <a:off x="5322076" y="1955184"/>
        <a:ext cx="5917239" cy="414643"/>
      </dsp:txXfrm>
    </dsp:sp>
    <dsp:sp modelId="{356775C3-4D34-450A-8B44-7D86E93032A5}">
      <dsp:nvSpPr>
        <dsp:cNvPr id="0" name=""/>
        <dsp:cNvSpPr/>
      </dsp:nvSpPr>
      <dsp:spPr>
        <a:xfrm>
          <a:off x="5299645" y="2415233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2630910"/>
                <a:satOff val="13726"/>
                <a:lumOff val="-392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630910"/>
                <a:satOff val="13726"/>
                <a:lumOff val="-392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630910"/>
                <a:satOff val="13726"/>
                <a:lumOff val="-392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sp:txBody>
      <dsp:txXfrm>
        <a:off x="5322076" y="2437664"/>
        <a:ext cx="5917239" cy="414643"/>
      </dsp:txXfrm>
    </dsp:sp>
    <dsp:sp modelId="{18232ADC-C076-49B0-9CD3-41278FA6D915}">
      <dsp:nvSpPr>
        <dsp:cNvPr id="0" name=""/>
        <dsp:cNvSpPr/>
      </dsp:nvSpPr>
      <dsp:spPr>
        <a:xfrm>
          <a:off x="5299645" y="2897714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sp:txBody>
      <dsp:txXfrm>
        <a:off x="5322076" y="2920145"/>
        <a:ext cx="5917239" cy="414643"/>
      </dsp:txXfrm>
    </dsp:sp>
    <dsp:sp modelId="{C2175BCC-CBB7-4BF3-9511-2D8C3F0FE10F}">
      <dsp:nvSpPr>
        <dsp:cNvPr id="0" name=""/>
        <dsp:cNvSpPr/>
      </dsp:nvSpPr>
      <dsp:spPr>
        <a:xfrm>
          <a:off x="5299645" y="3380194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3683274"/>
                <a:satOff val="19217"/>
                <a:lumOff val="-549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683274"/>
                <a:satOff val="19217"/>
                <a:lumOff val="-549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683274"/>
                <a:satOff val="19217"/>
                <a:lumOff val="-549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sp:txBody>
      <dsp:txXfrm>
        <a:off x="5322076" y="3402625"/>
        <a:ext cx="5917239" cy="414643"/>
      </dsp:txXfrm>
    </dsp:sp>
    <dsp:sp modelId="{1A5ED826-5D00-4CB2-87B5-BEC5EC62E772}">
      <dsp:nvSpPr>
        <dsp:cNvPr id="0" name=""/>
        <dsp:cNvSpPr/>
      </dsp:nvSpPr>
      <dsp:spPr>
        <a:xfrm>
          <a:off x="5299645" y="3862674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4209456"/>
                <a:satOff val="21962"/>
                <a:lumOff val="-627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209456"/>
                <a:satOff val="21962"/>
                <a:lumOff val="-627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209456"/>
                <a:satOff val="21962"/>
                <a:lumOff val="-627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 &amp; Achieved Goals</a:t>
          </a:r>
        </a:p>
      </dsp:txBody>
      <dsp:txXfrm>
        <a:off x="5322076" y="3885105"/>
        <a:ext cx="5917239" cy="414643"/>
      </dsp:txXfrm>
    </dsp:sp>
    <dsp:sp modelId="{DD9B7236-1E08-409A-9F65-F940323D19C0}">
      <dsp:nvSpPr>
        <dsp:cNvPr id="0" name=""/>
        <dsp:cNvSpPr/>
      </dsp:nvSpPr>
      <dsp:spPr>
        <a:xfrm>
          <a:off x="5299645" y="4345155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sp:txBody>
      <dsp:txXfrm>
        <a:off x="5322076" y="4367586"/>
        <a:ext cx="5917239" cy="4146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>
              <a:latin typeface="Calibri Light"/>
              <a:cs typeface="Calibri Light"/>
            </a:rPr>
            <a:t>Java is used as the language to create the functionality.</a:t>
          </a:r>
          <a:endParaRPr lang="en-US" sz="2600" kern="1200" dirty="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 dirty="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Google’s Java Coding Standard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Github</a:t>
          </a:r>
          <a:r>
            <a:rPr lang="en-US" sz="2600" kern="1200" dirty="0"/>
            <a:t>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51" y="7245"/>
          <a:ext cx="4905053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2300" b="1" kern="1200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sp:txBody>
      <dsp:txXfrm>
        <a:off x="51" y="7245"/>
        <a:ext cx="4905053" cy="662400"/>
      </dsp:txXfrm>
    </dsp:sp>
    <dsp:sp modelId="{AD423238-9BB4-400E-8A17-60392CB4CA8A}">
      <dsp:nvSpPr>
        <dsp:cNvPr id="0" name=""/>
        <dsp:cNvSpPr/>
      </dsp:nvSpPr>
      <dsp:spPr>
        <a:xfrm>
          <a:off x="51" y="669646"/>
          <a:ext cx="4905053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Commons-CSV 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/>
            <a:t>Reading data</a:t>
          </a:r>
        </a:p>
      </dsp:txBody>
      <dsp:txXfrm>
        <a:off x="51" y="669646"/>
        <a:ext cx="4905053" cy="1010160"/>
      </dsp:txXfrm>
    </dsp:sp>
    <dsp:sp modelId="{C69EBD1D-33B8-41A3-9F1A-B18E772B4FED}">
      <dsp:nvSpPr>
        <dsp:cNvPr id="0" name=""/>
        <dsp:cNvSpPr/>
      </dsp:nvSpPr>
      <dsp:spPr>
        <a:xfrm>
          <a:off x="5591812" y="7245"/>
          <a:ext cx="4905053" cy="6624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sp:txBody>
      <dsp:txXfrm>
        <a:off x="5591812" y="7245"/>
        <a:ext cx="4905053" cy="662400"/>
      </dsp:txXfrm>
    </dsp:sp>
    <dsp:sp modelId="{5ADA738D-7366-4CF7-9EEF-48BD3EE37EB5}">
      <dsp:nvSpPr>
        <dsp:cNvPr id="0" name=""/>
        <dsp:cNvSpPr/>
      </dsp:nvSpPr>
      <dsp:spPr>
        <a:xfrm>
          <a:off x="5591812" y="669646"/>
          <a:ext cx="4905053" cy="10101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Commons-Codec 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/>
            <a:t>Indexing</a:t>
          </a:r>
        </a:p>
      </dsp:txBody>
      <dsp:txXfrm>
        <a:off x="5591812" y="669646"/>
        <a:ext cx="4905053" cy="101016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2E45B-D372-4721-8183-AA5B7E19B777}">
      <dsp:nvSpPr>
        <dsp:cNvPr id="0" name=""/>
        <dsp:cNvSpPr/>
      </dsp:nvSpPr>
      <dsp:spPr>
        <a:xfrm>
          <a:off x="0" y="0"/>
          <a:ext cx="5266159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sp:txBody>
      <dsp:txXfrm>
        <a:off x="0" y="0"/>
        <a:ext cx="5266159" cy="662400"/>
      </dsp:txXfrm>
    </dsp:sp>
    <dsp:sp modelId="{D1812548-A25A-4654-8437-FB566D117311}">
      <dsp:nvSpPr>
        <dsp:cNvPr id="0" name=""/>
        <dsp:cNvSpPr/>
      </dsp:nvSpPr>
      <dsp:spPr>
        <a:xfrm>
          <a:off x="0" y="669646"/>
          <a:ext cx="5266159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 err="1">
              <a:latin typeface="Corbel"/>
            </a:rPr>
            <a:t>Xdrop's</a:t>
          </a:r>
          <a:r>
            <a:rPr lang="en-US" sz="2300" kern="1200" dirty="0">
              <a:latin typeface="Corbel"/>
            </a:rPr>
            <a:t> </a:t>
          </a:r>
          <a:r>
            <a:rPr lang="en-US" sz="2300" kern="1200" dirty="0" err="1">
              <a:latin typeface="Corbel"/>
            </a:rPr>
            <a:t>FuzzyWuzzy</a:t>
          </a:r>
          <a:r>
            <a:rPr lang="en-US" sz="2300" kern="1200" dirty="0">
              <a:latin typeface="Corbel"/>
            </a:rPr>
            <a:t> 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>
              <a:latin typeface="Corbel"/>
            </a:rPr>
            <a:t>Record pair comparison</a:t>
          </a:r>
        </a:p>
      </dsp:txBody>
      <dsp:txXfrm>
        <a:off x="0" y="669646"/>
        <a:ext cx="5266159" cy="101016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sz="31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732713"/>
        <a:ext cx="9783763" cy="68307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sp:txBody>
      <dsp:txXfrm>
        <a:off x="3952" y="85347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671853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671853"/>
        <a:ext cx="2376667" cy="3293303"/>
      </dsp:txXfrm>
    </dsp:sp>
    <dsp:sp modelId="{F42C6B58-D9EE-448A-948D-50CDFC4BDCA9}">
      <dsp:nvSpPr>
        <dsp:cNvPr id="0" name=""/>
        <dsp:cNvSpPr/>
      </dsp:nvSpPr>
      <dsp:spPr>
        <a:xfrm>
          <a:off x="2713353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sp:txBody>
      <dsp:txXfrm>
        <a:off x="2713353" y="85347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661347"/>
        <a:ext cx="2376667" cy="3293303"/>
      </dsp:txXfrm>
    </dsp:sp>
    <dsp:sp modelId="{A9488153-CE7A-4FE3-887C-2CFC8E597351}">
      <dsp:nvSpPr>
        <dsp:cNvPr id="0" name=""/>
        <dsp:cNvSpPr/>
      </dsp:nvSpPr>
      <dsp:spPr>
        <a:xfrm>
          <a:off x="5422754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sp:txBody>
      <dsp:txXfrm>
        <a:off x="5422754" y="85347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661347"/>
        <a:ext cx="2376667" cy="3293303"/>
      </dsp:txXfrm>
    </dsp:sp>
    <dsp:sp modelId="{C002646F-ED7E-4E38-BE1B-E290CE09F2CD}">
      <dsp:nvSpPr>
        <dsp:cNvPr id="0" name=""/>
        <dsp:cNvSpPr/>
      </dsp:nvSpPr>
      <dsp:spPr>
        <a:xfrm>
          <a:off x="8132155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sp:txBody>
      <dsp:txXfrm>
        <a:off x="8132155" y="85347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661347"/>
        <a:ext cx="2376667" cy="329330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N*M comparisons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 = 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M = 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approach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Over </a:t>
          </a:r>
          <a:r>
            <a:rPr lang="en-US" sz="2900" b="1" kern="1200" dirty="0"/>
            <a:t>25 minutes</a:t>
          </a:r>
          <a:r>
            <a:rPr lang="en-US" sz="2900" kern="1200" dirty="0"/>
            <a:t>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B16C54-48B8-41BD-AA4B-F093E4BC78BF}">
      <dsp:nvSpPr>
        <dsp:cNvPr id="0" name=""/>
        <dsp:cNvSpPr/>
      </dsp:nvSpPr>
      <dsp:spPr>
        <a:xfrm>
          <a:off x="4229912" y="462574"/>
          <a:ext cx="1323441" cy="12711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17EE37-C8C2-4CE1-8E84-F26B4BE8A19B}">
      <dsp:nvSpPr>
        <dsp:cNvPr id="0" name=""/>
        <dsp:cNvSpPr/>
      </dsp:nvSpPr>
      <dsp:spPr>
        <a:xfrm>
          <a:off x="1928" y="1736537"/>
          <a:ext cx="2919375" cy="7937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First Approach</a:t>
          </a:r>
        </a:p>
      </dsp:txBody>
      <dsp:txXfrm>
        <a:off x="1928" y="1736537"/>
        <a:ext cx="2919375" cy="793705"/>
      </dsp:txXfrm>
    </dsp:sp>
    <dsp:sp modelId="{3FFD884C-6A8F-4DD3-BBAA-10C2FE27A00B}">
      <dsp:nvSpPr>
        <dsp:cNvPr id="0" name=""/>
        <dsp:cNvSpPr/>
      </dsp:nvSpPr>
      <dsp:spPr>
        <a:xfrm>
          <a:off x="1928" y="2569002"/>
          <a:ext cx="2919375" cy="3404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32 comparisons</a:t>
          </a:r>
        </a:p>
      </dsp:txBody>
      <dsp:txXfrm>
        <a:off x="1928" y="2569002"/>
        <a:ext cx="2919375" cy="340446"/>
      </dsp:txXfrm>
    </dsp:sp>
    <dsp:sp modelId="{17F51DFA-0627-4EFC-9B5A-F618C51FDD75}">
      <dsp:nvSpPr>
        <dsp:cNvPr id="0" name=""/>
        <dsp:cNvSpPr/>
      </dsp:nvSpPr>
      <dsp:spPr>
        <a:xfrm>
          <a:off x="774578" y="462574"/>
          <a:ext cx="1323441" cy="12711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3CB981-E9C4-4C0C-919C-23BC76ED03B6}">
      <dsp:nvSpPr>
        <dsp:cNvPr id="0" name=""/>
        <dsp:cNvSpPr/>
      </dsp:nvSpPr>
      <dsp:spPr>
        <a:xfrm>
          <a:off x="3432194" y="1736537"/>
          <a:ext cx="2919375" cy="7937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Second Approach</a:t>
          </a:r>
        </a:p>
      </dsp:txBody>
      <dsp:txXfrm>
        <a:off x="3432194" y="1736537"/>
        <a:ext cx="2919375" cy="793705"/>
      </dsp:txXfrm>
    </dsp:sp>
    <dsp:sp modelId="{F8F4A958-4A74-476E-8180-C8C3A2AFD473}">
      <dsp:nvSpPr>
        <dsp:cNvPr id="0" name=""/>
        <dsp:cNvSpPr/>
      </dsp:nvSpPr>
      <dsp:spPr>
        <a:xfrm>
          <a:off x="3432194" y="2569002"/>
          <a:ext cx="2919375" cy="3404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4 * 2 = 8 comparisons</a:t>
          </a:r>
        </a:p>
      </dsp:txBody>
      <dsp:txXfrm>
        <a:off x="3432194" y="2569002"/>
        <a:ext cx="2919375" cy="340446"/>
      </dsp:txXfrm>
    </dsp:sp>
    <dsp:sp modelId="{A3EF11FD-390B-4D88-886A-1AB6CA038672}">
      <dsp:nvSpPr>
        <dsp:cNvPr id="0" name=""/>
        <dsp:cNvSpPr/>
      </dsp:nvSpPr>
      <dsp:spPr>
        <a:xfrm>
          <a:off x="7660426" y="504390"/>
          <a:ext cx="1323441" cy="12711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8F159C-C4D2-4B01-9DFE-C9E98C679BFD}">
      <dsp:nvSpPr>
        <dsp:cNvPr id="0" name=""/>
        <dsp:cNvSpPr/>
      </dsp:nvSpPr>
      <dsp:spPr>
        <a:xfrm>
          <a:off x="6862459" y="1734171"/>
          <a:ext cx="2919375" cy="7937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 this specific scenario</a:t>
          </a:r>
        </a:p>
      </dsp:txBody>
      <dsp:txXfrm>
        <a:off x="6862459" y="1734171"/>
        <a:ext cx="2919375" cy="793705"/>
      </dsp:txXfrm>
    </dsp:sp>
    <dsp:sp modelId="{18D915E6-1427-4D4D-8234-67C5FC3D9004}">
      <dsp:nvSpPr>
        <dsp:cNvPr id="0" name=""/>
        <dsp:cNvSpPr/>
      </dsp:nvSpPr>
      <dsp:spPr>
        <a:xfrm>
          <a:off x="6862459" y="2566636"/>
          <a:ext cx="2919375" cy="34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1 – (8/32) = 0.75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Reduced # of comparisons by </a:t>
          </a:r>
          <a:r>
            <a:rPr lang="en-US" sz="2400" b="1" kern="1200" dirty="0"/>
            <a:t>75</a:t>
          </a:r>
          <a:r>
            <a:rPr lang="en-US" sz="2400" kern="1200" dirty="0"/>
            <a:t>%</a:t>
          </a:r>
        </a:p>
      </dsp:txBody>
      <dsp:txXfrm>
        <a:off x="6862459" y="2566636"/>
        <a:ext cx="2919375" cy="34517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576691"/>
          <a:ext cx="6918636" cy="2513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83184" rIns="536963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Group similar records together by phonetic encoding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634,598,250        841,138 comparisons!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Reduced # of comparisons by </a:t>
          </a:r>
          <a:r>
            <a:rPr lang="en-US" sz="2800" b="1" kern="1200" dirty="0"/>
            <a:t>99.9</a:t>
          </a:r>
          <a:r>
            <a:rPr lang="en-US" sz="2800" kern="1200" dirty="0"/>
            <a:t>%</a:t>
          </a:r>
        </a:p>
      </dsp:txBody>
      <dsp:txXfrm>
        <a:off x="0" y="576691"/>
        <a:ext cx="6918636" cy="2513700"/>
      </dsp:txXfrm>
    </dsp:sp>
    <dsp:sp modelId="{028E6A7E-23BA-4F12-8DC1-7FD956608DDD}">
      <dsp:nvSpPr>
        <dsp:cNvPr id="0" name=""/>
        <dsp:cNvSpPr/>
      </dsp:nvSpPr>
      <dsp:spPr>
        <a:xfrm>
          <a:off x="345931" y="163411"/>
          <a:ext cx="4843045" cy="8265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sp:txBody>
      <dsp:txXfrm>
        <a:off x="386280" y="203760"/>
        <a:ext cx="4762347" cy="745862"/>
      </dsp:txXfrm>
    </dsp:sp>
    <dsp:sp modelId="{07B3EA0B-0A65-415B-9037-DA23320F68C7}">
      <dsp:nvSpPr>
        <dsp:cNvPr id="0" name=""/>
        <dsp:cNvSpPr/>
      </dsp:nvSpPr>
      <dsp:spPr>
        <a:xfrm>
          <a:off x="0" y="3654871"/>
          <a:ext cx="6918636" cy="1190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83184" rIns="536963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/>
            <a:t>~1 second</a:t>
          </a:r>
          <a:r>
            <a:rPr lang="en-US" sz="2800" kern="1200" dirty="0"/>
            <a:t>!</a:t>
          </a:r>
        </a:p>
      </dsp:txBody>
      <dsp:txXfrm>
        <a:off x="0" y="3654871"/>
        <a:ext cx="6918636" cy="1190700"/>
      </dsp:txXfrm>
    </dsp:sp>
    <dsp:sp modelId="{6A9ADE83-535F-402B-8DB7-34B1937E93A9}">
      <dsp:nvSpPr>
        <dsp:cNvPr id="0" name=""/>
        <dsp:cNvSpPr/>
      </dsp:nvSpPr>
      <dsp:spPr>
        <a:xfrm>
          <a:off x="345931" y="3241591"/>
          <a:ext cx="4843045" cy="82656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6280" y="3281940"/>
        <a:ext cx="4762347" cy="745862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322171" y="163"/>
          <a:ext cx="3366501" cy="12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6990" tIns="46990" rIns="46990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sp:txBody>
      <dsp:txXfrm>
        <a:off x="357927" y="35919"/>
        <a:ext cx="3294989" cy="1149288"/>
      </dsp:txXfrm>
    </dsp:sp>
    <dsp:sp modelId="{F7B44F27-8D32-48FF-8826-BD05CF95E4AE}">
      <dsp:nvSpPr>
        <dsp:cNvPr id="0" name=""/>
        <dsp:cNvSpPr/>
      </dsp:nvSpPr>
      <dsp:spPr>
        <a:xfrm rot="5400000">
          <a:off x="1913768" y="1312617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322171" y="1587580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 err="1">
              <a:effectLst/>
              <a:latin typeface="Century Gothic" panose="020B0502020202020204"/>
            </a:rPr>
            <a:t>Levenshtein</a:t>
          </a:r>
          <a:r>
            <a:rPr lang="en-US" sz="2400" b="0" kern="1200" dirty="0">
              <a:effectLst/>
              <a:latin typeface="Century Gothic" panose="020B0502020202020204"/>
            </a:rPr>
            <a:t> Distance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>
              <a:effectLst/>
              <a:latin typeface="Century Gothic" panose="020B0502020202020204"/>
            </a:rPr>
            <a:t>Ex. Axel ~ Axe = 75</a:t>
          </a:r>
        </a:p>
      </dsp:txBody>
      <dsp:txXfrm>
        <a:off x="357927" y="1623336"/>
        <a:ext cx="3294989" cy="1149288"/>
      </dsp:txXfrm>
    </dsp:sp>
    <dsp:sp modelId="{3EBF592A-E30A-45DE-9EDD-356D40AF341D}">
      <dsp:nvSpPr>
        <dsp:cNvPr id="0" name=""/>
        <dsp:cNvSpPr/>
      </dsp:nvSpPr>
      <dsp:spPr>
        <a:xfrm rot="5400000">
          <a:off x="1913768" y="2900034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322171" y="3174997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Century Gothic" panose="020B0502020202020204"/>
            </a:rPr>
            <a:t>Ratio between 0 – 100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Century Gothic" panose="020B0502020202020204"/>
            </a:rPr>
            <a:t>100 * (1 – (# edits / length of longest string))</a:t>
          </a:r>
        </a:p>
      </dsp:txBody>
      <dsp:txXfrm>
        <a:off x="357927" y="3210753"/>
        <a:ext cx="3294989" cy="1149288"/>
      </dsp:txXfrm>
    </dsp:sp>
    <dsp:sp modelId="{2A6CC642-ED98-477F-800C-E6B8666570A2}">
      <dsp:nvSpPr>
        <dsp:cNvPr id="0" name=""/>
        <dsp:cNvSpPr/>
      </dsp:nvSpPr>
      <dsp:spPr>
        <a:xfrm>
          <a:off x="4275258" y="163"/>
          <a:ext cx="3366501" cy="12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6990" tIns="46990" rIns="46990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sp:txBody>
      <dsp:txXfrm>
        <a:off x="4311014" y="35919"/>
        <a:ext cx="3294989" cy="1149288"/>
      </dsp:txXfrm>
    </dsp:sp>
    <dsp:sp modelId="{34EFB7F3-3D94-4ACA-BB41-7CF507BC2021}">
      <dsp:nvSpPr>
        <dsp:cNvPr id="0" name=""/>
        <dsp:cNvSpPr/>
      </dsp:nvSpPr>
      <dsp:spPr>
        <a:xfrm rot="5400000">
          <a:off x="5866855" y="1312617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275258" y="1587580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latin typeface="Century Gothic" panose="020B0502020202020204"/>
            </a:rPr>
            <a:t>Weights per field</a:t>
          </a:r>
        </a:p>
      </dsp:txBody>
      <dsp:txXfrm>
        <a:off x="4311014" y="1623336"/>
        <a:ext cx="3294989" cy="1149288"/>
      </dsp:txXfrm>
    </dsp:sp>
    <dsp:sp modelId="{24B1C36D-6622-401D-9D69-1D125DD8F20D}">
      <dsp:nvSpPr>
        <dsp:cNvPr id="0" name=""/>
        <dsp:cNvSpPr/>
      </dsp:nvSpPr>
      <dsp:spPr>
        <a:xfrm rot="5400000">
          <a:off x="5866855" y="2900034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275258" y="3174997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Century Gothic" panose="020B0502020202020204"/>
            </a:rPr>
            <a:t>Sum of weights equal to 1</a:t>
          </a:r>
        </a:p>
      </dsp:txBody>
      <dsp:txXfrm>
        <a:off x="4311014" y="3210753"/>
        <a:ext cx="3294989" cy="1149288"/>
      </dsp:txXfrm>
    </dsp:sp>
    <dsp:sp modelId="{FE29B2E6-0DFD-4E8D-8A1D-A3FEE9155C59}">
      <dsp:nvSpPr>
        <dsp:cNvPr id="0" name=""/>
        <dsp:cNvSpPr/>
      </dsp:nvSpPr>
      <dsp:spPr>
        <a:xfrm>
          <a:off x="8228346" y="163"/>
          <a:ext cx="3366501" cy="12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6990" tIns="46990" rIns="46990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</a:p>
      </dsp:txBody>
      <dsp:txXfrm>
        <a:off x="8264102" y="35919"/>
        <a:ext cx="3294989" cy="1149288"/>
      </dsp:txXfrm>
    </dsp:sp>
    <dsp:sp modelId="{F27FDEDF-EFBC-406B-845C-1BC921088F27}">
      <dsp:nvSpPr>
        <dsp:cNvPr id="0" name=""/>
        <dsp:cNvSpPr/>
      </dsp:nvSpPr>
      <dsp:spPr>
        <a:xfrm rot="5400000">
          <a:off x="9819942" y="1312617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228346" y="1587580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sp:txBody>
      <dsp:txXfrm>
        <a:off x="8264102" y="1623336"/>
        <a:ext cx="3294989" cy="1149288"/>
      </dsp:txXfrm>
    </dsp:sp>
    <dsp:sp modelId="{280C6913-0113-4971-8841-173AD483A080}">
      <dsp:nvSpPr>
        <dsp:cNvPr id="0" name=""/>
        <dsp:cNvSpPr/>
      </dsp:nvSpPr>
      <dsp:spPr>
        <a:xfrm rot="5400000">
          <a:off x="9819942" y="2900034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228346" y="3174997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latin typeface="Century Gothic" panose="020B0502020202020204"/>
            </a:rPr>
            <a:t>A score of 100 is a perfect match</a:t>
          </a:r>
        </a:p>
      </dsp:txBody>
      <dsp:txXfrm>
        <a:off x="8264102" y="3210753"/>
        <a:ext cx="3294989" cy="114928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sp:txBody>
      <dsp:txXfrm>
        <a:off x="3007" y="429933"/>
        <a:ext cx="2932733" cy="1157375"/>
      </dsp:txXfrm>
    </dsp:sp>
    <dsp:sp modelId="{9C8415EA-9F97-423D-85D6-1361494AF506}">
      <dsp:nvSpPr>
        <dsp:cNvPr id="0" name=""/>
        <dsp:cNvSpPr/>
      </dsp:nvSpPr>
      <dsp:spPr>
        <a:xfrm>
          <a:off x="3007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[ 0, 70)</a:t>
          </a:r>
          <a:endParaRPr lang="en-US" sz="3200" kern="1200">
            <a:latin typeface="Century Gothic"/>
          </a:endParaRPr>
        </a:p>
      </dsp:txBody>
      <dsp:txXfrm>
        <a:off x="3007" y="1587309"/>
        <a:ext cx="2932733" cy="1405440"/>
      </dsp:txXfrm>
    </dsp:sp>
    <dsp:sp modelId="{5B6DAA36-6AD9-4290-97AA-8B4D841F7619}">
      <dsp:nvSpPr>
        <dsp:cNvPr id="0" name=""/>
        <dsp:cNvSpPr/>
      </dsp:nvSpPr>
      <dsp:spPr>
        <a:xfrm>
          <a:off x="3346324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3346324" y="429933"/>
        <a:ext cx="2932733" cy="1157375"/>
      </dsp:txXfrm>
    </dsp:sp>
    <dsp:sp modelId="{D49AED09-BD53-4876-9BBC-040D753C6882}">
      <dsp:nvSpPr>
        <dsp:cNvPr id="0" name=""/>
        <dsp:cNvSpPr/>
      </dsp:nvSpPr>
      <dsp:spPr>
        <a:xfrm>
          <a:off x="3346324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[70, 90)</a:t>
          </a:r>
          <a:endParaRPr lang="en-US" sz="3200" kern="1200">
            <a:latin typeface="Century Gothic"/>
          </a:endParaRPr>
        </a:p>
      </dsp:txBody>
      <dsp:txXfrm>
        <a:off x="3346324" y="1587309"/>
        <a:ext cx="2932733" cy="1405440"/>
      </dsp:txXfrm>
    </dsp:sp>
    <dsp:sp modelId="{7AC0FAFC-06CC-4EA6-BFFE-D92CC0A8CE68}">
      <dsp:nvSpPr>
        <dsp:cNvPr id="0" name=""/>
        <dsp:cNvSpPr/>
      </dsp:nvSpPr>
      <dsp:spPr>
        <a:xfrm>
          <a:off x="6689641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6689641" y="429933"/>
        <a:ext cx="2932733" cy="1157375"/>
      </dsp:txXfrm>
    </dsp:sp>
    <dsp:sp modelId="{0F324DFC-98A1-4870-B3E1-F4078E06D589}">
      <dsp:nvSpPr>
        <dsp:cNvPr id="0" name=""/>
        <dsp:cNvSpPr/>
      </dsp:nvSpPr>
      <dsp:spPr>
        <a:xfrm>
          <a:off x="6689641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[ 90, 100]</a:t>
          </a:r>
          <a:endParaRPr lang="en-US" sz="3200" kern="1200">
            <a:latin typeface="Century Gothic"/>
          </a:endParaRPr>
        </a:p>
      </dsp:txBody>
      <dsp:txXfrm>
        <a:off x="6689641" y="1587309"/>
        <a:ext cx="2932733" cy="140544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F9760B-C131-4D10-8E5E-058EEC7C4C8F}">
      <dsp:nvSpPr>
        <dsp:cNvPr id="0" name=""/>
        <dsp:cNvSpPr/>
      </dsp:nvSpPr>
      <dsp:spPr>
        <a:xfrm>
          <a:off x="0" y="0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04E698-8F27-48AA-9C99-CD635CA2305C}">
      <dsp:nvSpPr>
        <dsp:cNvPr id="0" name=""/>
        <dsp:cNvSpPr/>
      </dsp:nvSpPr>
      <dsp:spPr>
        <a:xfrm>
          <a:off x="0" y="0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</a:t>
          </a:r>
        </a:p>
      </dsp:txBody>
      <dsp:txXfrm>
        <a:off x="0" y="0"/>
        <a:ext cx="9783763" cy="854051"/>
      </dsp:txXfrm>
    </dsp:sp>
    <dsp:sp modelId="{495EFAFE-2419-4578-ABFB-2294DE55C769}">
      <dsp:nvSpPr>
        <dsp:cNvPr id="0" name=""/>
        <dsp:cNvSpPr/>
      </dsp:nvSpPr>
      <dsp:spPr>
        <a:xfrm>
          <a:off x="0" y="854051"/>
          <a:ext cx="9783763" cy="0"/>
        </a:xfrm>
        <a:prstGeom prst="line">
          <a:avLst/>
        </a:prstGeom>
        <a:solidFill>
          <a:schemeClr val="accent2">
            <a:hueOff val="1578546"/>
            <a:satOff val="8236"/>
            <a:lumOff val="-2353"/>
            <a:alphaOff val="0"/>
          </a:schemeClr>
        </a:solidFill>
        <a:ln w="12700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7F1DF1-AA26-4DF2-8ADF-9199E9E879B8}">
      <dsp:nvSpPr>
        <dsp:cNvPr id="0" name=""/>
        <dsp:cNvSpPr/>
      </dsp:nvSpPr>
      <dsp:spPr>
        <a:xfrm>
          <a:off x="0" y="854051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Flexibility</a:t>
          </a:r>
        </a:p>
      </dsp:txBody>
      <dsp:txXfrm>
        <a:off x="0" y="854051"/>
        <a:ext cx="9783763" cy="854051"/>
      </dsp:txXfrm>
    </dsp:sp>
    <dsp:sp modelId="{7B450178-9414-4CB0-BF61-F36A8A1EE1CD}">
      <dsp:nvSpPr>
        <dsp:cNvPr id="0" name=""/>
        <dsp:cNvSpPr/>
      </dsp:nvSpPr>
      <dsp:spPr>
        <a:xfrm>
          <a:off x="0" y="1708102"/>
          <a:ext cx="9783763" cy="0"/>
        </a:xfrm>
        <a:prstGeom prst="line">
          <a:avLst/>
        </a:prstGeom>
        <a:solidFill>
          <a:schemeClr val="accent2">
            <a:hueOff val="3157092"/>
            <a:satOff val="16471"/>
            <a:lumOff val="-4705"/>
            <a:alphaOff val="0"/>
          </a:schemeClr>
        </a:solidFill>
        <a:ln w="12700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708102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sp:txBody>
      <dsp:txXfrm>
        <a:off x="0" y="1708102"/>
        <a:ext cx="9783763" cy="854051"/>
      </dsp:txXfrm>
    </dsp:sp>
    <dsp:sp modelId="{65FB1179-9DD4-434F-AA22-5F98BE6DF225}">
      <dsp:nvSpPr>
        <dsp:cNvPr id="0" name=""/>
        <dsp:cNvSpPr/>
      </dsp:nvSpPr>
      <dsp:spPr>
        <a:xfrm>
          <a:off x="0" y="256215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562153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sp:txBody>
      <dsp:txXfrm>
        <a:off x="0" y="2562153"/>
        <a:ext cx="9783763" cy="854051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27C5F5-23B6-4F45-823A-8F5E25CB4C94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20E58-8935-4162-B0A9-66A2EDC98EF6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sp:txBody>
      <dsp:txXfrm>
        <a:off x="0" y="1668"/>
        <a:ext cx="9783763" cy="1137622"/>
      </dsp:txXfrm>
    </dsp:sp>
    <dsp:sp modelId="{587F11C3-042B-43C1-B268-958CF08A175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E4504-CD5C-4A87-892F-8498B9CCCE66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sp:txBody>
      <dsp:txXfrm>
        <a:off x="0" y="1139291"/>
        <a:ext cx="9783763" cy="1137622"/>
      </dsp:txXfrm>
    </dsp:sp>
    <dsp:sp modelId="{A1DD9C9D-BFCF-4995-AE38-30132D2C7DA2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512697-0A68-48A3-8674-8DE4172E88FF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SalesPage</a:t>
          </a: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is very impressed and happy with the results</a:t>
          </a:r>
        </a:p>
      </dsp:txBody>
      <dsp:txXfrm>
        <a:off x="0" y="2276913"/>
        <a:ext cx="9783763" cy="11376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4/16/2019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441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AXEL HERE</a:t>
            </a:r>
          </a:p>
          <a:p>
            <a:r>
              <a:rPr lang="en-US" dirty="0"/>
              <a:t>Requirements -&gt; Implementation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82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is a build automation tool used primarily for Java projects. Maven addresses two aspects of building software: first, it describes how software is built, and second, it describes its dependencies.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Phases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hardly a comprehensive list, these are the most common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lifecycle phases executed.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validate the project is correct and all necessary information is available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compile the source code of the project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the compiled source code using a suitable unit testing framework. These tests should not require the code be packaged or deployed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take the compiled code and package it in its distributable format, such as a JAR.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integration-test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process and deploy the package if necessary into an environment where integration tests can be run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run any checks to verify the package is valid and meets quality criteria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install the package into the local repository, for use as a dependency in other projects locally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done in an integration or release environment, copies the final package to the remote repository for sharing with other developers and projects.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two other Maven lifecycles of note beyond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list above. They are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cleans up artifacts created by prior builds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generates site documentation for this project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90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31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421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59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7475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792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GREG HERE</a:t>
            </a:r>
          </a:p>
          <a:p>
            <a:r>
              <a:rPr lang="en-US" dirty="0"/>
              <a:t>Record pair comparison -&gt;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113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536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0551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AXEL HERE</a:t>
            </a:r>
          </a:p>
          <a:p>
            <a:r>
              <a:rPr lang="en-US" dirty="0"/>
              <a:t>Testing -&gt; Maintainability &amp; Achieved Goals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879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is a build automation tool used primarily for Java projects. Maven addresses two aspects of building software: first, it describes how software is built, and second, it describes its dependencies.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Phases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hardly a comprehensive list, these are the most common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lifecycle phases executed.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validate the project is correct and all necessary information is available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compile the source code of the project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the compiled source code using a suitable unit testing framework. These tests should not require the code be packaged or deployed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take the compiled code and package it in its distributable format, such as a JAR.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integration-test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process and deploy the package if necessary into an environment where integration tests can be run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run any checks to verify the package is valid and meets quality criteria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install the package into the local repository, for use as a dependency in other projects locally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done in an integration or release environment, copies the final package to the remote repository for sharing with other developers and projects.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two other Maven lifecycles of note beyond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list above. They are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cleans up artifacts created by prior builds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generates site documentation for this project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462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GREG HERE</a:t>
            </a:r>
          </a:p>
          <a:p>
            <a:r>
              <a:rPr lang="en-US" dirty="0"/>
              <a:t>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968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1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1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1.xml"/><Relationship Id="rId5" Type="http://schemas.openxmlformats.org/officeDocument/2006/relationships/diagramLayout" Target="../diagrams/layout11.xml"/><Relationship Id="rId4" Type="http://schemas.openxmlformats.org/officeDocument/2006/relationships/diagramData" Target="../diagrams/data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5.xml"/><Relationship Id="rId7" Type="http://schemas.microsoft.com/office/2007/relationships/diagramDrawing" Target="../diagrams/drawing1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5.xml"/><Relationship Id="rId5" Type="http://schemas.openxmlformats.org/officeDocument/2006/relationships/diagramQuickStyle" Target="../diagrams/quickStyle15.xml"/><Relationship Id="rId4" Type="http://schemas.openxmlformats.org/officeDocument/2006/relationships/diagramLayout" Target="../diagrams/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372684386"/>
              </p:ext>
            </p:extLst>
          </p:nvPr>
        </p:nvGraphicFramePr>
        <p:xfrm>
          <a:off x="-2192678" y="1934679"/>
          <a:ext cx="16561393" cy="48074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7" y="4769931"/>
            <a:ext cx="6456706" cy="1154097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dirty="0"/>
              <a:t>Local company based in Kalamazoo, MI</a:t>
            </a:r>
          </a:p>
          <a:p>
            <a:pPr algn="ctr"/>
            <a:r>
              <a:rPr lang="en-US" sz="3000" dirty="0"/>
              <a:t> Master data management platform</a:t>
            </a:r>
          </a:p>
          <a:p>
            <a:pPr algn="ctr"/>
            <a:r>
              <a:rPr lang="en-US" sz="3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https://www.salespage.com/</a:t>
            </a: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 dirty="0">
                <a:solidFill>
                  <a:schemeClr val="tx2"/>
                </a:solidFill>
              </a:rPr>
              <a:t>The problem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2"/>
                </a:solidFill>
              </a:rPr>
              <a:t>Given two sets of contact data, find duplicate contacts between the two by measuring contact’s similarity.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58167881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 dirty="0"/>
                        <a:t>Master Record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315224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dirty="0"/>
                        <a:t>Other Record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14DCEE6A-CCE5-4D4F-8EF0-B17F43101D5E}"/>
              </a:ext>
            </a:extLst>
          </p:cNvPr>
          <p:cNvGrpSpPr/>
          <p:nvPr/>
        </p:nvGrpSpPr>
        <p:grpSpPr>
          <a:xfrm>
            <a:off x="1633490" y="3098307"/>
            <a:ext cx="5176121" cy="2709169"/>
            <a:chOff x="1633490" y="3098307"/>
            <a:chExt cx="5176121" cy="270916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39DCAAC-9618-4AB1-B152-49EDEBB175C8}"/>
                </a:ext>
              </a:extLst>
            </p:cNvPr>
            <p:cNvSpPr/>
            <p:nvPr/>
          </p:nvSpPr>
          <p:spPr>
            <a:xfrm>
              <a:off x="5380307" y="309830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C7A4F77-9BE6-44E5-9F65-6DD9F41E04AC}"/>
                </a:ext>
              </a:extLst>
            </p:cNvPr>
            <p:cNvSpPr/>
            <p:nvPr/>
          </p:nvSpPr>
          <p:spPr>
            <a:xfrm>
              <a:off x="5380307" y="5407981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7824EA97-15B0-4637-A75B-0288391CE316}"/>
                </a:ext>
              </a:extLst>
            </p:cNvPr>
            <p:cNvSpPr/>
            <p:nvPr/>
          </p:nvSpPr>
          <p:spPr>
            <a:xfrm>
              <a:off x="1633491" y="309830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E4C9DEC9-F812-48A3-8067-FC0825A35978}"/>
                </a:ext>
              </a:extLst>
            </p:cNvPr>
            <p:cNvSpPr/>
            <p:nvPr/>
          </p:nvSpPr>
          <p:spPr>
            <a:xfrm>
              <a:off x="1633490" y="5407981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FAAC0CA-535A-4840-B0BF-BE3D8A0AA050}"/>
              </a:ext>
            </a:extLst>
          </p:cNvPr>
          <p:cNvGrpSpPr/>
          <p:nvPr/>
        </p:nvGrpSpPr>
        <p:grpSpPr>
          <a:xfrm>
            <a:off x="1633490" y="3453413"/>
            <a:ext cx="3551508" cy="2709169"/>
            <a:chOff x="1633490" y="3453413"/>
            <a:chExt cx="3551508" cy="270916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26B895F-8CE7-4FE9-903D-741458444F0B}"/>
                </a:ext>
              </a:extLst>
            </p:cNvPr>
            <p:cNvSpPr/>
            <p:nvPr/>
          </p:nvSpPr>
          <p:spPr>
            <a:xfrm>
              <a:off x="3755694" y="3464510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BB47990-1C9C-4E0E-8276-206C9E4F888C}"/>
                </a:ext>
              </a:extLst>
            </p:cNvPr>
            <p:cNvSpPr/>
            <p:nvPr/>
          </p:nvSpPr>
          <p:spPr>
            <a:xfrm>
              <a:off x="3755694" y="576308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A84AC8D9-93C4-492E-B688-1FDF8CBC4612}"/>
                </a:ext>
              </a:extLst>
            </p:cNvPr>
            <p:cNvSpPr/>
            <p:nvPr/>
          </p:nvSpPr>
          <p:spPr>
            <a:xfrm>
              <a:off x="1633491" y="3453413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6B6C01D6-6E3F-41C0-9275-A250A1E7192F}"/>
                </a:ext>
              </a:extLst>
            </p:cNvPr>
            <p:cNvSpPr/>
            <p:nvPr/>
          </p:nvSpPr>
          <p:spPr>
            <a:xfrm>
              <a:off x="1633490" y="576308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D2FAAA-19CA-4368-B892-66B93A2404BD}"/>
              </a:ext>
            </a:extLst>
          </p:cNvPr>
          <p:cNvGrpSpPr/>
          <p:nvPr/>
        </p:nvGrpSpPr>
        <p:grpSpPr>
          <a:xfrm>
            <a:off x="1633490" y="3837356"/>
            <a:ext cx="5158913" cy="2724721"/>
            <a:chOff x="1633490" y="3837356"/>
            <a:chExt cx="5158913" cy="2724721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E3DE6D-129F-4210-A341-F34ADCD3D875}"/>
                </a:ext>
              </a:extLst>
            </p:cNvPr>
            <p:cNvSpPr/>
            <p:nvPr/>
          </p:nvSpPr>
          <p:spPr>
            <a:xfrm>
              <a:off x="5363099" y="3837356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0F7C1EE-BE89-4229-9F28-E108949DA1C9}"/>
                </a:ext>
              </a:extLst>
            </p:cNvPr>
            <p:cNvSpPr/>
            <p:nvPr/>
          </p:nvSpPr>
          <p:spPr>
            <a:xfrm>
              <a:off x="5363099" y="6162582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5206654A-A2C6-439A-9599-79834B04F3C4}"/>
                </a:ext>
              </a:extLst>
            </p:cNvPr>
            <p:cNvSpPr/>
            <p:nvPr/>
          </p:nvSpPr>
          <p:spPr>
            <a:xfrm>
              <a:off x="1633491" y="3837356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AF7C647B-FD26-4B73-8557-C5D1FE672F82}"/>
                </a:ext>
              </a:extLst>
            </p:cNvPr>
            <p:cNvSpPr/>
            <p:nvPr/>
          </p:nvSpPr>
          <p:spPr>
            <a:xfrm>
              <a:off x="1633490" y="6147030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5206352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019858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0686837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1340389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9277788"/>
              </p:ext>
            </p:extLst>
          </p:nvPr>
        </p:nvGraphicFramePr>
        <p:xfrm>
          <a:off x="3082247" y="2229084"/>
          <a:ext cx="5266159" cy="16870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 dirty="0"/>
              <a:t>Our 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298085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1819073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75894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25649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054948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033794F-9869-49D7-BF9B-396DAC42E1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564597"/>
              </p:ext>
            </p:extLst>
          </p:nvPr>
        </p:nvGraphicFramePr>
        <p:xfrm>
          <a:off x="1672372" y="2573170"/>
          <a:ext cx="3373120" cy="2296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86560">
                  <a:extLst>
                    <a:ext uri="{9D8B030D-6E8A-4147-A177-3AD203B41FA5}">
                      <a16:colId xmlns:a16="http://schemas.microsoft.com/office/drawing/2014/main" val="1350672735"/>
                    </a:ext>
                  </a:extLst>
                </a:gridCol>
                <a:gridCol w="1686560">
                  <a:extLst>
                    <a:ext uri="{9D8B030D-6E8A-4147-A177-3AD203B41FA5}">
                      <a16:colId xmlns:a16="http://schemas.microsoft.com/office/drawing/2014/main" val="1488975924"/>
                    </a:ext>
                  </a:extLst>
                </a:gridCol>
              </a:tblGrid>
              <a:tr h="459348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52158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38145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673407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16029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12767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1F187D5-992A-4A24-B16B-F80DB734C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054570"/>
              </p:ext>
            </p:extLst>
          </p:nvPr>
        </p:nvGraphicFramePr>
        <p:xfrm>
          <a:off x="6678890" y="2377287"/>
          <a:ext cx="3705730" cy="448071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52865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52865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</a:tblGrid>
              <a:tr h="4978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9477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7922409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2843451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Nieveen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Josh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684564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0432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Grent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James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3918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659263"/>
            <a:ext cx="5452787" cy="339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E2026-63CB-4A81-A384-23A5EA825164}"/>
              </a:ext>
            </a:extLst>
          </p:cNvPr>
          <p:cNvSpPr txBox="1"/>
          <p:nvPr/>
        </p:nvSpPr>
        <p:spPr>
          <a:xfrm>
            <a:off x="1087120" y="5781040"/>
            <a:ext cx="3382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4*8 = 32 comparisons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06FEB7-C254-4DFA-AD88-241C1225F9EB}"/>
              </a:ext>
            </a:extLst>
          </p:cNvPr>
          <p:cNvSpPr/>
          <p:nvPr/>
        </p:nvSpPr>
        <p:spPr>
          <a:xfrm>
            <a:off x="1672372" y="3013438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E32AF7-A1F5-441A-A051-6EE43739C821}"/>
              </a:ext>
            </a:extLst>
          </p:cNvPr>
          <p:cNvSpPr/>
          <p:nvPr/>
        </p:nvSpPr>
        <p:spPr>
          <a:xfrm>
            <a:off x="6678890" y="2851361"/>
            <a:ext cx="3705731" cy="40102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F7E4637-5778-4B59-BDFE-80ED9E2FD539}"/>
              </a:ext>
            </a:extLst>
          </p:cNvPr>
          <p:cNvSpPr/>
          <p:nvPr/>
        </p:nvSpPr>
        <p:spPr>
          <a:xfrm>
            <a:off x="1672372" y="3485490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96D38C-F582-4265-9F68-CE9FBDA44D18}"/>
              </a:ext>
            </a:extLst>
          </p:cNvPr>
          <p:cNvSpPr/>
          <p:nvPr/>
        </p:nvSpPr>
        <p:spPr>
          <a:xfrm>
            <a:off x="1672372" y="3941674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FE1E2C-9590-4575-A473-8E6D34A37E38}"/>
              </a:ext>
            </a:extLst>
          </p:cNvPr>
          <p:cNvSpPr/>
          <p:nvPr/>
        </p:nvSpPr>
        <p:spPr>
          <a:xfrm>
            <a:off x="1672372" y="4405173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8DE6E0-0FE2-4327-8016-1BEAA2E71FA1}"/>
              </a:ext>
            </a:extLst>
          </p:cNvPr>
          <p:cNvSpPr txBox="1"/>
          <p:nvPr/>
        </p:nvSpPr>
        <p:spPr>
          <a:xfrm>
            <a:off x="2225020" y="1950846"/>
            <a:ext cx="282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Master Record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157EEC-2B6A-4413-BC30-8A90E5D152AA}"/>
              </a:ext>
            </a:extLst>
          </p:cNvPr>
          <p:cNvSpPr txBox="1"/>
          <p:nvPr/>
        </p:nvSpPr>
        <p:spPr>
          <a:xfrm>
            <a:off x="7297881" y="1829494"/>
            <a:ext cx="282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Other Record</a:t>
            </a:r>
          </a:p>
        </p:txBody>
      </p:sp>
    </p:spTree>
    <p:extLst>
      <p:ext uri="{BB962C8B-B14F-4D97-AF65-F5344CB8AC3E}">
        <p14:creationId xmlns:p14="http://schemas.microsoft.com/office/powerpoint/2010/main" val="239381471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0" grpId="1" animBg="1"/>
      <p:bldP spid="30" grpId="0" animBg="1"/>
      <p:bldP spid="31" grpId="0" animBg="1"/>
      <p:bldP spid="31" grpId="1" animBg="1"/>
      <p:bldP spid="32" grpId="0" animBg="1"/>
      <p:bldP spid="32" grpId="1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C75CCC6-4D74-409B-89AC-D550C46022F2}"/>
              </a:ext>
            </a:extLst>
          </p:cNvPr>
          <p:cNvSpPr txBox="1">
            <a:spLocks/>
          </p:cNvSpPr>
          <p:nvPr/>
        </p:nvSpPr>
        <p:spPr>
          <a:xfrm>
            <a:off x="358727" y="-659263"/>
            <a:ext cx="5452787" cy="339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04869A-0CEE-4B24-BFBD-D29C149F0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530255"/>
              </p:ext>
            </p:extLst>
          </p:nvPr>
        </p:nvGraphicFramePr>
        <p:xfrm>
          <a:off x="2303434" y="2313405"/>
          <a:ext cx="7291326" cy="36772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45663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3645663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4895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 for the Last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Hilkens</a:t>
                      </a:r>
                      <a:endParaRPr 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958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0503809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BFB0C4-1788-4701-BD50-9AF94D54C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37727"/>
              </p:ext>
            </p:extLst>
          </p:nvPr>
        </p:nvGraphicFramePr>
        <p:xfrm>
          <a:off x="358726" y="2296632"/>
          <a:ext cx="5022572" cy="184455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55643">
                  <a:extLst>
                    <a:ext uri="{9D8B030D-6E8A-4147-A177-3AD203B41FA5}">
                      <a16:colId xmlns:a16="http://schemas.microsoft.com/office/drawing/2014/main" val="868604047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1395992413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4070181518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693216792"/>
                    </a:ext>
                  </a:extLst>
                </a:gridCol>
              </a:tblGrid>
              <a:tr h="61143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135661"/>
                  </a:ext>
                </a:extLst>
              </a:tr>
              <a:tr h="401493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606372"/>
                  </a:ext>
                </a:extLst>
              </a:tr>
              <a:tr h="401493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558685"/>
                  </a:ext>
                </a:extLst>
              </a:tr>
              <a:tr h="401493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6718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5648021-D8C2-4E38-910F-532295DE1C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15624"/>
              </p:ext>
            </p:extLst>
          </p:nvPr>
        </p:nvGraphicFramePr>
        <p:xfrm>
          <a:off x="6380488" y="4727091"/>
          <a:ext cx="4939864" cy="189169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34966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1114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17206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17206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17206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Grent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80F41F1-568F-42B5-B388-EE3F1FBFA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2264358"/>
              </p:ext>
            </p:extLst>
          </p:nvPr>
        </p:nvGraphicFramePr>
        <p:xfrm>
          <a:off x="6380488" y="2262193"/>
          <a:ext cx="4939864" cy="1862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34966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2187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0756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0756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0756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Nieveen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AB95567-4FF1-445F-860F-8D09A747C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608381"/>
              </p:ext>
            </p:extLst>
          </p:nvPr>
        </p:nvGraphicFramePr>
        <p:xfrm>
          <a:off x="378370" y="4745291"/>
          <a:ext cx="5002928" cy="187946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50732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0517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13129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13129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13129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D47803C-4C3D-4973-9816-DABC6C6EDC56}"/>
              </a:ext>
            </a:extLst>
          </p:cNvPr>
          <p:cNvSpPr txBox="1"/>
          <p:nvPr/>
        </p:nvSpPr>
        <p:spPr>
          <a:xfrm>
            <a:off x="679705" y="1800528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‘T’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963EB9-D800-4E3B-97D5-69D4AB1301BE}"/>
              </a:ext>
            </a:extLst>
          </p:cNvPr>
          <p:cNvSpPr txBox="1"/>
          <p:nvPr/>
        </p:nvSpPr>
        <p:spPr>
          <a:xfrm>
            <a:off x="6660113" y="1785635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‘NFN’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142A73-B4C3-4119-9A75-559B1938174A}"/>
              </a:ext>
            </a:extLst>
          </p:cNvPr>
          <p:cNvSpPr txBox="1"/>
          <p:nvPr/>
        </p:nvSpPr>
        <p:spPr>
          <a:xfrm>
            <a:off x="689527" y="4265425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‘HLKNS’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33EAB9-99D3-4504-92CA-1829567CC5E1}"/>
              </a:ext>
            </a:extLst>
          </p:cNvPr>
          <p:cNvSpPr txBox="1"/>
          <p:nvPr/>
        </p:nvSpPr>
        <p:spPr>
          <a:xfrm>
            <a:off x="6660113" y="4265426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‘KRNT’</a:t>
            </a:r>
          </a:p>
        </p:txBody>
      </p:sp>
    </p:spTree>
    <p:extLst>
      <p:ext uri="{BB962C8B-B14F-4D97-AF65-F5344CB8AC3E}">
        <p14:creationId xmlns:p14="http://schemas.microsoft.com/office/powerpoint/2010/main" val="3898512519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EAF1B95-E57C-4F6B-ADB9-3B1AD202B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666094"/>
              </p:ext>
            </p:extLst>
          </p:nvPr>
        </p:nvGraphicFramePr>
        <p:xfrm>
          <a:off x="358727" y="2922308"/>
          <a:ext cx="7366376" cy="273627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4159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93525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</a:t>
                      </a:r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LastName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49F90CD-F966-43C8-AD3F-1481FD2C9A5B}"/>
              </a:ext>
            </a:extLst>
          </p:cNvPr>
          <p:cNvSpPr/>
          <p:nvPr/>
        </p:nvSpPr>
        <p:spPr>
          <a:xfrm>
            <a:off x="358727" y="3870367"/>
            <a:ext cx="7366376" cy="42518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A94301C-8B36-4207-99A1-C9F5B63414E5}"/>
              </a:ext>
            </a:extLst>
          </p:cNvPr>
          <p:cNvGrpSpPr/>
          <p:nvPr/>
        </p:nvGrpSpPr>
        <p:grpSpPr>
          <a:xfrm>
            <a:off x="358727" y="3948218"/>
            <a:ext cx="10581255" cy="1705108"/>
            <a:chOff x="358727" y="3948218"/>
            <a:chExt cx="10581255" cy="170510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631698-607A-42EA-95CB-5317AE3605A3}"/>
                </a:ext>
              </a:extLst>
            </p:cNvPr>
            <p:cNvSpPr/>
            <p:nvPr/>
          </p:nvSpPr>
          <p:spPr>
            <a:xfrm>
              <a:off x="358727" y="4414191"/>
              <a:ext cx="7366376" cy="1239135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A1130-6741-4696-B008-1FD3BC31B072}"/>
                </a:ext>
              </a:extLst>
            </p:cNvPr>
            <p:cNvSpPr txBox="1"/>
            <p:nvPr/>
          </p:nvSpPr>
          <p:spPr>
            <a:xfrm>
              <a:off x="8074862" y="3948218"/>
              <a:ext cx="28651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2 Comparisons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D9C8179-F615-4CB0-B5C8-782CF6E71459}"/>
              </a:ext>
            </a:extLst>
          </p:cNvPr>
          <p:cNvSpPr txBox="1"/>
          <p:nvPr/>
        </p:nvSpPr>
        <p:spPr>
          <a:xfrm>
            <a:off x="1851608" y="2455390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‘T’</a:t>
            </a:r>
          </a:p>
        </p:txBody>
      </p:sp>
    </p:spTree>
    <p:extLst>
      <p:ext uri="{BB962C8B-B14F-4D97-AF65-F5344CB8AC3E}">
        <p14:creationId xmlns:p14="http://schemas.microsoft.com/office/powerpoint/2010/main" val="83221542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EAF1B95-E57C-4F6B-ADB9-3B1AD202B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817749"/>
              </p:ext>
            </p:extLst>
          </p:nvPr>
        </p:nvGraphicFramePr>
        <p:xfrm>
          <a:off x="358727" y="3022871"/>
          <a:ext cx="7366376" cy="273627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4159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93525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</a:t>
                      </a:r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LastName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49F90CD-F966-43C8-AD3F-1481FD2C9A5B}"/>
              </a:ext>
            </a:extLst>
          </p:cNvPr>
          <p:cNvSpPr/>
          <p:nvPr/>
        </p:nvSpPr>
        <p:spPr>
          <a:xfrm>
            <a:off x="358727" y="3971260"/>
            <a:ext cx="7366376" cy="4306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9A5F06-EEF9-44F3-93D9-3FE7E62116C5}"/>
              </a:ext>
            </a:extLst>
          </p:cNvPr>
          <p:cNvGrpSpPr/>
          <p:nvPr/>
        </p:nvGrpSpPr>
        <p:grpSpPr>
          <a:xfrm>
            <a:off x="358727" y="4232705"/>
            <a:ext cx="10559990" cy="1521185"/>
            <a:chOff x="358727" y="4232705"/>
            <a:chExt cx="10559990" cy="15211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631698-607A-42EA-95CB-5317AE3605A3}"/>
                </a:ext>
              </a:extLst>
            </p:cNvPr>
            <p:cNvSpPr/>
            <p:nvPr/>
          </p:nvSpPr>
          <p:spPr>
            <a:xfrm>
              <a:off x="358727" y="4508206"/>
              <a:ext cx="7366376" cy="124568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A1130-6741-4696-B008-1FD3BC31B072}"/>
                </a:ext>
              </a:extLst>
            </p:cNvPr>
            <p:cNvSpPr txBox="1"/>
            <p:nvPr/>
          </p:nvSpPr>
          <p:spPr>
            <a:xfrm>
              <a:off x="8053597" y="4232705"/>
              <a:ext cx="28651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2 Comparisons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515F8A6-DE2A-4AED-A714-86D3717116FB}"/>
              </a:ext>
            </a:extLst>
          </p:cNvPr>
          <p:cNvSpPr txBox="1"/>
          <p:nvPr/>
        </p:nvSpPr>
        <p:spPr>
          <a:xfrm>
            <a:off x="1851608" y="2555953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‘HLKNS’</a:t>
            </a:r>
          </a:p>
        </p:txBody>
      </p:sp>
    </p:spTree>
    <p:extLst>
      <p:ext uri="{BB962C8B-B14F-4D97-AF65-F5344CB8AC3E}">
        <p14:creationId xmlns:p14="http://schemas.microsoft.com/office/powerpoint/2010/main" val="3894098195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0FA57A5C-C776-4110-B855-4F9162F228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7962066"/>
              </p:ext>
            </p:extLst>
          </p:nvPr>
        </p:nvGraphicFramePr>
        <p:xfrm>
          <a:off x="1204118" y="1848488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9EB55A27-452F-4BA8-84F3-77F45ACF0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</p:spTree>
    <p:extLst>
      <p:ext uri="{BB962C8B-B14F-4D97-AF65-F5344CB8AC3E}">
        <p14:creationId xmlns:p14="http://schemas.microsoft.com/office/powerpoint/2010/main" val="2853730166"/>
      </p:ext>
    </p:extLst>
  </p:cSld>
  <p:clrMapOvr>
    <a:masterClrMapping/>
  </p:clrMapOvr>
  <p:transition spd="med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0128528"/>
              </p:ext>
            </p:extLst>
          </p:nvPr>
        </p:nvGraphicFramePr>
        <p:xfrm>
          <a:off x="2978653" y="1666461"/>
          <a:ext cx="6918636" cy="500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A596F22E-6E7C-49F2-B3F3-3E4FCEE06F12}"/>
              </a:ext>
            </a:extLst>
          </p:cNvPr>
          <p:cNvSpPr/>
          <p:nvPr/>
        </p:nvSpPr>
        <p:spPr>
          <a:xfrm>
            <a:off x="5667153" y="3698952"/>
            <a:ext cx="428847" cy="3785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7656469"/>
              </p:ext>
            </p:extLst>
          </p:nvPr>
        </p:nvGraphicFramePr>
        <p:xfrm>
          <a:off x="137490" y="2058002"/>
          <a:ext cx="11917019" cy="43959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5125703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9687563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5710696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 dirty="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 dirty="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259"/>
          <a:stretch/>
        </p:blipFill>
        <p:spPr>
          <a:xfrm>
            <a:off x="341166" y="392770"/>
            <a:ext cx="11509666" cy="5317926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88000"/>
              </a:srgbClr>
            </a:outerShdw>
            <a:reflection stA="0" endPos="65000" dist="50800" dir="5400000" sy="-100000" algn="bl" rotWithShape="0"/>
          </a:effec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5A5A6EC-553B-4319-B1C6-339178CD38CD}"/>
              </a:ext>
            </a:extLst>
          </p:cNvPr>
          <p:cNvGrpSpPr/>
          <p:nvPr/>
        </p:nvGrpSpPr>
        <p:grpSpPr>
          <a:xfrm>
            <a:off x="5905837" y="985421"/>
            <a:ext cx="355107" cy="599221"/>
            <a:chOff x="5905837" y="985421"/>
            <a:chExt cx="355107" cy="599221"/>
          </a:xfrm>
        </p:grpSpPr>
        <p:sp>
          <p:nvSpPr>
            <p:cNvPr id="3" name="Arrow: Left 2">
              <a:extLst>
                <a:ext uri="{FF2B5EF4-FFF2-40B4-BE49-F238E27FC236}">
                  <a16:creationId xmlns:a16="http://schemas.microsoft.com/office/drawing/2014/main" id="{51656D94-CB37-4127-903D-CEF1A5F0F212}"/>
                </a:ext>
              </a:extLst>
            </p:cNvPr>
            <p:cNvSpPr/>
            <p:nvPr/>
          </p:nvSpPr>
          <p:spPr>
            <a:xfrm>
              <a:off x="5905837" y="985421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row: Left 7">
              <a:extLst>
                <a:ext uri="{FF2B5EF4-FFF2-40B4-BE49-F238E27FC236}">
                  <a16:creationId xmlns:a16="http://schemas.microsoft.com/office/drawing/2014/main" id="{DA694CF8-8696-4AFB-A8C8-D32CFC64EDA6}"/>
                </a:ext>
              </a:extLst>
            </p:cNvPr>
            <p:cNvSpPr/>
            <p:nvPr/>
          </p:nvSpPr>
          <p:spPr>
            <a:xfrm>
              <a:off x="5905837" y="1300556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C2F53F0-FAD6-4510-B710-6F8A61FFA7E4}"/>
              </a:ext>
            </a:extLst>
          </p:cNvPr>
          <p:cNvGrpSpPr/>
          <p:nvPr/>
        </p:nvGrpSpPr>
        <p:grpSpPr>
          <a:xfrm>
            <a:off x="5894756" y="1970842"/>
            <a:ext cx="360870" cy="927837"/>
            <a:chOff x="5894756" y="1970842"/>
            <a:chExt cx="360870" cy="927837"/>
          </a:xfrm>
        </p:grpSpPr>
        <p:sp>
          <p:nvSpPr>
            <p:cNvPr id="9" name="Arrow: Left 8">
              <a:extLst>
                <a:ext uri="{FF2B5EF4-FFF2-40B4-BE49-F238E27FC236}">
                  <a16:creationId xmlns:a16="http://schemas.microsoft.com/office/drawing/2014/main" id="{634B8089-B45D-42A3-A732-749D5DACCD7F}"/>
                </a:ext>
              </a:extLst>
            </p:cNvPr>
            <p:cNvSpPr/>
            <p:nvPr/>
          </p:nvSpPr>
          <p:spPr>
            <a:xfrm>
              <a:off x="5900519" y="1970842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Left 9">
              <a:extLst>
                <a:ext uri="{FF2B5EF4-FFF2-40B4-BE49-F238E27FC236}">
                  <a16:creationId xmlns:a16="http://schemas.microsoft.com/office/drawing/2014/main" id="{789361D4-ABE8-40A4-AC64-10091E8A96ED}"/>
                </a:ext>
              </a:extLst>
            </p:cNvPr>
            <p:cNvSpPr/>
            <p:nvPr/>
          </p:nvSpPr>
          <p:spPr>
            <a:xfrm>
              <a:off x="5894756" y="2285977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Left 10">
              <a:extLst>
                <a:ext uri="{FF2B5EF4-FFF2-40B4-BE49-F238E27FC236}">
                  <a16:creationId xmlns:a16="http://schemas.microsoft.com/office/drawing/2014/main" id="{51850B97-82EB-47B4-9893-BFD7A4EC1815}"/>
                </a:ext>
              </a:extLst>
            </p:cNvPr>
            <p:cNvSpPr/>
            <p:nvPr/>
          </p:nvSpPr>
          <p:spPr>
            <a:xfrm>
              <a:off x="5897941" y="2614593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4406F07-BB71-49F7-87D2-4A9F3DE55086}"/>
              </a:ext>
            </a:extLst>
          </p:cNvPr>
          <p:cNvGrpSpPr/>
          <p:nvPr/>
        </p:nvGrpSpPr>
        <p:grpSpPr>
          <a:xfrm>
            <a:off x="5901212" y="3286957"/>
            <a:ext cx="363259" cy="925255"/>
            <a:chOff x="5901212" y="3286957"/>
            <a:chExt cx="363259" cy="925255"/>
          </a:xfrm>
        </p:grpSpPr>
        <p:sp>
          <p:nvSpPr>
            <p:cNvPr id="12" name="Arrow: Left 11">
              <a:extLst>
                <a:ext uri="{FF2B5EF4-FFF2-40B4-BE49-F238E27FC236}">
                  <a16:creationId xmlns:a16="http://schemas.microsoft.com/office/drawing/2014/main" id="{D6A42A46-B086-41B3-AC86-1A5B97055135}"/>
                </a:ext>
              </a:extLst>
            </p:cNvPr>
            <p:cNvSpPr/>
            <p:nvPr/>
          </p:nvSpPr>
          <p:spPr>
            <a:xfrm>
              <a:off x="5901212" y="3286957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Left 12">
              <a:extLst>
                <a:ext uri="{FF2B5EF4-FFF2-40B4-BE49-F238E27FC236}">
                  <a16:creationId xmlns:a16="http://schemas.microsoft.com/office/drawing/2014/main" id="{5403199A-A860-44E6-84C8-DFAE800E1EAA}"/>
                </a:ext>
              </a:extLst>
            </p:cNvPr>
            <p:cNvSpPr/>
            <p:nvPr/>
          </p:nvSpPr>
          <p:spPr>
            <a:xfrm>
              <a:off x="5901212" y="3604029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Left 13">
              <a:extLst>
                <a:ext uri="{FF2B5EF4-FFF2-40B4-BE49-F238E27FC236}">
                  <a16:creationId xmlns:a16="http://schemas.microsoft.com/office/drawing/2014/main" id="{ADD219F2-A2AB-4EAC-BB39-FBADB112CC58}"/>
                </a:ext>
              </a:extLst>
            </p:cNvPr>
            <p:cNvSpPr/>
            <p:nvPr/>
          </p:nvSpPr>
          <p:spPr>
            <a:xfrm>
              <a:off x="5909364" y="3928126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Arrow: Left 14">
            <a:extLst>
              <a:ext uri="{FF2B5EF4-FFF2-40B4-BE49-F238E27FC236}">
                <a16:creationId xmlns:a16="http://schemas.microsoft.com/office/drawing/2014/main" id="{5856F881-AF63-4B41-897E-0632D1CAB369}"/>
              </a:ext>
            </a:extLst>
          </p:cNvPr>
          <p:cNvSpPr/>
          <p:nvPr/>
        </p:nvSpPr>
        <p:spPr>
          <a:xfrm>
            <a:off x="5901211" y="459855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7C09F0-897B-4344-B7C3-E5A53CD91E1B}"/>
              </a:ext>
            </a:extLst>
          </p:cNvPr>
          <p:cNvGrpSpPr/>
          <p:nvPr/>
        </p:nvGrpSpPr>
        <p:grpSpPr>
          <a:xfrm>
            <a:off x="5901210" y="5251182"/>
            <a:ext cx="363261" cy="1290007"/>
            <a:chOff x="5901210" y="5251182"/>
            <a:chExt cx="363261" cy="1290007"/>
          </a:xfrm>
        </p:grpSpPr>
        <p:sp>
          <p:nvSpPr>
            <p:cNvPr id="16" name="Arrow: Left 15">
              <a:extLst>
                <a:ext uri="{FF2B5EF4-FFF2-40B4-BE49-F238E27FC236}">
                  <a16:creationId xmlns:a16="http://schemas.microsoft.com/office/drawing/2014/main" id="{6F4AFBF6-3A7C-4B8F-9F0B-F7251806E74A}"/>
                </a:ext>
              </a:extLst>
            </p:cNvPr>
            <p:cNvSpPr/>
            <p:nvPr/>
          </p:nvSpPr>
          <p:spPr>
            <a:xfrm>
              <a:off x="5901212" y="5251182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Left 16">
              <a:extLst>
                <a:ext uri="{FF2B5EF4-FFF2-40B4-BE49-F238E27FC236}">
                  <a16:creationId xmlns:a16="http://schemas.microsoft.com/office/drawing/2014/main" id="{E790E271-8C5E-4F76-B94B-53EE9F5AE6E7}"/>
                </a:ext>
              </a:extLst>
            </p:cNvPr>
            <p:cNvSpPr/>
            <p:nvPr/>
          </p:nvSpPr>
          <p:spPr>
            <a:xfrm>
              <a:off x="5901210" y="5588493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Left 17">
              <a:extLst>
                <a:ext uri="{FF2B5EF4-FFF2-40B4-BE49-F238E27FC236}">
                  <a16:creationId xmlns:a16="http://schemas.microsoft.com/office/drawing/2014/main" id="{9D54F8B4-E66A-4A96-9F3F-88B4F86F2B25}"/>
                </a:ext>
              </a:extLst>
            </p:cNvPr>
            <p:cNvSpPr/>
            <p:nvPr/>
          </p:nvSpPr>
          <p:spPr>
            <a:xfrm>
              <a:off x="5909364" y="6257103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Testing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297" y="1265409"/>
            <a:ext cx="4025462" cy="562864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527CBE-A3AB-428E-B0A6-0D39EE4C7D56}"/>
              </a:ext>
            </a:extLst>
          </p:cNvPr>
          <p:cNvCxnSpPr/>
          <p:nvPr/>
        </p:nvCxnSpPr>
        <p:spPr>
          <a:xfrm flipH="1">
            <a:off x="5284622" y="472234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3CBEDB-AE08-4FB1-9C86-CF8A217E28E3}"/>
              </a:ext>
            </a:extLst>
          </p:cNvPr>
          <p:cNvCxnSpPr/>
          <p:nvPr/>
        </p:nvCxnSpPr>
        <p:spPr>
          <a:xfrm flipH="1">
            <a:off x="5477797" y="300070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70CD101-5654-4ACF-863D-085DE6AA6AF9}"/>
              </a:ext>
            </a:extLst>
          </p:cNvPr>
          <p:cNvCxnSpPr/>
          <p:nvPr/>
        </p:nvCxnSpPr>
        <p:spPr>
          <a:xfrm flipH="1">
            <a:off x="5616738" y="3226676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D9C172-CA85-4E0D-8A2D-D7D728993274}"/>
              </a:ext>
            </a:extLst>
          </p:cNvPr>
          <p:cNvCxnSpPr/>
          <p:nvPr/>
        </p:nvCxnSpPr>
        <p:spPr>
          <a:xfrm flipH="1">
            <a:off x="5541084" y="345264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45554E-217C-48E9-8AC1-4F30A70D5DB3}"/>
              </a:ext>
            </a:extLst>
          </p:cNvPr>
          <p:cNvCxnSpPr/>
          <p:nvPr/>
        </p:nvCxnSpPr>
        <p:spPr>
          <a:xfrm flipH="1">
            <a:off x="5284622" y="376773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C87DBA-5C6F-420F-BC64-3FE02E8BFCA6}"/>
              </a:ext>
            </a:extLst>
          </p:cNvPr>
          <p:cNvCxnSpPr/>
          <p:nvPr/>
        </p:nvCxnSpPr>
        <p:spPr>
          <a:xfrm flipH="1">
            <a:off x="5393714" y="4219904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50CA130F-96CE-40DE-9E76-8AB6281B7105}"/>
              </a:ext>
            </a:extLst>
          </p:cNvPr>
          <p:cNvGrpSpPr/>
          <p:nvPr/>
        </p:nvGrpSpPr>
        <p:grpSpPr>
          <a:xfrm>
            <a:off x="977463" y="2236995"/>
            <a:ext cx="4580204" cy="2390754"/>
            <a:chOff x="977463" y="2236995"/>
            <a:chExt cx="4580204" cy="2390754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D67E6C3-7240-41F7-8004-97E6A9F7F5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0249" y="2236995"/>
              <a:ext cx="2257418" cy="132430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F1B34DE-C35A-474F-AFBD-56EA425342C2}"/>
                </a:ext>
              </a:extLst>
            </p:cNvPr>
            <p:cNvSpPr txBox="1"/>
            <p:nvPr/>
          </p:nvSpPr>
          <p:spPr>
            <a:xfrm>
              <a:off x="977463" y="3796752"/>
              <a:ext cx="23227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Fast &amp; Easy access to 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3EC293D3-2E92-49BF-B213-E0BB6073BD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37"/>
          <a:stretch/>
        </p:blipFill>
        <p:spPr>
          <a:xfrm>
            <a:off x="2164467" y="2584358"/>
            <a:ext cx="8454992" cy="36374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2F6E1A-8794-4A84-93F4-0949BB9B4AAA}"/>
              </a:ext>
            </a:extLst>
          </p:cNvPr>
          <p:cNvCxnSpPr>
            <a:cxnSpLocks/>
          </p:cNvCxnSpPr>
          <p:nvPr/>
        </p:nvCxnSpPr>
        <p:spPr>
          <a:xfrm flipH="1">
            <a:off x="4383117" y="5079947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674964-B5F9-460E-8844-0557B7DE5E8E}"/>
              </a:ext>
            </a:extLst>
          </p:cNvPr>
          <p:cNvCxnSpPr>
            <a:cxnSpLocks/>
          </p:cNvCxnSpPr>
          <p:nvPr/>
        </p:nvCxnSpPr>
        <p:spPr>
          <a:xfrm flipH="1">
            <a:off x="6676315" y="3630835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C6C738-F928-41B2-AE04-99AE98D4B41E}"/>
              </a:ext>
            </a:extLst>
          </p:cNvPr>
          <p:cNvSpPr txBox="1"/>
          <p:nvPr/>
        </p:nvSpPr>
        <p:spPr>
          <a:xfrm>
            <a:off x="7735087" y="3295712"/>
            <a:ext cx="1702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57 Tests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90E360-E27C-41AB-941D-82EC8C7FBD5F}"/>
              </a:ext>
            </a:extLst>
          </p:cNvPr>
          <p:cNvCxnSpPr>
            <a:cxnSpLocks/>
          </p:cNvCxnSpPr>
          <p:nvPr/>
        </p:nvCxnSpPr>
        <p:spPr>
          <a:xfrm flipH="1">
            <a:off x="4384790" y="5704428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4AD2876-09B3-4A04-A954-BC20E080A7C0}"/>
              </a:ext>
            </a:extLst>
          </p:cNvPr>
          <p:cNvSpPr txBox="1"/>
          <p:nvPr/>
        </p:nvSpPr>
        <p:spPr>
          <a:xfrm>
            <a:off x="5318537" y="5420062"/>
            <a:ext cx="28683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10Mb memory used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56F7D-8A54-4058-ABA1-76A309C121BC}"/>
              </a:ext>
            </a:extLst>
          </p:cNvPr>
          <p:cNvSpPr txBox="1"/>
          <p:nvPr/>
        </p:nvSpPr>
        <p:spPr>
          <a:xfrm>
            <a:off x="5540625" y="4833085"/>
            <a:ext cx="1702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5.2 seconds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6C6872-764F-4BF1-A7C1-1E5F8642BB04}"/>
              </a:ext>
            </a:extLst>
          </p:cNvPr>
          <p:cNvSpPr txBox="1">
            <a:spLocks/>
          </p:cNvSpPr>
          <p:nvPr/>
        </p:nvSpPr>
        <p:spPr>
          <a:xfrm>
            <a:off x="1040009" y="204965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512640020"/>
      </p:ext>
    </p:extLst>
  </p:cSld>
  <p:clrMapOvr>
    <a:masterClrMapping/>
  </p:clrMapOvr>
  <p:transition spd="med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Maintainability &amp; Achieved goals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/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9DC978D5-D924-482C-8723-0F3A0321B4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818557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858</Words>
  <Application>Microsoft Office PowerPoint</Application>
  <PresentationFormat>Widescreen</PresentationFormat>
  <Paragraphs>385</Paragraphs>
  <Slides>29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Calibri</vt:lpstr>
      <vt:lpstr>Calibri Light</vt:lpstr>
      <vt:lpstr>Century Gothic</vt:lpstr>
      <vt:lpstr>Corbel</vt:lpstr>
      <vt:lpstr>Wingdings</vt:lpstr>
      <vt:lpstr>Banded</vt:lpstr>
      <vt:lpstr>Fuzzy Record Linkage</vt:lpstr>
      <vt:lpstr>Introduction</vt:lpstr>
      <vt:lpstr>Client info</vt:lpstr>
      <vt:lpstr>The problem</vt:lpstr>
      <vt:lpstr>The problem</vt:lpstr>
      <vt:lpstr>Requirements</vt:lpstr>
      <vt:lpstr>Design Decisions</vt:lpstr>
      <vt:lpstr>What is Maven?</vt:lpstr>
      <vt:lpstr>Core Dependencies</vt:lpstr>
      <vt:lpstr>Our 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Implementation                                                          Indexing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Demo</vt:lpstr>
      <vt:lpstr>Demo</vt:lpstr>
      <vt:lpstr>Testing</vt:lpstr>
      <vt:lpstr>PowerPoint Presentation</vt:lpstr>
      <vt:lpstr>Maintainability &amp; Achieved goals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Fuzzy Record Linkage</dc:title>
  <dc:creator>Greg Smith</dc:creator>
  <cp:lastModifiedBy>Greg Smith</cp:lastModifiedBy>
  <cp:revision>8</cp:revision>
  <dcterms:created xsi:type="dcterms:W3CDTF">2019-04-16T11:12:17Z</dcterms:created>
  <dcterms:modified xsi:type="dcterms:W3CDTF">2019-04-16T12:20:00Z</dcterms:modified>
</cp:coreProperties>
</file>