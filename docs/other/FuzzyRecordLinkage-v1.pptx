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28"/>
  </p:notesMasterIdLst>
  <p:sldIdLst>
    <p:sldId id="256" r:id="rId2"/>
    <p:sldId id="257" r:id="rId3"/>
    <p:sldId id="278" r:id="rId4"/>
    <p:sldId id="258" r:id="rId5"/>
    <p:sldId id="281" r:id="rId6"/>
    <p:sldId id="259" r:id="rId7"/>
    <p:sldId id="260" r:id="rId8"/>
    <p:sldId id="277" r:id="rId9"/>
    <p:sldId id="262" r:id="rId10"/>
    <p:sldId id="263" r:id="rId11"/>
    <p:sldId id="264" r:id="rId12"/>
    <p:sldId id="268" r:id="rId13"/>
    <p:sldId id="283" r:id="rId14"/>
    <p:sldId id="269" r:id="rId15"/>
    <p:sldId id="266" r:id="rId16"/>
    <p:sldId id="270" r:id="rId17"/>
    <p:sldId id="271" r:id="rId18"/>
    <p:sldId id="282" r:id="rId19"/>
    <p:sldId id="272" r:id="rId20"/>
    <p:sldId id="276" r:id="rId21"/>
    <p:sldId id="285" r:id="rId22"/>
    <p:sldId id="286" r:id="rId23"/>
    <p:sldId id="273" r:id="rId24"/>
    <p:sldId id="284" r:id="rId25"/>
    <p:sldId id="274" r:id="rId26"/>
    <p:sldId id="275" r:id="rId27"/>
  </p:sldIdLst>
  <p:sldSz cx="12192000" cy="6858000"/>
  <p:notesSz cx="6858000" cy="2371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C256A-41D4-40C0-AB93-E195E74AEF9E}" v="130" dt="2019-04-15T23:47:18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78953"/>
  </p:normalViewPr>
  <p:slideViewPr>
    <p:cSldViewPr snapToGrid="0">
      <p:cViewPr varScale="1">
        <p:scale>
          <a:sx n="94" d="100"/>
          <a:sy n="94" d="100"/>
        </p:scale>
        <p:origin x="4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Smith" userId="c57af3070aeedd65" providerId="LiveId" clId="{F2A19C0D-778A-499E-8215-5CD326F463F2}"/>
    <pc:docChg chg="delSld modSld">
      <pc:chgData name="Greg Smith" userId="c57af3070aeedd65" providerId="LiveId" clId="{F2A19C0D-778A-499E-8215-5CD326F463F2}" dt="2019-04-15T23:47:18.364" v="129" actId="20577"/>
      <pc:docMkLst>
        <pc:docMk/>
      </pc:docMkLst>
      <pc:sldChg chg="modSp">
        <pc:chgData name="Greg Smith" userId="c57af3070aeedd65" providerId="LiveId" clId="{F2A19C0D-778A-499E-8215-5CD326F463F2}" dt="2019-04-15T23:45:59.631" v="47" actId="20577"/>
        <pc:sldMkLst>
          <pc:docMk/>
          <pc:sldMk cId="1574491162" sldId="274"/>
        </pc:sldMkLst>
        <pc:spChg chg="mod">
          <ac:chgData name="Greg Smith" userId="c57af3070aeedd65" providerId="LiveId" clId="{F2A19C0D-778A-499E-8215-5CD326F463F2}" dt="2019-04-15T23:45:40.497" v="22" actId="20577"/>
          <ac:spMkLst>
            <pc:docMk/>
            <pc:sldMk cId="1574491162" sldId="274"/>
            <ac:spMk id="2" creationId="{24086494-2F9F-F246-B116-3397D2B5AAFA}"/>
          </ac:spMkLst>
        </pc:spChg>
        <pc:graphicFrameChg chg="mod">
          <ac:chgData name="Greg Smith" userId="c57af3070aeedd65" providerId="LiveId" clId="{F2A19C0D-778A-499E-8215-5CD326F463F2}" dt="2019-04-15T23:45:59.631" v="47" actId="20577"/>
          <ac:graphicFrameMkLst>
            <pc:docMk/>
            <pc:sldMk cId="1574491162" sldId="274"/>
            <ac:graphicFrameMk id="23" creationId="{3D7B9FC1-C9D4-4ECF-91FB-636D5DA1EE2C}"/>
          </ac:graphicFrameMkLst>
        </pc:graphicFrameChg>
      </pc:sldChg>
      <pc:sldChg chg="modSp">
        <pc:chgData name="Greg Smith" userId="c57af3070aeedd65" providerId="LiveId" clId="{F2A19C0D-778A-499E-8215-5CD326F463F2}" dt="2019-04-15T23:47:18.364" v="129" actId="20577"/>
        <pc:sldMkLst>
          <pc:docMk/>
          <pc:sldMk cId="436893362" sldId="275"/>
        </pc:sldMkLst>
        <pc:graphicFrameChg chg="mod">
          <ac:chgData name="Greg Smith" userId="c57af3070aeedd65" providerId="LiveId" clId="{F2A19C0D-778A-499E-8215-5CD326F463F2}" dt="2019-04-15T23:47:18.364" v="129" actId="20577"/>
          <ac:graphicFrameMkLst>
            <pc:docMk/>
            <pc:sldMk cId="436893362" sldId="275"/>
            <ac:graphicFrameMk id="12" creationId="{9DC978D5-D924-482C-8723-0F3A0321B442}"/>
          </ac:graphicFrameMkLst>
        </pc:graphicFrameChg>
      </pc:sldChg>
      <pc:sldChg chg="modSp del">
        <pc:chgData name="Greg Smith" userId="c57af3070aeedd65" providerId="LiveId" clId="{F2A19C0D-778A-499E-8215-5CD326F463F2}" dt="2019-04-15T23:46:10.179" v="48" actId="2696"/>
        <pc:sldMkLst>
          <pc:docMk/>
          <pc:sldMk cId="1154208678" sldId="280"/>
        </pc:sldMkLst>
        <pc:graphicFrameChg chg="mod">
          <ac:chgData name="Greg Smith" userId="c57af3070aeedd65" providerId="LiveId" clId="{F2A19C0D-778A-499E-8215-5CD326F463F2}" dt="2019-04-15T23:45:06.688" v="5" actId="20577"/>
          <ac:graphicFrameMkLst>
            <pc:docMk/>
            <pc:sldMk cId="1154208678" sldId="280"/>
            <ac:graphicFrameMk id="5" creationId="{5F543AEC-F052-4A96-8140-2F31C33E454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B87C3-FCC9-46D8-8275-62A0B38C812D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10F1D7F-1D49-4066-B0E4-252021FCA9F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gm:t>
    </dgm:pt>
    <dgm:pt modelId="{A38DAFCA-121C-493D-86CA-6013D34F4A6D}" type="parTrans" cxnId="{74B075FA-A62A-488B-BD10-A6815CB257D4}">
      <dgm:prSet/>
      <dgm:spPr/>
      <dgm:t>
        <a:bodyPr/>
        <a:lstStyle/>
        <a:p>
          <a:endParaRPr lang="en-US"/>
        </a:p>
      </dgm:t>
    </dgm:pt>
    <dgm:pt modelId="{DFDDE746-FC5E-4BF4-9DCB-F7ACCB1A9399}" type="sibTrans" cxnId="{74B075FA-A62A-488B-BD10-A6815CB257D4}">
      <dgm:prSet/>
      <dgm:spPr/>
      <dgm:t>
        <a:bodyPr/>
        <a:lstStyle/>
        <a:p>
          <a:endParaRPr lang="en-US"/>
        </a:p>
      </dgm:t>
    </dgm:pt>
    <dgm:pt modelId="{68EB87DB-0581-4640-9ADB-562EA677AF1B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gm:t>
    </dgm:pt>
    <dgm:pt modelId="{B9E493AD-D727-4CC2-8143-AC96A6539E18}" type="parTrans" cxnId="{56DF10C2-04A4-4935-BB08-44EBD597AF70}">
      <dgm:prSet/>
      <dgm:spPr/>
      <dgm:t>
        <a:bodyPr/>
        <a:lstStyle/>
        <a:p>
          <a:endParaRPr lang="en-US"/>
        </a:p>
      </dgm:t>
    </dgm:pt>
    <dgm:pt modelId="{41DCBC56-0FEF-4008-B83C-9C070D8BD2D1}" type="sibTrans" cxnId="{56DF10C2-04A4-4935-BB08-44EBD597AF70}">
      <dgm:prSet/>
      <dgm:spPr/>
      <dgm:t>
        <a:bodyPr/>
        <a:lstStyle/>
        <a:p>
          <a:endParaRPr lang="en-US"/>
        </a:p>
      </dgm:t>
    </dgm:pt>
    <dgm:pt modelId="{5260635D-9975-408F-AB5B-D0D381D7298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gm:t>
    </dgm:pt>
    <dgm:pt modelId="{BEE9DE2A-FD41-43E2-B215-438512AE3407}" type="parTrans" cxnId="{B038AAF7-8EF1-4C3D-94D9-D885E9BB26DA}">
      <dgm:prSet/>
      <dgm:spPr/>
      <dgm:t>
        <a:bodyPr/>
        <a:lstStyle/>
        <a:p>
          <a:endParaRPr lang="en-US"/>
        </a:p>
      </dgm:t>
    </dgm:pt>
    <dgm:pt modelId="{3E005A74-2A07-436B-AEB0-AF32FDA4D238}" type="sibTrans" cxnId="{B038AAF7-8EF1-4C3D-94D9-D885E9BB26DA}">
      <dgm:prSet/>
      <dgm:spPr/>
      <dgm:t>
        <a:bodyPr/>
        <a:lstStyle/>
        <a:p>
          <a:endParaRPr lang="en-US"/>
        </a:p>
      </dgm:t>
    </dgm:pt>
    <dgm:pt modelId="{AA3D64A1-5984-4150-B0E2-C7D4729E9C34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gm:t>
    </dgm:pt>
    <dgm:pt modelId="{A8801D20-7991-464C-B1B5-8A8F0FB26E2E}" type="parTrans" cxnId="{7ACFF67F-D3A4-4060-B947-E6851538528E}">
      <dgm:prSet/>
      <dgm:spPr/>
      <dgm:t>
        <a:bodyPr/>
        <a:lstStyle/>
        <a:p>
          <a:endParaRPr lang="en-US"/>
        </a:p>
      </dgm:t>
    </dgm:pt>
    <dgm:pt modelId="{8B4AAB5F-F23A-4E49-8E27-64F73672C4BE}" type="sibTrans" cxnId="{7ACFF67F-D3A4-4060-B947-E6851538528E}">
      <dgm:prSet/>
      <dgm:spPr/>
      <dgm:t>
        <a:bodyPr/>
        <a:lstStyle/>
        <a:p>
          <a:endParaRPr lang="en-US"/>
        </a:p>
      </dgm:t>
    </dgm:pt>
    <dgm:pt modelId="{D26A42DB-657A-427C-BD7E-4C842922F6E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gm:t>
    </dgm:pt>
    <dgm:pt modelId="{9DD14044-67E1-4828-8063-12842CF77B22}" type="parTrans" cxnId="{7D5C36F2-7A86-4DBD-8587-B2AEE7659A18}">
      <dgm:prSet/>
      <dgm:spPr/>
      <dgm:t>
        <a:bodyPr/>
        <a:lstStyle/>
        <a:p>
          <a:endParaRPr lang="en-US"/>
        </a:p>
      </dgm:t>
    </dgm:pt>
    <dgm:pt modelId="{91E4F36B-3DEC-4777-9FA9-DA73E7951DDC}" type="sibTrans" cxnId="{7D5C36F2-7A86-4DBD-8587-B2AEE7659A18}">
      <dgm:prSet/>
      <dgm:spPr/>
      <dgm:t>
        <a:bodyPr/>
        <a:lstStyle/>
        <a:p>
          <a:endParaRPr lang="en-US"/>
        </a:p>
      </dgm:t>
    </dgm:pt>
    <dgm:pt modelId="{84F6B20A-49A4-4704-AB4E-7D86696A7A35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gm:t>
    </dgm:pt>
    <dgm:pt modelId="{FDA44E1B-5F78-4948-ACC3-3D246362422C}" type="parTrans" cxnId="{0BAA96D4-7D28-4359-B70B-D19BDF874322}">
      <dgm:prSet/>
      <dgm:spPr/>
      <dgm:t>
        <a:bodyPr/>
        <a:lstStyle/>
        <a:p>
          <a:endParaRPr lang="en-US"/>
        </a:p>
      </dgm:t>
    </dgm:pt>
    <dgm:pt modelId="{2B59BDDE-5441-467A-B7C4-2EC5ED17C959}" type="sibTrans" cxnId="{0BAA96D4-7D28-4359-B70B-D19BDF874322}">
      <dgm:prSet/>
      <dgm:spPr/>
      <dgm:t>
        <a:bodyPr/>
        <a:lstStyle/>
        <a:p>
          <a:endParaRPr lang="en-US"/>
        </a:p>
      </dgm:t>
    </dgm:pt>
    <dgm:pt modelId="{40DB2B9C-1F19-441D-9344-82B86306084E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gm:t>
    </dgm:pt>
    <dgm:pt modelId="{C7AC878B-CD17-448F-89B2-CE269A4DC9B7}" type="parTrans" cxnId="{F4970BFF-2591-4EFC-B0B1-181FE5CD5793}">
      <dgm:prSet/>
      <dgm:spPr/>
      <dgm:t>
        <a:bodyPr/>
        <a:lstStyle/>
        <a:p>
          <a:endParaRPr lang="en-US"/>
        </a:p>
      </dgm:t>
    </dgm:pt>
    <dgm:pt modelId="{0E9130F9-B3D7-4EEB-A383-9206D26FD21C}" type="sibTrans" cxnId="{F4970BFF-2591-4EFC-B0B1-181FE5CD5793}">
      <dgm:prSet/>
      <dgm:spPr/>
      <dgm:t>
        <a:bodyPr/>
        <a:lstStyle/>
        <a:p>
          <a:endParaRPr lang="en-US"/>
        </a:p>
      </dgm:t>
    </dgm:pt>
    <dgm:pt modelId="{137C00AF-E6EB-4901-9912-841632B7FB80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gm:t>
    </dgm:pt>
    <dgm:pt modelId="{E1393884-C83C-4452-AB0B-DCE03292BC2D}" type="parTrans" cxnId="{2F567151-8DD8-4D39-9F13-D0CBB08EA15E}">
      <dgm:prSet/>
      <dgm:spPr/>
      <dgm:t>
        <a:bodyPr/>
        <a:lstStyle/>
        <a:p>
          <a:endParaRPr lang="en-US"/>
        </a:p>
      </dgm:t>
    </dgm:pt>
    <dgm:pt modelId="{8CB68216-67C1-45E1-A862-DBB3FF873EEA}" type="sibTrans" cxnId="{2F567151-8DD8-4D39-9F13-D0CBB08EA15E}">
      <dgm:prSet/>
      <dgm:spPr/>
      <dgm:t>
        <a:bodyPr/>
        <a:lstStyle/>
        <a:p>
          <a:endParaRPr lang="en-US"/>
        </a:p>
      </dgm:t>
    </dgm:pt>
    <dgm:pt modelId="{D56B39B8-DE0D-4BE9-BED1-5379BDDE6463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gm:t>
    </dgm:pt>
    <dgm:pt modelId="{6F9BF4E9-3AEA-42A3-932A-43D910CE989D}" type="parTrans" cxnId="{B5412D67-DDE7-4B75-8F6D-2F4FDB9654A5}">
      <dgm:prSet/>
      <dgm:spPr/>
      <dgm:t>
        <a:bodyPr/>
        <a:lstStyle/>
        <a:p>
          <a:endParaRPr lang="en-US"/>
        </a:p>
      </dgm:t>
    </dgm:pt>
    <dgm:pt modelId="{FCB22A08-CACA-4AC8-9F7E-48C50CBB6C3A}" type="sibTrans" cxnId="{B5412D67-DDE7-4B75-8F6D-2F4FDB9654A5}">
      <dgm:prSet/>
      <dgm:spPr/>
      <dgm:t>
        <a:bodyPr/>
        <a:lstStyle/>
        <a:p>
          <a:endParaRPr lang="en-US"/>
        </a:p>
      </dgm:t>
    </dgm:pt>
    <dgm:pt modelId="{344A5502-55A6-4C83-8A8C-E66CF4DEB2FB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gm:t>
    </dgm:pt>
    <dgm:pt modelId="{D2408721-9B5B-4C7C-A49E-1991462F9D53}" type="parTrans" cxnId="{0F83389D-7870-4B15-B409-73AC08D80842}">
      <dgm:prSet/>
      <dgm:spPr/>
      <dgm:t>
        <a:bodyPr/>
        <a:lstStyle/>
        <a:p>
          <a:endParaRPr lang="en-US"/>
        </a:p>
      </dgm:t>
    </dgm:pt>
    <dgm:pt modelId="{19D54727-54EA-47EE-BA21-240A9AED2799}" type="sibTrans" cxnId="{0F83389D-7870-4B15-B409-73AC08D80842}">
      <dgm:prSet/>
      <dgm:spPr/>
      <dgm:t>
        <a:bodyPr/>
        <a:lstStyle/>
        <a:p>
          <a:endParaRPr lang="en-US"/>
        </a:p>
      </dgm:t>
    </dgm:pt>
    <dgm:pt modelId="{4D0CAE83-76D8-4BCA-BC9E-DE893748495C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gm:t>
    </dgm:pt>
    <dgm:pt modelId="{12F7092D-F474-4980-B087-FC9E52D136DD}" type="parTrans" cxnId="{D550C321-81EC-4283-8813-9A24DDF412A5}">
      <dgm:prSet/>
      <dgm:spPr/>
      <dgm:t>
        <a:bodyPr/>
        <a:lstStyle/>
        <a:p>
          <a:endParaRPr lang="en-US"/>
        </a:p>
      </dgm:t>
    </dgm:pt>
    <dgm:pt modelId="{2ED5D6C3-B4A8-4C48-845A-931990A66977}" type="sibTrans" cxnId="{D550C321-81EC-4283-8813-9A24DDF412A5}">
      <dgm:prSet/>
      <dgm:spPr/>
      <dgm:t>
        <a:bodyPr/>
        <a:lstStyle/>
        <a:p>
          <a:endParaRPr lang="en-US"/>
        </a:p>
      </dgm:t>
    </dgm:pt>
    <dgm:pt modelId="{DDC7CEC3-F757-43A0-A2FA-ABA576BB655C}" type="pres">
      <dgm:prSet presAssocID="{14FB87C3-FCC9-46D8-8275-62A0B38C812D}" presName="Name0" presStyleCnt="0">
        <dgm:presLayoutVars>
          <dgm:dir/>
          <dgm:animLvl val="lvl"/>
          <dgm:resizeHandles val="exact"/>
        </dgm:presLayoutVars>
      </dgm:prSet>
      <dgm:spPr/>
    </dgm:pt>
    <dgm:pt modelId="{759CD1D3-4223-4A32-AD55-357BC1AAF58A}" type="pres">
      <dgm:prSet presAssocID="{4D0CAE83-76D8-4BCA-BC9E-DE893748495C}" presName="linNode" presStyleCnt="0"/>
      <dgm:spPr/>
    </dgm:pt>
    <dgm:pt modelId="{A6E0B775-DCD6-4BEB-BA96-7746953A2534}" type="pres">
      <dgm:prSet presAssocID="{4D0CAE83-76D8-4BCA-BC9E-DE893748495C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3E73BE01-9519-4B6D-84BD-DC72BB47772E}" type="pres">
      <dgm:prSet presAssocID="{2ED5D6C3-B4A8-4C48-845A-931990A66977}" presName="sp" presStyleCnt="0"/>
      <dgm:spPr/>
    </dgm:pt>
    <dgm:pt modelId="{5C3D3754-B04A-4F7C-BE78-28E6689AEAB7}" type="pres">
      <dgm:prSet presAssocID="{310F1D7F-1D49-4066-B0E4-252021FCA9F6}" presName="linNode" presStyleCnt="0"/>
      <dgm:spPr/>
    </dgm:pt>
    <dgm:pt modelId="{8D870C57-7ADF-4ADA-A8C8-8067E4E1AA9C}" type="pres">
      <dgm:prSet presAssocID="{310F1D7F-1D49-4066-B0E4-252021FCA9F6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5AC9C6CD-DA56-4DF2-B23E-5ABE9380D47F}" type="pres">
      <dgm:prSet presAssocID="{DFDDE746-FC5E-4BF4-9DCB-F7ACCB1A9399}" presName="sp" presStyleCnt="0"/>
      <dgm:spPr/>
    </dgm:pt>
    <dgm:pt modelId="{D28886D8-08ED-439D-970B-3A7BD0531C69}" type="pres">
      <dgm:prSet presAssocID="{68EB87DB-0581-4640-9ADB-562EA677AF1B}" presName="linNode" presStyleCnt="0"/>
      <dgm:spPr/>
    </dgm:pt>
    <dgm:pt modelId="{6588EB65-C784-423D-AE18-E3CF6265C1D6}" type="pres">
      <dgm:prSet presAssocID="{68EB87DB-0581-4640-9ADB-562EA677AF1B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77CDB951-6A93-4226-AA54-1DD2858A277D}" type="pres">
      <dgm:prSet presAssocID="{41DCBC56-0FEF-4008-B83C-9C070D8BD2D1}" presName="sp" presStyleCnt="0"/>
      <dgm:spPr/>
    </dgm:pt>
    <dgm:pt modelId="{B4EDADA8-1BE8-47E0-9FA7-FDCA8750565E}" type="pres">
      <dgm:prSet presAssocID="{5260635D-9975-408F-AB5B-D0D381D7298C}" presName="linNode" presStyleCnt="0"/>
      <dgm:spPr/>
    </dgm:pt>
    <dgm:pt modelId="{70189A93-22F1-4B00-BD68-876AE5271AAE}" type="pres">
      <dgm:prSet presAssocID="{5260635D-9975-408F-AB5B-D0D381D7298C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9FB877A9-376E-4BFE-992E-F8C48C80FF90}" type="pres">
      <dgm:prSet presAssocID="{3E005A74-2A07-436B-AEB0-AF32FDA4D238}" presName="sp" presStyleCnt="0"/>
      <dgm:spPr/>
    </dgm:pt>
    <dgm:pt modelId="{80E31028-E93F-443C-A94B-88959D7298AC}" type="pres">
      <dgm:prSet presAssocID="{AA3D64A1-5984-4150-B0E2-C7D4729E9C34}" presName="linNode" presStyleCnt="0"/>
      <dgm:spPr/>
    </dgm:pt>
    <dgm:pt modelId="{356775C3-4D34-450A-8B44-7D86E93032A5}" type="pres">
      <dgm:prSet presAssocID="{AA3D64A1-5984-4150-B0E2-C7D4729E9C34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D717168E-8E7A-4D50-8FB1-4A5BA407F048}" type="pres">
      <dgm:prSet presAssocID="{8B4AAB5F-F23A-4E49-8E27-64F73672C4BE}" presName="sp" presStyleCnt="0"/>
      <dgm:spPr/>
    </dgm:pt>
    <dgm:pt modelId="{E5BCAF12-E5E4-4EE9-9B93-D547F33BC8DF}" type="pres">
      <dgm:prSet presAssocID="{344A5502-55A6-4C83-8A8C-E66CF4DEB2FB}" presName="linNode" presStyleCnt="0"/>
      <dgm:spPr/>
    </dgm:pt>
    <dgm:pt modelId="{D22C1773-3F60-41BD-805D-C07FE4D5F633}" type="pres">
      <dgm:prSet presAssocID="{344A5502-55A6-4C83-8A8C-E66CF4DEB2FB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84372467-60A0-41D6-9693-AD944C5D4F8D}" type="pres">
      <dgm:prSet presAssocID="{19D54727-54EA-47EE-BA21-240A9AED2799}" presName="sp" presStyleCnt="0"/>
      <dgm:spPr/>
    </dgm:pt>
    <dgm:pt modelId="{74EFAD13-5696-48C7-8D06-C5533E338C7B}" type="pres">
      <dgm:prSet presAssocID="{D26A42DB-657A-427C-BD7E-4C842922F6EE}" presName="linNode" presStyleCnt="0"/>
      <dgm:spPr/>
    </dgm:pt>
    <dgm:pt modelId="{18232ADC-C076-49B0-9CD3-41278FA6D915}" type="pres">
      <dgm:prSet presAssocID="{D26A42DB-657A-427C-BD7E-4C842922F6EE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4F205B34-A769-4680-B79C-89048C82A0FE}" type="pres">
      <dgm:prSet presAssocID="{91E4F36B-3DEC-4777-9FA9-DA73E7951DDC}" presName="sp" presStyleCnt="0"/>
      <dgm:spPr/>
    </dgm:pt>
    <dgm:pt modelId="{A58C365F-6F1C-40B9-A9AC-017AF2757662}" type="pres">
      <dgm:prSet presAssocID="{84F6B20A-49A4-4704-AB4E-7D86696A7A35}" presName="linNode" presStyleCnt="0"/>
      <dgm:spPr/>
    </dgm:pt>
    <dgm:pt modelId="{C2175BCC-CBB7-4BF3-9511-2D8C3F0FE10F}" type="pres">
      <dgm:prSet presAssocID="{84F6B20A-49A4-4704-AB4E-7D86696A7A35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DB426266-BD16-4B1B-BF71-39FE68C6BAF2}" type="pres">
      <dgm:prSet presAssocID="{2B59BDDE-5441-467A-B7C4-2EC5ED17C959}" presName="sp" presStyleCnt="0"/>
      <dgm:spPr/>
    </dgm:pt>
    <dgm:pt modelId="{7650C0B0-C3B5-4443-B862-7946EA378229}" type="pres">
      <dgm:prSet presAssocID="{40DB2B9C-1F19-441D-9344-82B86306084E}" presName="linNode" presStyleCnt="0"/>
      <dgm:spPr/>
    </dgm:pt>
    <dgm:pt modelId="{1A5ED826-5D00-4CB2-87B5-BEC5EC62E772}" type="pres">
      <dgm:prSet presAssocID="{40DB2B9C-1F19-441D-9344-82B86306084E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4193C724-FBA7-4C74-8517-B7D904342F1A}" type="pres">
      <dgm:prSet presAssocID="{0E9130F9-B3D7-4EEB-A383-9206D26FD21C}" presName="sp" presStyleCnt="0"/>
      <dgm:spPr/>
    </dgm:pt>
    <dgm:pt modelId="{E89E302D-2568-4969-8E92-2A5A4046888C}" type="pres">
      <dgm:prSet presAssocID="{D56B39B8-DE0D-4BE9-BED1-5379BDDE6463}" presName="linNode" presStyleCnt="0"/>
      <dgm:spPr/>
    </dgm:pt>
    <dgm:pt modelId="{9A56D476-57EC-4DAE-8286-533FD3497850}" type="pres">
      <dgm:prSet presAssocID="{D56B39B8-DE0D-4BE9-BED1-5379BDDE6463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7E62A088-6EB1-469C-B3B4-93F22EEC19F3}" type="pres">
      <dgm:prSet presAssocID="{FCB22A08-CACA-4AC8-9F7E-48C50CBB6C3A}" presName="sp" presStyleCnt="0"/>
      <dgm:spPr/>
    </dgm:pt>
    <dgm:pt modelId="{53CC562B-908F-40AB-AB1F-FE0C69491E4A}" type="pres">
      <dgm:prSet presAssocID="{137C00AF-E6EB-4901-9912-841632B7FB80}" presName="linNode" presStyleCnt="0"/>
      <dgm:spPr/>
    </dgm:pt>
    <dgm:pt modelId="{DD9B7236-1E08-409A-9F65-F940323D19C0}" type="pres">
      <dgm:prSet presAssocID="{137C00AF-E6EB-4901-9912-841632B7FB80}" presName="parentText" presStyleLbl="node1" presStyleIdx="10" presStyleCnt="11">
        <dgm:presLayoutVars>
          <dgm:chMax val="1"/>
          <dgm:bulletEnabled val="1"/>
        </dgm:presLayoutVars>
      </dgm:prSet>
      <dgm:spPr/>
    </dgm:pt>
  </dgm:ptLst>
  <dgm:cxnLst>
    <dgm:cxn modelId="{939A2409-44D2-4648-8E1D-AE5ECD35458B}" type="presOf" srcId="{344A5502-55A6-4C83-8A8C-E66CF4DEB2FB}" destId="{D22C1773-3F60-41BD-805D-C07FE4D5F633}" srcOrd="0" destOrd="0" presId="urn:microsoft.com/office/officeart/2005/8/layout/vList5"/>
    <dgm:cxn modelId="{FA197A0C-DE6E-4E7D-8834-64EFDD08F88A}" type="presOf" srcId="{D26A42DB-657A-427C-BD7E-4C842922F6EE}" destId="{18232ADC-C076-49B0-9CD3-41278FA6D915}" srcOrd="0" destOrd="0" presId="urn:microsoft.com/office/officeart/2005/8/layout/vList5"/>
    <dgm:cxn modelId="{2BD05B10-53D1-487D-9EE2-0CBE70E0975A}" type="presOf" srcId="{68EB87DB-0581-4640-9ADB-562EA677AF1B}" destId="{6588EB65-C784-423D-AE18-E3CF6265C1D6}" srcOrd="0" destOrd="0" presId="urn:microsoft.com/office/officeart/2005/8/layout/vList5"/>
    <dgm:cxn modelId="{D550C321-81EC-4283-8813-9A24DDF412A5}" srcId="{14FB87C3-FCC9-46D8-8275-62A0B38C812D}" destId="{4D0CAE83-76D8-4BCA-BC9E-DE893748495C}" srcOrd="0" destOrd="0" parTransId="{12F7092D-F474-4980-B087-FC9E52D136DD}" sibTransId="{2ED5D6C3-B4A8-4C48-845A-931990A66977}"/>
    <dgm:cxn modelId="{8BC59E5D-A1F2-4BE7-BA9A-1553D297A779}" type="presOf" srcId="{4D0CAE83-76D8-4BCA-BC9E-DE893748495C}" destId="{A6E0B775-DCD6-4BEB-BA96-7746953A2534}" srcOrd="0" destOrd="0" presId="urn:microsoft.com/office/officeart/2005/8/layout/vList5"/>
    <dgm:cxn modelId="{53779463-0564-4D4C-A8F4-E99D9AB13F24}" type="presOf" srcId="{40DB2B9C-1F19-441D-9344-82B86306084E}" destId="{1A5ED826-5D00-4CB2-87B5-BEC5EC62E772}" srcOrd="0" destOrd="0" presId="urn:microsoft.com/office/officeart/2005/8/layout/vList5"/>
    <dgm:cxn modelId="{094A9B64-7952-41E9-BE95-414977EE421D}" type="presOf" srcId="{84F6B20A-49A4-4704-AB4E-7D86696A7A35}" destId="{C2175BCC-CBB7-4BF3-9511-2D8C3F0FE10F}" srcOrd="0" destOrd="0" presId="urn:microsoft.com/office/officeart/2005/8/layout/vList5"/>
    <dgm:cxn modelId="{B5412D67-DDE7-4B75-8F6D-2F4FDB9654A5}" srcId="{14FB87C3-FCC9-46D8-8275-62A0B38C812D}" destId="{D56B39B8-DE0D-4BE9-BED1-5379BDDE6463}" srcOrd="9" destOrd="0" parTransId="{6F9BF4E9-3AEA-42A3-932A-43D910CE989D}" sibTransId="{FCB22A08-CACA-4AC8-9F7E-48C50CBB6C3A}"/>
    <dgm:cxn modelId="{77D27167-C850-4049-9BCE-EC425F6FA53D}" type="presOf" srcId="{310F1D7F-1D49-4066-B0E4-252021FCA9F6}" destId="{8D870C57-7ADF-4ADA-A8C8-8067E4E1AA9C}" srcOrd="0" destOrd="0" presId="urn:microsoft.com/office/officeart/2005/8/layout/vList5"/>
    <dgm:cxn modelId="{9A644448-DD3D-4544-A305-95B2B4B20CB0}" type="presOf" srcId="{137C00AF-E6EB-4901-9912-841632B7FB80}" destId="{DD9B7236-1E08-409A-9F65-F940323D19C0}" srcOrd="0" destOrd="0" presId="urn:microsoft.com/office/officeart/2005/8/layout/vList5"/>
    <dgm:cxn modelId="{2F567151-8DD8-4D39-9F13-D0CBB08EA15E}" srcId="{14FB87C3-FCC9-46D8-8275-62A0B38C812D}" destId="{137C00AF-E6EB-4901-9912-841632B7FB80}" srcOrd="10" destOrd="0" parTransId="{E1393884-C83C-4452-AB0B-DCE03292BC2D}" sibTransId="{8CB68216-67C1-45E1-A862-DBB3FF873EEA}"/>
    <dgm:cxn modelId="{7ACFF67F-D3A4-4060-B947-E6851538528E}" srcId="{14FB87C3-FCC9-46D8-8275-62A0B38C812D}" destId="{AA3D64A1-5984-4150-B0E2-C7D4729E9C34}" srcOrd="4" destOrd="0" parTransId="{A8801D20-7991-464C-B1B5-8A8F0FB26E2E}" sibTransId="{8B4AAB5F-F23A-4E49-8E27-64F73672C4BE}"/>
    <dgm:cxn modelId="{5DF77991-A590-4017-9193-D651DEBC2EFE}" type="presOf" srcId="{AA3D64A1-5984-4150-B0E2-C7D4729E9C34}" destId="{356775C3-4D34-450A-8B44-7D86E93032A5}" srcOrd="0" destOrd="0" presId="urn:microsoft.com/office/officeart/2005/8/layout/vList5"/>
    <dgm:cxn modelId="{2802309C-290C-4D58-A93D-354AD68AFCB9}" type="presOf" srcId="{14FB87C3-FCC9-46D8-8275-62A0B38C812D}" destId="{DDC7CEC3-F757-43A0-A2FA-ABA576BB655C}" srcOrd="0" destOrd="0" presId="urn:microsoft.com/office/officeart/2005/8/layout/vList5"/>
    <dgm:cxn modelId="{0F83389D-7870-4B15-B409-73AC08D80842}" srcId="{14FB87C3-FCC9-46D8-8275-62A0B38C812D}" destId="{344A5502-55A6-4C83-8A8C-E66CF4DEB2FB}" srcOrd="5" destOrd="0" parTransId="{D2408721-9B5B-4C7C-A49E-1991462F9D53}" sibTransId="{19D54727-54EA-47EE-BA21-240A9AED2799}"/>
    <dgm:cxn modelId="{56DF10C2-04A4-4935-BB08-44EBD597AF70}" srcId="{14FB87C3-FCC9-46D8-8275-62A0B38C812D}" destId="{68EB87DB-0581-4640-9ADB-562EA677AF1B}" srcOrd="2" destOrd="0" parTransId="{B9E493AD-D727-4CC2-8143-AC96A6539E18}" sibTransId="{41DCBC56-0FEF-4008-B83C-9C070D8BD2D1}"/>
    <dgm:cxn modelId="{0BAA96D4-7D28-4359-B70B-D19BDF874322}" srcId="{14FB87C3-FCC9-46D8-8275-62A0B38C812D}" destId="{84F6B20A-49A4-4704-AB4E-7D86696A7A35}" srcOrd="7" destOrd="0" parTransId="{FDA44E1B-5F78-4948-ACC3-3D246362422C}" sibTransId="{2B59BDDE-5441-467A-B7C4-2EC5ED17C959}"/>
    <dgm:cxn modelId="{7D5C36F2-7A86-4DBD-8587-B2AEE7659A18}" srcId="{14FB87C3-FCC9-46D8-8275-62A0B38C812D}" destId="{D26A42DB-657A-427C-BD7E-4C842922F6EE}" srcOrd="6" destOrd="0" parTransId="{9DD14044-67E1-4828-8063-12842CF77B22}" sibTransId="{91E4F36B-3DEC-4777-9FA9-DA73E7951DDC}"/>
    <dgm:cxn modelId="{B83ACAF2-D819-4560-8CCE-C72BFBC87969}" type="presOf" srcId="{D56B39B8-DE0D-4BE9-BED1-5379BDDE6463}" destId="{9A56D476-57EC-4DAE-8286-533FD3497850}" srcOrd="0" destOrd="0" presId="urn:microsoft.com/office/officeart/2005/8/layout/vList5"/>
    <dgm:cxn modelId="{B038AAF7-8EF1-4C3D-94D9-D885E9BB26DA}" srcId="{14FB87C3-FCC9-46D8-8275-62A0B38C812D}" destId="{5260635D-9975-408F-AB5B-D0D381D7298C}" srcOrd="3" destOrd="0" parTransId="{BEE9DE2A-FD41-43E2-B215-438512AE3407}" sibTransId="{3E005A74-2A07-436B-AEB0-AF32FDA4D238}"/>
    <dgm:cxn modelId="{04E826F9-1F61-4EAD-8AA3-1A2B15B22F54}" type="presOf" srcId="{5260635D-9975-408F-AB5B-D0D381D7298C}" destId="{70189A93-22F1-4B00-BD68-876AE5271AAE}" srcOrd="0" destOrd="0" presId="urn:microsoft.com/office/officeart/2005/8/layout/vList5"/>
    <dgm:cxn modelId="{74B075FA-A62A-488B-BD10-A6815CB257D4}" srcId="{14FB87C3-FCC9-46D8-8275-62A0B38C812D}" destId="{310F1D7F-1D49-4066-B0E4-252021FCA9F6}" srcOrd="1" destOrd="0" parTransId="{A38DAFCA-121C-493D-86CA-6013D34F4A6D}" sibTransId="{DFDDE746-FC5E-4BF4-9DCB-F7ACCB1A9399}"/>
    <dgm:cxn modelId="{F4970BFF-2591-4EFC-B0B1-181FE5CD5793}" srcId="{14FB87C3-FCC9-46D8-8275-62A0B38C812D}" destId="{40DB2B9C-1F19-441D-9344-82B86306084E}" srcOrd="8" destOrd="0" parTransId="{C7AC878B-CD17-448F-89B2-CE269A4DC9B7}" sibTransId="{0E9130F9-B3D7-4EEB-A383-9206D26FD21C}"/>
    <dgm:cxn modelId="{FF0A7DE6-AD3D-4D9C-98BA-E76E8282A5D2}" type="presParOf" srcId="{DDC7CEC3-F757-43A0-A2FA-ABA576BB655C}" destId="{759CD1D3-4223-4A32-AD55-357BC1AAF58A}" srcOrd="0" destOrd="0" presId="urn:microsoft.com/office/officeart/2005/8/layout/vList5"/>
    <dgm:cxn modelId="{B2E9C264-9755-4542-8A49-167D2F932C1A}" type="presParOf" srcId="{759CD1D3-4223-4A32-AD55-357BC1AAF58A}" destId="{A6E0B775-DCD6-4BEB-BA96-7746953A2534}" srcOrd="0" destOrd="0" presId="urn:microsoft.com/office/officeart/2005/8/layout/vList5"/>
    <dgm:cxn modelId="{39D6585A-F620-46CD-839C-42B33D0305FB}" type="presParOf" srcId="{DDC7CEC3-F757-43A0-A2FA-ABA576BB655C}" destId="{3E73BE01-9519-4B6D-84BD-DC72BB47772E}" srcOrd="1" destOrd="0" presId="urn:microsoft.com/office/officeart/2005/8/layout/vList5"/>
    <dgm:cxn modelId="{0531D835-82C9-47D6-B3EC-B4D1669326D5}" type="presParOf" srcId="{DDC7CEC3-F757-43A0-A2FA-ABA576BB655C}" destId="{5C3D3754-B04A-4F7C-BE78-28E6689AEAB7}" srcOrd="2" destOrd="0" presId="urn:microsoft.com/office/officeart/2005/8/layout/vList5"/>
    <dgm:cxn modelId="{9D02BCBB-B577-4860-BCF0-7DC0B3FB4DCD}" type="presParOf" srcId="{5C3D3754-B04A-4F7C-BE78-28E6689AEAB7}" destId="{8D870C57-7ADF-4ADA-A8C8-8067E4E1AA9C}" srcOrd="0" destOrd="0" presId="urn:microsoft.com/office/officeart/2005/8/layout/vList5"/>
    <dgm:cxn modelId="{9041A6D0-A279-4CF9-BEC7-15EE46C7B78C}" type="presParOf" srcId="{DDC7CEC3-F757-43A0-A2FA-ABA576BB655C}" destId="{5AC9C6CD-DA56-4DF2-B23E-5ABE9380D47F}" srcOrd="3" destOrd="0" presId="urn:microsoft.com/office/officeart/2005/8/layout/vList5"/>
    <dgm:cxn modelId="{9BB9B254-3DDB-4F0E-875F-23076DF79442}" type="presParOf" srcId="{DDC7CEC3-F757-43A0-A2FA-ABA576BB655C}" destId="{D28886D8-08ED-439D-970B-3A7BD0531C69}" srcOrd="4" destOrd="0" presId="urn:microsoft.com/office/officeart/2005/8/layout/vList5"/>
    <dgm:cxn modelId="{5F3A7AAC-9A40-44BE-AA4F-480B99426A89}" type="presParOf" srcId="{D28886D8-08ED-439D-970B-3A7BD0531C69}" destId="{6588EB65-C784-423D-AE18-E3CF6265C1D6}" srcOrd="0" destOrd="0" presId="urn:microsoft.com/office/officeart/2005/8/layout/vList5"/>
    <dgm:cxn modelId="{5E910C09-9E21-4F87-8649-3008C2656A4F}" type="presParOf" srcId="{DDC7CEC3-F757-43A0-A2FA-ABA576BB655C}" destId="{77CDB951-6A93-4226-AA54-1DD2858A277D}" srcOrd="5" destOrd="0" presId="urn:microsoft.com/office/officeart/2005/8/layout/vList5"/>
    <dgm:cxn modelId="{5A95721E-702D-4A94-80B0-841D05169E26}" type="presParOf" srcId="{DDC7CEC3-F757-43A0-A2FA-ABA576BB655C}" destId="{B4EDADA8-1BE8-47E0-9FA7-FDCA8750565E}" srcOrd="6" destOrd="0" presId="urn:microsoft.com/office/officeart/2005/8/layout/vList5"/>
    <dgm:cxn modelId="{195EFF73-F0D5-4D1E-B27F-A93BA08E6DB2}" type="presParOf" srcId="{B4EDADA8-1BE8-47E0-9FA7-FDCA8750565E}" destId="{70189A93-22F1-4B00-BD68-876AE5271AAE}" srcOrd="0" destOrd="0" presId="urn:microsoft.com/office/officeart/2005/8/layout/vList5"/>
    <dgm:cxn modelId="{4107E405-760D-4BC0-857B-0F9AEED99199}" type="presParOf" srcId="{DDC7CEC3-F757-43A0-A2FA-ABA576BB655C}" destId="{9FB877A9-376E-4BFE-992E-F8C48C80FF90}" srcOrd="7" destOrd="0" presId="urn:microsoft.com/office/officeart/2005/8/layout/vList5"/>
    <dgm:cxn modelId="{8949AA78-55DB-4AF2-B5E2-5DD5EF93CC9C}" type="presParOf" srcId="{DDC7CEC3-F757-43A0-A2FA-ABA576BB655C}" destId="{80E31028-E93F-443C-A94B-88959D7298AC}" srcOrd="8" destOrd="0" presId="urn:microsoft.com/office/officeart/2005/8/layout/vList5"/>
    <dgm:cxn modelId="{597B83B0-76F4-4426-A317-526AE52EC2C9}" type="presParOf" srcId="{80E31028-E93F-443C-A94B-88959D7298AC}" destId="{356775C3-4D34-450A-8B44-7D86E93032A5}" srcOrd="0" destOrd="0" presId="urn:microsoft.com/office/officeart/2005/8/layout/vList5"/>
    <dgm:cxn modelId="{00051ED0-D87D-480F-8E8A-1A0DE61E64A4}" type="presParOf" srcId="{DDC7CEC3-F757-43A0-A2FA-ABA576BB655C}" destId="{D717168E-8E7A-4D50-8FB1-4A5BA407F048}" srcOrd="9" destOrd="0" presId="urn:microsoft.com/office/officeart/2005/8/layout/vList5"/>
    <dgm:cxn modelId="{B0B48302-4800-4E13-B883-A54F0CF685C3}" type="presParOf" srcId="{DDC7CEC3-F757-43A0-A2FA-ABA576BB655C}" destId="{E5BCAF12-E5E4-4EE9-9B93-D547F33BC8DF}" srcOrd="10" destOrd="0" presId="urn:microsoft.com/office/officeart/2005/8/layout/vList5"/>
    <dgm:cxn modelId="{39D9255B-AB31-499D-8752-C17FBCF680BC}" type="presParOf" srcId="{E5BCAF12-E5E4-4EE9-9B93-D547F33BC8DF}" destId="{D22C1773-3F60-41BD-805D-C07FE4D5F633}" srcOrd="0" destOrd="0" presId="urn:microsoft.com/office/officeart/2005/8/layout/vList5"/>
    <dgm:cxn modelId="{33396F0A-F4F9-4EB1-913E-1A88666B79A8}" type="presParOf" srcId="{DDC7CEC3-F757-43A0-A2FA-ABA576BB655C}" destId="{84372467-60A0-41D6-9693-AD944C5D4F8D}" srcOrd="11" destOrd="0" presId="urn:microsoft.com/office/officeart/2005/8/layout/vList5"/>
    <dgm:cxn modelId="{EAD2980A-EF4F-4CD9-8594-2CAEE6A63195}" type="presParOf" srcId="{DDC7CEC3-F757-43A0-A2FA-ABA576BB655C}" destId="{74EFAD13-5696-48C7-8D06-C5533E338C7B}" srcOrd="12" destOrd="0" presId="urn:microsoft.com/office/officeart/2005/8/layout/vList5"/>
    <dgm:cxn modelId="{301E6441-96CC-4A43-8F8D-ACF9AD438B50}" type="presParOf" srcId="{74EFAD13-5696-48C7-8D06-C5533E338C7B}" destId="{18232ADC-C076-49B0-9CD3-41278FA6D915}" srcOrd="0" destOrd="0" presId="urn:microsoft.com/office/officeart/2005/8/layout/vList5"/>
    <dgm:cxn modelId="{460A1697-0901-4EE9-A7D3-BABE5847CB03}" type="presParOf" srcId="{DDC7CEC3-F757-43A0-A2FA-ABA576BB655C}" destId="{4F205B34-A769-4680-B79C-89048C82A0FE}" srcOrd="13" destOrd="0" presId="urn:microsoft.com/office/officeart/2005/8/layout/vList5"/>
    <dgm:cxn modelId="{996F56E8-D4E8-43DA-8E63-98D40CF0AFD7}" type="presParOf" srcId="{DDC7CEC3-F757-43A0-A2FA-ABA576BB655C}" destId="{A58C365F-6F1C-40B9-A9AC-017AF2757662}" srcOrd="14" destOrd="0" presId="urn:microsoft.com/office/officeart/2005/8/layout/vList5"/>
    <dgm:cxn modelId="{373D57EB-5B02-4F7C-8EB8-4E9A1821C2DF}" type="presParOf" srcId="{A58C365F-6F1C-40B9-A9AC-017AF2757662}" destId="{C2175BCC-CBB7-4BF3-9511-2D8C3F0FE10F}" srcOrd="0" destOrd="0" presId="urn:microsoft.com/office/officeart/2005/8/layout/vList5"/>
    <dgm:cxn modelId="{C0AEBEEB-3321-42A8-AAF1-7E4E13F68808}" type="presParOf" srcId="{DDC7CEC3-F757-43A0-A2FA-ABA576BB655C}" destId="{DB426266-BD16-4B1B-BF71-39FE68C6BAF2}" srcOrd="15" destOrd="0" presId="urn:microsoft.com/office/officeart/2005/8/layout/vList5"/>
    <dgm:cxn modelId="{1D7FD4B7-5EA1-4D6B-AA72-21C0D8DC2930}" type="presParOf" srcId="{DDC7CEC3-F757-43A0-A2FA-ABA576BB655C}" destId="{7650C0B0-C3B5-4443-B862-7946EA378229}" srcOrd="16" destOrd="0" presId="urn:microsoft.com/office/officeart/2005/8/layout/vList5"/>
    <dgm:cxn modelId="{9F6779ED-4AF1-4A1A-8C5E-B3A4E61CD36F}" type="presParOf" srcId="{7650C0B0-C3B5-4443-B862-7946EA378229}" destId="{1A5ED826-5D00-4CB2-87B5-BEC5EC62E772}" srcOrd="0" destOrd="0" presId="urn:microsoft.com/office/officeart/2005/8/layout/vList5"/>
    <dgm:cxn modelId="{C85DBD2E-1209-43F3-87A6-BE3117E51241}" type="presParOf" srcId="{DDC7CEC3-F757-43A0-A2FA-ABA576BB655C}" destId="{4193C724-FBA7-4C74-8517-B7D904342F1A}" srcOrd="17" destOrd="0" presId="urn:microsoft.com/office/officeart/2005/8/layout/vList5"/>
    <dgm:cxn modelId="{E16EAAEA-E52B-4263-9AC5-F2B877F2196C}" type="presParOf" srcId="{DDC7CEC3-F757-43A0-A2FA-ABA576BB655C}" destId="{E89E302D-2568-4969-8E92-2A5A4046888C}" srcOrd="18" destOrd="0" presId="urn:microsoft.com/office/officeart/2005/8/layout/vList5"/>
    <dgm:cxn modelId="{E94AAACE-3F08-49BC-B495-11867EFC002E}" type="presParOf" srcId="{E89E302D-2568-4969-8E92-2A5A4046888C}" destId="{9A56D476-57EC-4DAE-8286-533FD3497850}" srcOrd="0" destOrd="0" presId="urn:microsoft.com/office/officeart/2005/8/layout/vList5"/>
    <dgm:cxn modelId="{927DB06E-5981-4649-8F38-8FE206E383D7}" type="presParOf" srcId="{DDC7CEC3-F757-43A0-A2FA-ABA576BB655C}" destId="{7E62A088-6EB1-469C-B3B4-93F22EEC19F3}" srcOrd="19" destOrd="0" presId="urn:microsoft.com/office/officeart/2005/8/layout/vList5"/>
    <dgm:cxn modelId="{5ECF4743-3B2B-4814-910F-3B1A2F4CA34E}" type="presParOf" srcId="{DDC7CEC3-F757-43A0-A2FA-ABA576BB655C}" destId="{53CC562B-908F-40AB-AB1F-FE0C69491E4A}" srcOrd="20" destOrd="0" presId="urn:microsoft.com/office/officeart/2005/8/layout/vList5"/>
    <dgm:cxn modelId="{C5DC8D55-A8CD-4001-8790-BDDADF9D630E}" type="presParOf" srcId="{53CC562B-908F-40AB-AB1F-FE0C69491E4A}" destId="{DD9B7236-1E08-409A-9F65-F940323D19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F64C4-1C1A-4726-95E0-8F7BD2EEE5CD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462C0-2670-46B5-93D9-61AE7AB59D3B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Java is used as the language to create the functionality.</a:t>
          </a:r>
          <a:endParaRPr lang="en-US">
            <a:latin typeface="Calibri Light"/>
            <a:cs typeface="Calibri Light"/>
          </a:endParaRPr>
        </a:p>
      </dgm:t>
    </dgm:pt>
    <dgm:pt modelId="{A3D9ECA9-D681-4F6B-BDA4-821E0117A811}" type="parTrans" cxnId="{6798BB16-03A3-4B73-A824-2159BD173ABA}">
      <dgm:prSet/>
      <dgm:spPr/>
      <dgm:t>
        <a:bodyPr/>
        <a:lstStyle/>
        <a:p>
          <a:endParaRPr lang="en-US"/>
        </a:p>
      </dgm:t>
    </dgm:pt>
    <dgm:pt modelId="{AA4208ED-E6C1-436A-A821-B30262AED3AB}" type="sibTrans" cxnId="{6798BB16-03A3-4B73-A824-2159BD173A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732BB6-3780-4398-B11A-200C164BF09F}">
      <dgm:prSet/>
      <dgm:spPr/>
      <dgm:t>
        <a:bodyPr/>
        <a:lstStyle/>
        <a:p>
          <a:r>
            <a:rPr lang="en-US" b="0" i="0">
              <a:latin typeface="Calibri Light"/>
              <a:cs typeface="Calibri Light"/>
            </a:rPr>
            <a:t>Only freely distributed, open-source dependencies are used. </a:t>
          </a:r>
          <a:endParaRPr lang="en-US">
            <a:latin typeface="Calibri Light"/>
            <a:cs typeface="Calibri Light"/>
          </a:endParaRPr>
        </a:p>
      </dgm:t>
    </dgm:pt>
    <dgm:pt modelId="{A3CF4EDF-54F6-4549-AAEF-51489A409FC7}" type="parTrans" cxnId="{F50E485E-B2AE-4D9F-8528-B4AB154344D2}">
      <dgm:prSet/>
      <dgm:spPr/>
      <dgm:t>
        <a:bodyPr/>
        <a:lstStyle/>
        <a:p>
          <a:endParaRPr lang="en-US"/>
        </a:p>
      </dgm:t>
    </dgm:pt>
    <dgm:pt modelId="{9DB4FD2E-8FF0-4150-B5D2-881978A4D79D}" type="sibTrans" cxnId="{F50E485E-B2AE-4D9F-8528-B4AB154344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DB73203-94AF-4F63-BA3F-75E0C833D213}" type="pres">
      <dgm:prSet presAssocID="{12AF64C4-1C1A-4726-95E0-8F7BD2EEE5CD}" presName="Name0" presStyleCnt="0">
        <dgm:presLayoutVars>
          <dgm:animLvl val="lvl"/>
          <dgm:resizeHandles val="exact"/>
        </dgm:presLayoutVars>
      </dgm:prSet>
      <dgm:spPr/>
    </dgm:pt>
    <dgm:pt modelId="{629C8B74-EDB1-4B56-9E31-CEC567D0ECD2}" type="pres">
      <dgm:prSet presAssocID="{C4A462C0-2670-46B5-93D9-61AE7AB59D3B}" presName="compositeNode" presStyleCnt="0">
        <dgm:presLayoutVars>
          <dgm:bulletEnabled val="1"/>
        </dgm:presLayoutVars>
      </dgm:prSet>
      <dgm:spPr/>
    </dgm:pt>
    <dgm:pt modelId="{562191D1-6D80-409C-8DD3-C5355BCA161E}" type="pres">
      <dgm:prSet presAssocID="{C4A462C0-2670-46B5-93D9-61AE7AB59D3B}" presName="bgRect" presStyleLbl="bgAccFollowNode1" presStyleIdx="0" presStyleCnt="2"/>
      <dgm:spPr/>
    </dgm:pt>
    <dgm:pt modelId="{597195F3-8CB3-4811-882F-FE6D6334DA6A}" type="pres">
      <dgm:prSet presAssocID="{AA4208ED-E6C1-436A-A821-B30262AED3A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A1922B38-34AD-4EB6-B9CC-FE8971C3AAC2}" type="pres">
      <dgm:prSet presAssocID="{C4A462C0-2670-46B5-93D9-61AE7AB59D3B}" presName="bottomLine" presStyleLbl="alignNode1" presStyleIdx="1" presStyleCnt="4">
        <dgm:presLayoutVars/>
      </dgm:prSet>
      <dgm:spPr/>
    </dgm:pt>
    <dgm:pt modelId="{3925DBE2-2FC6-4537-8313-F6C258D7509B}" type="pres">
      <dgm:prSet presAssocID="{C4A462C0-2670-46B5-93D9-61AE7AB59D3B}" presName="nodeText" presStyleLbl="bgAccFollowNode1" presStyleIdx="0" presStyleCnt="2">
        <dgm:presLayoutVars>
          <dgm:bulletEnabled val="1"/>
        </dgm:presLayoutVars>
      </dgm:prSet>
      <dgm:spPr/>
    </dgm:pt>
    <dgm:pt modelId="{6AFAAAE1-CFFC-4680-ADA6-EF0DF0DF7F39}" type="pres">
      <dgm:prSet presAssocID="{AA4208ED-E6C1-436A-A821-B30262AED3AB}" presName="sibTrans" presStyleCnt="0"/>
      <dgm:spPr/>
    </dgm:pt>
    <dgm:pt modelId="{B9BC9B61-D697-46E4-B610-FF8F7E47201F}" type="pres">
      <dgm:prSet presAssocID="{9A732BB6-3780-4398-B11A-200C164BF09F}" presName="compositeNode" presStyleCnt="0">
        <dgm:presLayoutVars>
          <dgm:bulletEnabled val="1"/>
        </dgm:presLayoutVars>
      </dgm:prSet>
      <dgm:spPr/>
    </dgm:pt>
    <dgm:pt modelId="{857FC83B-2369-4F8B-9C52-B676CFE5B04C}" type="pres">
      <dgm:prSet presAssocID="{9A732BB6-3780-4398-B11A-200C164BF09F}" presName="bgRect" presStyleLbl="bgAccFollowNode1" presStyleIdx="1" presStyleCnt="2"/>
      <dgm:spPr/>
    </dgm:pt>
    <dgm:pt modelId="{27F42628-A9E3-444D-91AB-F8D40662D298}" type="pres">
      <dgm:prSet presAssocID="{9DB4FD2E-8FF0-4150-B5D2-881978A4D79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D7EB34-BB3F-4D6C-B97C-E64F78A6C3B5}" type="pres">
      <dgm:prSet presAssocID="{9A732BB6-3780-4398-B11A-200C164BF09F}" presName="bottomLine" presStyleLbl="alignNode1" presStyleIdx="3" presStyleCnt="4">
        <dgm:presLayoutVars/>
      </dgm:prSet>
      <dgm:spPr/>
    </dgm:pt>
    <dgm:pt modelId="{7B1224E1-19A2-47D9-AF52-6B1461716CC1}" type="pres">
      <dgm:prSet presAssocID="{9A732BB6-3780-4398-B11A-200C164BF09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7500D10-FA50-41B4-85FF-AFCE8F0692F9}" type="presOf" srcId="{C4A462C0-2670-46B5-93D9-61AE7AB59D3B}" destId="{3925DBE2-2FC6-4537-8313-F6C258D7509B}" srcOrd="1" destOrd="0" presId="urn:microsoft.com/office/officeart/2016/7/layout/BasicLinearProcessNumbered"/>
    <dgm:cxn modelId="{6798BB16-03A3-4B73-A824-2159BD173ABA}" srcId="{12AF64C4-1C1A-4726-95E0-8F7BD2EEE5CD}" destId="{C4A462C0-2670-46B5-93D9-61AE7AB59D3B}" srcOrd="0" destOrd="0" parTransId="{A3D9ECA9-D681-4F6B-BDA4-821E0117A811}" sibTransId="{AA4208ED-E6C1-436A-A821-B30262AED3AB}"/>
    <dgm:cxn modelId="{9B496032-B8A0-43D8-A513-AA25B6EC0931}" type="presOf" srcId="{9DB4FD2E-8FF0-4150-B5D2-881978A4D79D}" destId="{27F42628-A9E3-444D-91AB-F8D40662D298}" srcOrd="0" destOrd="0" presId="urn:microsoft.com/office/officeart/2016/7/layout/BasicLinearProcessNumbered"/>
    <dgm:cxn modelId="{F41DF837-50B5-44C2-BC86-5057D8C8D92F}" type="presOf" srcId="{9A732BB6-3780-4398-B11A-200C164BF09F}" destId="{7B1224E1-19A2-47D9-AF52-6B1461716CC1}" srcOrd="1" destOrd="0" presId="urn:microsoft.com/office/officeart/2016/7/layout/BasicLinearProcessNumbered"/>
    <dgm:cxn modelId="{C4B2083A-E1CA-4EC5-AF6D-F32DA6250DCC}" type="presOf" srcId="{C4A462C0-2670-46B5-93D9-61AE7AB59D3B}" destId="{562191D1-6D80-409C-8DD3-C5355BCA161E}" srcOrd="0" destOrd="0" presId="urn:microsoft.com/office/officeart/2016/7/layout/BasicLinearProcessNumbered"/>
    <dgm:cxn modelId="{F50E485E-B2AE-4D9F-8528-B4AB154344D2}" srcId="{12AF64C4-1C1A-4726-95E0-8F7BD2EEE5CD}" destId="{9A732BB6-3780-4398-B11A-200C164BF09F}" srcOrd="1" destOrd="0" parTransId="{A3CF4EDF-54F6-4549-AAEF-51489A409FC7}" sibTransId="{9DB4FD2E-8FF0-4150-B5D2-881978A4D79D}"/>
    <dgm:cxn modelId="{E38B679D-F282-4231-B3B0-80DC60A57D26}" type="presOf" srcId="{12AF64C4-1C1A-4726-95E0-8F7BD2EEE5CD}" destId="{CDB73203-94AF-4F63-BA3F-75E0C833D213}" srcOrd="0" destOrd="0" presId="urn:microsoft.com/office/officeart/2016/7/layout/BasicLinearProcessNumbered"/>
    <dgm:cxn modelId="{1FBF2FDB-8D56-4DB1-8E55-A1D402FC4A3E}" type="presOf" srcId="{9A732BB6-3780-4398-B11A-200C164BF09F}" destId="{857FC83B-2369-4F8B-9C52-B676CFE5B04C}" srcOrd="0" destOrd="0" presId="urn:microsoft.com/office/officeart/2016/7/layout/BasicLinearProcessNumbered"/>
    <dgm:cxn modelId="{C00B89ED-6A86-4913-9D86-C51E9956F60C}" type="presOf" srcId="{AA4208ED-E6C1-436A-A821-B30262AED3AB}" destId="{597195F3-8CB3-4811-882F-FE6D6334DA6A}" srcOrd="0" destOrd="0" presId="urn:microsoft.com/office/officeart/2016/7/layout/BasicLinearProcessNumbered"/>
    <dgm:cxn modelId="{E788F111-8E72-45BC-9C93-A8733EB8C272}" type="presParOf" srcId="{CDB73203-94AF-4F63-BA3F-75E0C833D213}" destId="{629C8B74-EDB1-4B56-9E31-CEC567D0ECD2}" srcOrd="0" destOrd="0" presId="urn:microsoft.com/office/officeart/2016/7/layout/BasicLinearProcessNumbered"/>
    <dgm:cxn modelId="{174D48C1-3808-4DF0-9297-6471586296BB}" type="presParOf" srcId="{629C8B74-EDB1-4B56-9E31-CEC567D0ECD2}" destId="{562191D1-6D80-409C-8DD3-C5355BCA161E}" srcOrd="0" destOrd="0" presId="urn:microsoft.com/office/officeart/2016/7/layout/BasicLinearProcessNumbered"/>
    <dgm:cxn modelId="{85D8125F-C137-430F-BACB-F953AEAF09C6}" type="presParOf" srcId="{629C8B74-EDB1-4B56-9E31-CEC567D0ECD2}" destId="{597195F3-8CB3-4811-882F-FE6D6334DA6A}" srcOrd="1" destOrd="0" presId="urn:microsoft.com/office/officeart/2016/7/layout/BasicLinearProcessNumbered"/>
    <dgm:cxn modelId="{5B25EAEA-31B4-4B61-B240-FB47240C54B8}" type="presParOf" srcId="{629C8B74-EDB1-4B56-9E31-CEC567D0ECD2}" destId="{A1922B38-34AD-4EB6-B9CC-FE8971C3AAC2}" srcOrd="2" destOrd="0" presId="urn:microsoft.com/office/officeart/2016/7/layout/BasicLinearProcessNumbered"/>
    <dgm:cxn modelId="{256FD4FA-98F7-4172-B4D4-4D180DCFA903}" type="presParOf" srcId="{629C8B74-EDB1-4B56-9E31-CEC567D0ECD2}" destId="{3925DBE2-2FC6-4537-8313-F6C258D7509B}" srcOrd="3" destOrd="0" presId="urn:microsoft.com/office/officeart/2016/7/layout/BasicLinearProcessNumbered"/>
    <dgm:cxn modelId="{5326C3C6-C33A-4EFB-B412-97F12713E35C}" type="presParOf" srcId="{CDB73203-94AF-4F63-BA3F-75E0C833D213}" destId="{6AFAAAE1-CFFC-4680-ADA6-EF0DF0DF7F39}" srcOrd="1" destOrd="0" presId="urn:microsoft.com/office/officeart/2016/7/layout/BasicLinearProcessNumbered"/>
    <dgm:cxn modelId="{D5FA8670-92EC-4075-8618-4A6A3A0D386B}" type="presParOf" srcId="{CDB73203-94AF-4F63-BA3F-75E0C833D213}" destId="{B9BC9B61-D697-46E4-B610-FF8F7E47201F}" srcOrd="2" destOrd="0" presId="urn:microsoft.com/office/officeart/2016/7/layout/BasicLinearProcessNumbered"/>
    <dgm:cxn modelId="{5364E330-5388-4FA8-81A2-CA545CEB2B8B}" type="presParOf" srcId="{B9BC9B61-D697-46E4-B610-FF8F7E47201F}" destId="{857FC83B-2369-4F8B-9C52-B676CFE5B04C}" srcOrd="0" destOrd="0" presId="urn:microsoft.com/office/officeart/2016/7/layout/BasicLinearProcessNumbered"/>
    <dgm:cxn modelId="{9F584825-7239-4EED-8E4F-EB2E57B2FB0D}" type="presParOf" srcId="{B9BC9B61-D697-46E4-B610-FF8F7E47201F}" destId="{27F42628-A9E3-444D-91AB-F8D40662D298}" srcOrd="1" destOrd="0" presId="urn:microsoft.com/office/officeart/2016/7/layout/BasicLinearProcessNumbered"/>
    <dgm:cxn modelId="{F3C6280A-F9DF-421C-B8BB-7BAA1C4BD24F}" type="presParOf" srcId="{B9BC9B61-D697-46E4-B610-FF8F7E47201F}" destId="{5CD7EB34-BB3F-4D6C-B97C-E64F78A6C3B5}" srcOrd="2" destOrd="0" presId="urn:microsoft.com/office/officeart/2016/7/layout/BasicLinearProcessNumbered"/>
    <dgm:cxn modelId="{780FA92D-CADD-4CB8-A8F5-9C1AC0DFC8FD}" type="presParOf" srcId="{B9BC9B61-D697-46E4-B610-FF8F7E47201F}" destId="{7B1224E1-19A2-47D9-AF52-6B1461716C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F0D4FC-DB04-4E2E-9DBF-27C5A41BF56C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FE25A9-83CC-4D65-85E0-CEA73C5A5738}">
      <dgm:prSet/>
      <dgm:spPr/>
      <dgm:t>
        <a:bodyPr/>
        <a:lstStyle/>
        <a:p>
          <a:r>
            <a:rPr lang="en-US"/>
            <a:t>Intellij IDEA IDE</a:t>
          </a:r>
        </a:p>
      </dgm:t>
    </dgm:pt>
    <dgm:pt modelId="{C18935B2-8E18-499F-A619-AC84EA921A5D}" type="parTrans" cxnId="{98709551-72F7-4796-A7AE-A5C16E7574A1}">
      <dgm:prSet/>
      <dgm:spPr/>
      <dgm:t>
        <a:bodyPr/>
        <a:lstStyle/>
        <a:p>
          <a:endParaRPr lang="en-US"/>
        </a:p>
      </dgm:t>
    </dgm:pt>
    <dgm:pt modelId="{831EBECB-63CF-4D0E-BBE1-C7775BBB203D}" type="sibTrans" cxnId="{98709551-72F7-4796-A7AE-A5C16E7574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09A4544-0876-4BA7-93E0-48A0F30452F1}">
      <dgm:prSet/>
      <dgm:spPr/>
      <dgm:t>
        <a:bodyPr/>
        <a:lstStyle/>
        <a:p>
          <a:r>
            <a:rPr lang="en-US"/>
            <a:t>Github used for version control</a:t>
          </a:r>
        </a:p>
      </dgm:t>
    </dgm:pt>
    <dgm:pt modelId="{F1E21364-181E-410B-AC4A-61499F138EA6}" type="parTrans" cxnId="{DD0D004B-D9A3-40D5-AA58-72426D6D83E5}">
      <dgm:prSet/>
      <dgm:spPr/>
      <dgm:t>
        <a:bodyPr/>
        <a:lstStyle/>
        <a:p>
          <a:endParaRPr lang="en-US"/>
        </a:p>
      </dgm:t>
    </dgm:pt>
    <dgm:pt modelId="{A28B0757-40B9-40EC-A972-5CB38D008CD3}" type="sibTrans" cxnId="{DD0D004B-D9A3-40D5-AA58-72426D6D83E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C25480-1D16-46D4-8DC2-8CF6D5C1EADE}">
      <dgm:prSet/>
      <dgm:spPr/>
      <dgm:t>
        <a:bodyPr/>
        <a:lstStyle/>
        <a:p>
          <a:r>
            <a:rPr lang="en-US"/>
            <a:t>Maven for building and testing tool</a:t>
          </a:r>
        </a:p>
      </dgm:t>
    </dgm:pt>
    <dgm:pt modelId="{914338F9-49E9-462D-A6F2-141D6E069B59}" type="parTrans" cxnId="{652401EB-B4FD-44F3-9D12-F03CFDBD8051}">
      <dgm:prSet/>
      <dgm:spPr/>
      <dgm:t>
        <a:bodyPr/>
        <a:lstStyle/>
        <a:p>
          <a:endParaRPr lang="en-US"/>
        </a:p>
      </dgm:t>
    </dgm:pt>
    <dgm:pt modelId="{9226F788-E81E-4B19-B273-EAD118ABCF36}" type="sibTrans" cxnId="{652401EB-B4FD-44F3-9D12-F03CFDBD805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900848-6B8D-499C-92FE-9D22D634584F}" type="pres">
      <dgm:prSet presAssocID="{D7F0D4FC-DB04-4E2E-9DBF-27C5A41BF56C}" presName="Name0" presStyleCnt="0">
        <dgm:presLayoutVars>
          <dgm:animLvl val="lvl"/>
          <dgm:resizeHandles val="exact"/>
        </dgm:presLayoutVars>
      </dgm:prSet>
      <dgm:spPr/>
    </dgm:pt>
    <dgm:pt modelId="{2CD506C7-0EE8-456F-BB69-B89A8105FDB3}" type="pres">
      <dgm:prSet presAssocID="{5DFE25A9-83CC-4D65-85E0-CEA73C5A5738}" presName="compositeNode" presStyleCnt="0">
        <dgm:presLayoutVars>
          <dgm:bulletEnabled val="1"/>
        </dgm:presLayoutVars>
      </dgm:prSet>
      <dgm:spPr/>
    </dgm:pt>
    <dgm:pt modelId="{C069120F-1E05-42E6-A610-BD48279A0F66}" type="pres">
      <dgm:prSet presAssocID="{5DFE25A9-83CC-4D65-85E0-CEA73C5A5738}" presName="bgRect" presStyleLbl="bgAccFollowNode1" presStyleIdx="0" presStyleCnt="3"/>
      <dgm:spPr/>
    </dgm:pt>
    <dgm:pt modelId="{9125B8CB-13B2-402B-9231-DDC610FF1139}" type="pres">
      <dgm:prSet presAssocID="{831EBECB-63CF-4D0E-BBE1-C7775BBB203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C6FFCC4-FB97-4C0D-84E8-2722192A5E8F}" type="pres">
      <dgm:prSet presAssocID="{5DFE25A9-83CC-4D65-85E0-CEA73C5A5738}" presName="bottomLine" presStyleLbl="alignNode1" presStyleIdx="1" presStyleCnt="6">
        <dgm:presLayoutVars/>
      </dgm:prSet>
      <dgm:spPr/>
    </dgm:pt>
    <dgm:pt modelId="{1E971E39-C587-40D9-A83E-902156A86114}" type="pres">
      <dgm:prSet presAssocID="{5DFE25A9-83CC-4D65-85E0-CEA73C5A5738}" presName="nodeText" presStyleLbl="bgAccFollowNode1" presStyleIdx="0" presStyleCnt="3">
        <dgm:presLayoutVars>
          <dgm:bulletEnabled val="1"/>
        </dgm:presLayoutVars>
      </dgm:prSet>
      <dgm:spPr/>
    </dgm:pt>
    <dgm:pt modelId="{BB3FA1D1-3B8C-4034-9F4B-38640BFA80F2}" type="pres">
      <dgm:prSet presAssocID="{831EBECB-63CF-4D0E-BBE1-C7775BBB203D}" presName="sibTrans" presStyleCnt="0"/>
      <dgm:spPr/>
    </dgm:pt>
    <dgm:pt modelId="{DA5713D0-16BE-4BB8-89E8-A804EEC7F124}" type="pres">
      <dgm:prSet presAssocID="{A09A4544-0876-4BA7-93E0-48A0F30452F1}" presName="compositeNode" presStyleCnt="0">
        <dgm:presLayoutVars>
          <dgm:bulletEnabled val="1"/>
        </dgm:presLayoutVars>
      </dgm:prSet>
      <dgm:spPr/>
    </dgm:pt>
    <dgm:pt modelId="{AA2D977C-D6B3-464A-97F1-DF3FDA6A2E39}" type="pres">
      <dgm:prSet presAssocID="{A09A4544-0876-4BA7-93E0-48A0F30452F1}" presName="bgRect" presStyleLbl="bgAccFollowNode1" presStyleIdx="1" presStyleCnt="3"/>
      <dgm:spPr/>
    </dgm:pt>
    <dgm:pt modelId="{5AE3BE9A-4EC7-45F6-AEFA-9D31E36A7278}" type="pres">
      <dgm:prSet presAssocID="{A28B0757-40B9-40EC-A972-5CB38D008C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F60D37-6698-4EC7-85BD-05040EA7977C}" type="pres">
      <dgm:prSet presAssocID="{A09A4544-0876-4BA7-93E0-48A0F30452F1}" presName="bottomLine" presStyleLbl="alignNode1" presStyleIdx="3" presStyleCnt="6">
        <dgm:presLayoutVars/>
      </dgm:prSet>
      <dgm:spPr/>
    </dgm:pt>
    <dgm:pt modelId="{8CCF66A9-A1BB-47E5-B4AB-D26848B9941A}" type="pres">
      <dgm:prSet presAssocID="{A09A4544-0876-4BA7-93E0-48A0F30452F1}" presName="nodeText" presStyleLbl="bgAccFollowNode1" presStyleIdx="1" presStyleCnt="3">
        <dgm:presLayoutVars>
          <dgm:bulletEnabled val="1"/>
        </dgm:presLayoutVars>
      </dgm:prSet>
      <dgm:spPr/>
    </dgm:pt>
    <dgm:pt modelId="{96F335E7-8013-4EF1-A41C-B9A50D29C08A}" type="pres">
      <dgm:prSet presAssocID="{A28B0757-40B9-40EC-A972-5CB38D008CD3}" presName="sibTrans" presStyleCnt="0"/>
      <dgm:spPr/>
    </dgm:pt>
    <dgm:pt modelId="{17B609F3-E283-4795-A533-AA6A9A6DEBEF}" type="pres">
      <dgm:prSet presAssocID="{CCC25480-1D16-46D4-8DC2-8CF6D5C1EADE}" presName="compositeNode" presStyleCnt="0">
        <dgm:presLayoutVars>
          <dgm:bulletEnabled val="1"/>
        </dgm:presLayoutVars>
      </dgm:prSet>
      <dgm:spPr/>
    </dgm:pt>
    <dgm:pt modelId="{061EA95A-D553-4606-9EB2-C2AD26934FB6}" type="pres">
      <dgm:prSet presAssocID="{CCC25480-1D16-46D4-8DC2-8CF6D5C1EADE}" presName="bgRect" presStyleLbl="bgAccFollowNode1" presStyleIdx="2" presStyleCnt="3"/>
      <dgm:spPr/>
    </dgm:pt>
    <dgm:pt modelId="{986096A8-28E9-431E-AA16-BDE49059006D}" type="pres">
      <dgm:prSet presAssocID="{9226F788-E81E-4B19-B273-EAD118ABCF3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E74E5CC-C196-476E-8348-7C03C1004B93}" type="pres">
      <dgm:prSet presAssocID="{CCC25480-1D16-46D4-8DC2-8CF6D5C1EADE}" presName="bottomLine" presStyleLbl="alignNode1" presStyleIdx="5" presStyleCnt="6">
        <dgm:presLayoutVars/>
      </dgm:prSet>
      <dgm:spPr/>
    </dgm:pt>
    <dgm:pt modelId="{1D4F5FFD-7C2F-431D-ABA7-39EDADB29C95}" type="pres">
      <dgm:prSet presAssocID="{CCC25480-1D16-46D4-8DC2-8CF6D5C1EAD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125B12-01E7-4476-812B-EDBB6AE4C7CE}" type="presOf" srcId="{A09A4544-0876-4BA7-93E0-48A0F30452F1}" destId="{8CCF66A9-A1BB-47E5-B4AB-D26848B9941A}" srcOrd="1" destOrd="0" presId="urn:microsoft.com/office/officeart/2016/7/layout/BasicLinearProcessNumbered"/>
    <dgm:cxn modelId="{E0452C1A-551B-4999-BE48-7A8DF903335F}" type="presOf" srcId="{A09A4544-0876-4BA7-93E0-48A0F30452F1}" destId="{AA2D977C-D6B3-464A-97F1-DF3FDA6A2E39}" srcOrd="0" destOrd="0" presId="urn:microsoft.com/office/officeart/2016/7/layout/BasicLinearProcessNumbered"/>
    <dgm:cxn modelId="{DD0D004B-D9A3-40D5-AA58-72426D6D83E5}" srcId="{D7F0D4FC-DB04-4E2E-9DBF-27C5A41BF56C}" destId="{A09A4544-0876-4BA7-93E0-48A0F30452F1}" srcOrd="1" destOrd="0" parTransId="{F1E21364-181E-410B-AC4A-61499F138EA6}" sibTransId="{A28B0757-40B9-40EC-A972-5CB38D008CD3}"/>
    <dgm:cxn modelId="{C1B2224B-467F-4B42-94A3-555474935A60}" type="presOf" srcId="{D7F0D4FC-DB04-4E2E-9DBF-27C5A41BF56C}" destId="{D7900848-6B8D-499C-92FE-9D22D634584F}" srcOrd="0" destOrd="0" presId="urn:microsoft.com/office/officeart/2016/7/layout/BasicLinearProcessNumbered"/>
    <dgm:cxn modelId="{F1767E6E-C542-4C79-8A04-B080DF6A60EB}" type="presOf" srcId="{5DFE25A9-83CC-4D65-85E0-CEA73C5A5738}" destId="{C069120F-1E05-42E6-A610-BD48279A0F66}" srcOrd="0" destOrd="0" presId="urn:microsoft.com/office/officeart/2016/7/layout/BasicLinearProcessNumbered"/>
    <dgm:cxn modelId="{33A2C04E-7ABA-4764-A176-F6383E7F6943}" type="presOf" srcId="{9226F788-E81E-4B19-B273-EAD118ABCF36}" destId="{986096A8-28E9-431E-AA16-BDE49059006D}" srcOrd="0" destOrd="0" presId="urn:microsoft.com/office/officeart/2016/7/layout/BasicLinearProcessNumbered"/>
    <dgm:cxn modelId="{98709551-72F7-4796-A7AE-A5C16E7574A1}" srcId="{D7F0D4FC-DB04-4E2E-9DBF-27C5A41BF56C}" destId="{5DFE25A9-83CC-4D65-85E0-CEA73C5A5738}" srcOrd="0" destOrd="0" parTransId="{C18935B2-8E18-499F-A619-AC84EA921A5D}" sibTransId="{831EBECB-63CF-4D0E-BBE1-C7775BBB203D}"/>
    <dgm:cxn modelId="{6B9F7A83-6FDC-4C2C-8A72-EB976F31E892}" type="presOf" srcId="{831EBECB-63CF-4D0E-BBE1-C7775BBB203D}" destId="{9125B8CB-13B2-402B-9231-DDC610FF1139}" srcOrd="0" destOrd="0" presId="urn:microsoft.com/office/officeart/2016/7/layout/BasicLinearProcessNumbered"/>
    <dgm:cxn modelId="{91679E96-6B25-4B90-8FD5-59658C55C169}" type="presOf" srcId="{CCC25480-1D16-46D4-8DC2-8CF6D5C1EADE}" destId="{061EA95A-D553-4606-9EB2-C2AD26934FB6}" srcOrd="0" destOrd="0" presId="urn:microsoft.com/office/officeart/2016/7/layout/BasicLinearProcessNumbered"/>
    <dgm:cxn modelId="{BB134EA5-F175-4D4D-8944-231D2894F564}" type="presOf" srcId="{A28B0757-40B9-40EC-A972-5CB38D008CD3}" destId="{5AE3BE9A-4EC7-45F6-AEFA-9D31E36A7278}" srcOrd="0" destOrd="0" presId="urn:microsoft.com/office/officeart/2016/7/layout/BasicLinearProcessNumbered"/>
    <dgm:cxn modelId="{F2F784D5-CC87-4A8E-81B7-40768841C6A2}" type="presOf" srcId="{CCC25480-1D16-46D4-8DC2-8CF6D5C1EADE}" destId="{1D4F5FFD-7C2F-431D-ABA7-39EDADB29C95}" srcOrd="1" destOrd="0" presId="urn:microsoft.com/office/officeart/2016/7/layout/BasicLinearProcessNumbered"/>
    <dgm:cxn modelId="{652401EB-B4FD-44F3-9D12-F03CFDBD8051}" srcId="{D7F0D4FC-DB04-4E2E-9DBF-27C5A41BF56C}" destId="{CCC25480-1D16-46D4-8DC2-8CF6D5C1EADE}" srcOrd="2" destOrd="0" parTransId="{914338F9-49E9-462D-A6F2-141D6E069B59}" sibTransId="{9226F788-E81E-4B19-B273-EAD118ABCF36}"/>
    <dgm:cxn modelId="{38DC37FA-1392-48F3-ABB2-C3DB37C95D5A}" type="presOf" srcId="{5DFE25A9-83CC-4D65-85E0-CEA73C5A5738}" destId="{1E971E39-C587-40D9-A83E-902156A86114}" srcOrd="1" destOrd="0" presId="urn:microsoft.com/office/officeart/2016/7/layout/BasicLinearProcessNumbered"/>
    <dgm:cxn modelId="{5CD48CAF-0377-4E62-9980-B7EC6E7F6C64}" type="presParOf" srcId="{D7900848-6B8D-499C-92FE-9D22D634584F}" destId="{2CD506C7-0EE8-456F-BB69-B89A8105FDB3}" srcOrd="0" destOrd="0" presId="urn:microsoft.com/office/officeart/2016/7/layout/BasicLinearProcessNumbered"/>
    <dgm:cxn modelId="{507F9A9C-E32A-4986-BF73-D0E62964F4FE}" type="presParOf" srcId="{2CD506C7-0EE8-456F-BB69-B89A8105FDB3}" destId="{C069120F-1E05-42E6-A610-BD48279A0F66}" srcOrd="0" destOrd="0" presId="urn:microsoft.com/office/officeart/2016/7/layout/BasicLinearProcessNumbered"/>
    <dgm:cxn modelId="{B619A776-5ACB-4877-866E-065D1B25F171}" type="presParOf" srcId="{2CD506C7-0EE8-456F-BB69-B89A8105FDB3}" destId="{9125B8CB-13B2-402B-9231-DDC610FF1139}" srcOrd="1" destOrd="0" presId="urn:microsoft.com/office/officeart/2016/7/layout/BasicLinearProcessNumbered"/>
    <dgm:cxn modelId="{1472CB88-C0CF-4B4D-A4F1-6C3690A01AAC}" type="presParOf" srcId="{2CD506C7-0EE8-456F-BB69-B89A8105FDB3}" destId="{2C6FFCC4-FB97-4C0D-84E8-2722192A5E8F}" srcOrd="2" destOrd="0" presId="urn:microsoft.com/office/officeart/2016/7/layout/BasicLinearProcessNumbered"/>
    <dgm:cxn modelId="{D53ECA6F-4DA0-423B-8060-D175CDA4D7F9}" type="presParOf" srcId="{2CD506C7-0EE8-456F-BB69-B89A8105FDB3}" destId="{1E971E39-C587-40D9-A83E-902156A86114}" srcOrd="3" destOrd="0" presId="urn:microsoft.com/office/officeart/2016/7/layout/BasicLinearProcessNumbered"/>
    <dgm:cxn modelId="{8240E9E6-ED82-4310-A3CC-0557E56DB062}" type="presParOf" srcId="{D7900848-6B8D-499C-92FE-9D22D634584F}" destId="{BB3FA1D1-3B8C-4034-9F4B-38640BFA80F2}" srcOrd="1" destOrd="0" presId="urn:microsoft.com/office/officeart/2016/7/layout/BasicLinearProcessNumbered"/>
    <dgm:cxn modelId="{B330585A-6AF8-4F65-99D0-0064830C97CB}" type="presParOf" srcId="{D7900848-6B8D-499C-92FE-9D22D634584F}" destId="{DA5713D0-16BE-4BB8-89E8-A804EEC7F124}" srcOrd="2" destOrd="0" presId="urn:microsoft.com/office/officeart/2016/7/layout/BasicLinearProcessNumbered"/>
    <dgm:cxn modelId="{02A7D057-301E-49B4-BBF2-9CA29ADCD86B}" type="presParOf" srcId="{DA5713D0-16BE-4BB8-89E8-A804EEC7F124}" destId="{AA2D977C-D6B3-464A-97F1-DF3FDA6A2E39}" srcOrd="0" destOrd="0" presId="urn:microsoft.com/office/officeart/2016/7/layout/BasicLinearProcessNumbered"/>
    <dgm:cxn modelId="{E45A6ED4-196F-447E-8B54-394C6CC3BACC}" type="presParOf" srcId="{DA5713D0-16BE-4BB8-89E8-A804EEC7F124}" destId="{5AE3BE9A-4EC7-45F6-AEFA-9D31E36A7278}" srcOrd="1" destOrd="0" presId="urn:microsoft.com/office/officeart/2016/7/layout/BasicLinearProcessNumbered"/>
    <dgm:cxn modelId="{8EE8ADBC-279E-467B-861B-51BD17A9667E}" type="presParOf" srcId="{DA5713D0-16BE-4BB8-89E8-A804EEC7F124}" destId="{33F60D37-6698-4EC7-85BD-05040EA7977C}" srcOrd="2" destOrd="0" presId="urn:microsoft.com/office/officeart/2016/7/layout/BasicLinearProcessNumbered"/>
    <dgm:cxn modelId="{A7963204-683C-4916-BF6A-163EE95D6D3C}" type="presParOf" srcId="{DA5713D0-16BE-4BB8-89E8-A804EEC7F124}" destId="{8CCF66A9-A1BB-47E5-B4AB-D26848B9941A}" srcOrd="3" destOrd="0" presId="urn:microsoft.com/office/officeart/2016/7/layout/BasicLinearProcessNumbered"/>
    <dgm:cxn modelId="{9BD65820-1BA7-429B-8235-0156BA440820}" type="presParOf" srcId="{D7900848-6B8D-499C-92FE-9D22D634584F}" destId="{96F335E7-8013-4EF1-A41C-B9A50D29C08A}" srcOrd="3" destOrd="0" presId="urn:microsoft.com/office/officeart/2016/7/layout/BasicLinearProcessNumbered"/>
    <dgm:cxn modelId="{843FB95C-66AE-4E6E-9118-5413EC5F42A3}" type="presParOf" srcId="{D7900848-6B8D-499C-92FE-9D22D634584F}" destId="{17B609F3-E283-4795-A533-AA6A9A6DEBEF}" srcOrd="4" destOrd="0" presId="urn:microsoft.com/office/officeart/2016/7/layout/BasicLinearProcessNumbered"/>
    <dgm:cxn modelId="{1F7D9F06-0389-4355-8C2B-888871C4CDCD}" type="presParOf" srcId="{17B609F3-E283-4795-A533-AA6A9A6DEBEF}" destId="{061EA95A-D553-4606-9EB2-C2AD26934FB6}" srcOrd="0" destOrd="0" presId="urn:microsoft.com/office/officeart/2016/7/layout/BasicLinearProcessNumbered"/>
    <dgm:cxn modelId="{DFC010A2-FCE4-471B-8EDA-73BEB1CF742D}" type="presParOf" srcId="{17B609F3-E283-4795-A533-AA6A9A6DEBEF}" destId="{986096A8-28E9-431E-AA16-BDE49059006D}" srcOrd="1" destOrd="0" presId="urn:microsoft.com/office/officeart/2016/7/layout/BasicLinearProcessNumbered"/>
    <dgm:cxn modelId="{01422E40-C7DC-4FF6-9F70-742B34696E49}" type="presParOf" srcId="{17B609F3-E283-4795-A533-AA6A9A6DEBEF}" destId="{6E74E5CC-C196-476E-8348-7C03C1004B93}" srcOrd="2" destOrd="0" presId="urn:microsoft.com/office/officeart/2016/7/layout/BasicLinearProcessNumbered"/>
    <dgm:cxn modelId="{336BF0BA-2DBB-46A8-9C32-6880DBA543CA}" type="presParOf" srcId="{17B609F3-E283-4795-A533-AA6A9A6DEBEF}" destId="{1D4F5FFD-7C2F-431D-ABA7-39EDADB29C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099A4B-59CB-48ED-B9DA-7967CF45EEF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574D6F3-0DCB-4C43-8934-5FECA806523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gm:t>
    </dgm:pt>
    <dgm:pt modelId="{9EA66CAD-E27D-4FD9-884A-FC7D9253C94A}" type="parTrans" cxnId="{984619C6-85F9-4A08-A3C9-532CF411B26B}">
      <dgm:prSet/>
      <dgm:spPr/>
      <dgm:t>
        <a:bodyPr/>
        <a:lstStyle/>
        <a:p>
          <a:endParaRPr lang="en-US"/>
        </a:p>
      </dgm:t>
    </dgm:pt>
    <dgm:pt modelId="{2F914707-E975-4BB1-AD19-BC2BBE86FE60}" type="sibTrans" cxnId="{984619C6-85F9-4A08-A3C9-532CF411B26B}">
      <dgm:prSet phldrT="02" phldr="0"/>
      <dgm:spPr/>
      <dgm:t>
        <a:bodyPr/>
        <a:lstStyle/>
        <a:p>
          <a:endParaRPr lang="en-US"/>
        </a:p>
      </dgm:t>
    </dgm:pt>
    <dgm:pt modelId="{31A76EE5-32D9-461C-B583-DD58FCB35CE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gm:t>
    </dgm:pt>
    <dgm:pt modelId="{A0FDD543-BC5A-47D2-8BF6-01EF8C7CE7B8}" type="parTrans" cxnId="{3F3BB6C8-7204-460A-8AB2-85675618C580}">
      <dgm:prSet/>
      <dgm:spPr/>
      <dgm:t>
        <a:bodyPr/>
        <a:lstStyle/>
        <a:p>
          <a:endParaRPr lang="en-US"/>
        </a:p>
      </dgm:t>
    </dgm:pt>
    <dgm:pt modelId="{274E1A82-1722-4603-B723-546497EE21F6}" type="sibTrans" cxnId="{3F3BB6C8-7204-460A-8AB2-85675618C580}">
      <dgm:prSet phldrT="03" phldr="0"/>
      <dgm:spPr/>
      <dgm:t>
        <a:bodyPr/>
        <a:lstStyle/>
        <a:p>
          <a:endParaRPr lang="en-US"/>
        </a:p>
      </dgm:t>
    </dgm:pt>
    <dgm:pt modelId="{D4E46791-5D08-4CF1-B133-4F354633B800}" type="pres">
      <dgm:prSet presAssocID="{60099A4B-59CB-48ED-B9DA-7967CF45EEF6}" presName="diagram" presStyleCnt="0">
        <dgm:presLayoutVars>
          <dgm:dir/>
          <dgm:resizeHandles val="exact"/>
        </dgm:presLayoutVars>
      </dgm:prSet>
      <dgm:spPr/>
    </dgm:pt>
    <dgm:pt modelId="{2E2FD602-6992-490D-8424-29A694C2BCA3}" type="pres">
      <dgm:prSet presAssocID="{1574D6F3-0DCB-4C43-8934-5FECA806523F}" presName="node" presStyleLbl="node1" presStyleIdx="0" presStyleCnt="2">
        <dgm:presLayoutVars>
          <dgm:bulletEnabled val="1"/>
        </dgm:presLayoutVars>
      </dgm:prSet>
      <dgm:spPr/>
    </dgm:pt>
    <dgm:pt modelId="{7F590B32-A336-4335-AF69-74BB2F8686C0}" type="pres">
      <dgm:prSet presAssocID="{2F914707-E975-4BB1-AD19-BC2BBE86FE60}" presName="sibTrans" presStyleCnt="0"/>
      <dgm:spPr/>
    </dgm:pt>
    <dgm:pt modelId="{B64C096F-9544-49B5-8B76-40DCCF61827C}" type="pres">
      <dgm:prSet presAssocID="{31A76EE5-32D9-461C-B583-DD58FCB35CE5}" presName="node" presStyleLbl="node1" presStyleIdx="1" presStyleCnt="2">
        <dgm:presLayoutVars>
          <dgm:bulletEnabled val="1"/>
        </dgm:presLayoutVars>
      </dgm:prSet>
      <dgm:spPr/>
    </dgm:pt>
  </dgm:ptLst>
  <dgm:cxnLst>
    <dgm:cxn modelId="{67342A41-030C-43AA-ACA9-F0A2584C43F7}" type="presOf" srcId="{31A76EE5-32D9-461C-B583-DD58FCB35CE5}" destId="{B64C096F-9544-49B5-8B76-40DCCF61827C}" srcOrd="0" destOrd="0" presId="urn:microsoft.com/office/officeart/2005/8/layout/default"/>
    <dgm:cxn modelId="{59D6B87A-5454-43FE-ABA4-F7087828EF5C}" type="presOf" srcId="{60099A4B-59CB-48ED-B9DA-7967CF45EEF6}" destId="{D4E46791-5D08-4CF1-B133-4F354633B800}" srcOrd="0" destOrd="0" presId="urn:microsoft.com/office/officeart/2005/8/layout/default"/>
    <dgm:cxn modelId="{502FAEAA-3F71-4E7F-A65C-EF132E679D04}" type="presOf" srcId="{1574D6F3-0DCB-4C43-8934-5FECA806523F}" destId="{2E2FD602-6992-490D-8424-29A694C2BCA3}" srcOrd="0" destOrd="0" presId="urn:microsoft.com/office/officeart/2005/8/layout/default"/>
    <dgm:cxn modelId="{984619C6-85F9-4A08-A3C9-532CF411B26B}" srcId="{60099A4B-59CB-48ED-B9DA-7967CF45EEF6}" destId="{1574D6F3-0DCB-4C43-8934-5FECA806523F}" srcOrd="0" destOrd="0" parTransId="{9EA66CAD-E27D-4FD9-884A-FC7D9253C94A}" sibTransId="{2F914707-E975-4BB1-AD19-BC2BBE86FE60}"/>
    <dgm:cxn modelId="{3F3BB6C8-7204-460A-8AB2-85675618C580}" srcId="{60099A4B-59CB-48ED-B9DA-7967CF45EEF6}" destId="{31A76EE5-32D9-461C-B583-DD58FCB35CE5}" srcOrd="1" destOrd="0" parTransId="{A0FDD543-BC5A-47D2-8BF6-01EF8C7CE7B8}" sibTransId="{274E1A82-1722-4603-B723-546497EE21F6}"/>
    <dgm:cxn modelId="{58C8B158-87D0-4881-BD3F-22EF9147D8F2}" type="presParOf" srcId="{D4E46791-5D08-4CF1-B133-4F354633B800}" destId="{2E2FD602-6992-490D-8424-29A694C2BCA3}" srcOrd="0" destOrd="0" presId="urn:microsoft.com/office/officeart/2005/8/layout/default"/>
    <dgm:cxn modelId="{1E9D617F-05E4-47B5-A472-3E1767B79EC5}" type="presParOf" srcId="{D4E46791-5D08-4CF1-B133-4F354633B800}" destId="{7F590B32-A336-4335-AF69-74BB2F8686C0}" srcOrd="1" destOrd="0" presId="urn:microsoft.com/office/officeart/2005/8/layout/default"/>
    <dgm:cxn modelId="{0DAA698D-7198-4673-9C7C-FFA680B5A4D0}" type="presParOf" srcId="{D4E46791-5D08-4CF1-B133-4F354633B800}" destId="{B64C096F-9544-49B5-8B76-40DCCF61827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E8C328-8C25-4C1C-8C04-B33BC755F1F5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D75906-AF1C-4DA5-A13A-D7B4B84632C6}">
      <dgm:prSet/>
      <dgm:spPr/>
      <dgm:t>
        <a:bodyPr/>
        <a:lstStyle/>
        <a:p>
          <a:r>
            <a:rPr lang="en-US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7A0FDC9-6BDD-433A-80AB-6D06AC1EDE17}" type="parTrans" cxnId="{2148950B-C2AC-4AF1-91C8-B2C22E14BEF8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DFEF3C-DE53-4D14-A293-9222BF64C33C}" type="sibTrans" cxnId="{2148950B-C2AC-4AF1-91C8-B2C22E14BEF8}">
      <dgm:prSet phldrT="1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CA3DCF0-C519-491E-98D5-9731B761D50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7DB0BB-61CF-4672-846A-A8D1E769818D}" type="parTrans" cxnId="{3EC3DEA6-2E0E-4D16-AC06-02A9895AA751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24F791-1E3B-4978-8B7B-BB405CD2A738}" type="sibTrans" cxnId="{3EC3DEA6-2E0E-4D16-AC06-02A9895AA751}">
      <dgm:prSet phldrT="2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36C5A3-7A84-4035-A349-77559E16E9C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732E3C-7E8C-4AA7-B0BE-C6BD020B82E4}" type="parTrans" cxnId="{A026716C-E88D-4520-9467-2CC9CCF3C02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8B5890-95E6-45CB-B37C-128386301E9B}" type="sibTrans" cxnId="{A026716C-E88D-4520-9467-2CC9CCF3C027}">
      <dgm:prSet phldrT="3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6DAD077-C6AA-454F-8E13-421E8DC91293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91BF0C-4074-4688-8027-0A7C1CAC5269}" type="parTrans" cxnId="{00607503-3DDC-4D98-922E-3E4DCDEF0EC7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86450A-3C3B-4772-BC8F-6B75E2D0CD23}" type="sibTrans" cxnId="{00607503-3DDC-4D98-922E-3E4DCDEF0EC7}">
      <dgm:prSet phldrT="4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9C9492-86F2-45D0-9144-F69E1AD4EE59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36CDD9-9BEC-4011-A561-91E0E57C9A21}" type="parTrans" cxnId="{D5E83B4B-50A9-4744-B016-7B23EA1B75D6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82E2846-A156-4171-AC27-A554D965C0D8}" type="sibTrans" cxnId="{D5E83B4B-50A9-4744-B016-7B23EA1B75D6}">
      <dgm:prSet phldrT="5"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3513154-4303-4CB0-96C1-FF9B045CD2A6}" type="pres">
      <dgm:prSet presAssocID="{51E8C328-8C25-4C1C-8C04-B33BC755F1F5}" presName="vert0" presStyleCnt="0">
        <dgm:presLayoutVars>
          <dgm:dir/>
          <dgm:animOne val="branch"/>
          <dgm:animLvl val="lvl"/>
        </dgm:presLayoutVars>
      </dgm:prSet>
      <dgm:spPr/>
    </dgm:pt>
    <dgm:pt modelId="{3A5C987C-D8CE-4332-BA7D-8983D89FA10F}" type="pres">
      <dgm:prSet presAssocID="{0BD75906-AF1C-4DA5-A13A-D7B4B84632C6}" presName="thickLine" presStyleLbl="alignNode1" presStyleIdx="0" presStyleCnt="5"/>
      <dgm:spPr/>
    </dgm:pt>
    <dgm:pt modelId="{80B0AB14-2E22-4A55-B8D4-E8414267193E}" type="pres">
      <dgm:prSet presAssocID="{0BD75906-AF1C-4DA5-A13A-D7B4B84632C6}" presName="horz1" presStyleCnt="0"/>
      <dgm:spPr/>
    </dgm:pt>
    <dgm:pt modelId="{EF40A18C-9C61-4D54-BB9F-FE89015E4786}" type="pres">
      <dgm:prSet presAssocID="{0BD75906-AF1C-4DA5-A13A-D7B4B84632C6}" presName="tx1" presStyleLbl="revTx" presStyleIdx="0" presStyleCnt="5"/>
      <dgm:spPr/>
    </dgm:pt>
    <dgm:pt modelId="{8C0A26A8-27F4-41BC-B099-7A9F28B9A2A3}" type="pres">
      <dgm:prSet presAssocID="{0BD75906-AF1C-4DA5-A13A-D7B4B84632C6}" presName="vert1" presStyleCnt="0"/>
      <dgm:spPr/>
    </dgm:pt>
    <dgm:pt modelId="{11DD5ED6-9BB8-447E-8556-157E784CD8AF}" type="pres">
      <dgm:prSet presAssocID="{ACA3DCF0-C519-491E-98D5-9731B761D50F}" presName="thickLine" presStyleLbl="alignNode1" presStyleIdx="1" presStyleCnt="5"/>
      <dgm:spPr/>
    </dgm:pt>
    <dgm:pt modelId="{4D3A0019-82C7-4A12-9F9B-C9C27BBA83E4}" type="pres">
      <dgm:prSet presAssocID="{ACA3DCF0-C519-491E-98D5-9731B761D50F}" presName="horz1" presStyleCnt="0"/>
      <dgm:spPr/>
    </dgm:pt>
    <dgm:pt modelId="{7FBA3326-E388-4201-9561-6C28C521A61B}" type="pres">
      <dgm:prSet presAssocID="{ACA3DCF0-C519-491E-98D5-9731B761D50F}" presName="tx1" presStyleLbl="revTx" presStyleIdx="1" presStyleCnt="5"/>
      <dgm:spPr/>
    </dgm:pt>
    <dgm:pt modelId="{04123812-9320-44C6-8A1F-8B95A028BCF0}" type="pres">
      <dgm:prSet presAssocID="{ACA3DCF0-C519-491E-98D5-9731B761D50F}" presName="vert1" presStyleCnt="0"/>
      <dgm:spPr/>
    </dgm:pt>
    <dgm:pt modelId="{EACD4E7D-D4AC-4EF7-BD19-BC7258C20134}" type="pres">
      <dgm:prSet presAssocID="{CA36C5A3-7A84-4035-A349-77559E16E9C5}" presName="thickLine" presStyleLbl="alignNode1" presStyleIdx="2" presStyleCnt="5"/>
      <dgm:spPr/>
    </dgm:pt>
    <dgm:pt modelId="{6D3FA660-1970-4712-A981-F7C5CFC616B5}" type="pres">
      <dgm:prSet presAssocID="{CA36C5A3-7A84-4035-A349-77559E16E9C5}" presName="horz1" presStyleCnt="0"/>
      <dgm:spPr/>
    </dgm:pt>
    <dgm:pt modelId="{6B1F658D-09D9-4683-8D76-50174549155A}" type="pres">
      <dgm:prSet presAssocID="{CA36C5A3-7A84-4035-A349-77559E16E9C5}" presName="tx1" presStyleLbl="revTx" presStyleIdx="2" presStyleCnt="5"/>
      <dgm:spPr/>
    </dgm:pt>
    <dgm:pt modelId="{1BE6F280-2809-4772-A813-EFDA283A718F}" type="pres">
      <dgm:prSet presAssocID="{CA36C5A3-7A84-4035-A349-77559E16E9C5}" presName="vert1" presStyleCnt="0"/>
      <dgm:spPr/>
    </dgm:pt>
    <dgm:pt modelId="{43B8489A-53E0-4BE7-A7F4-17D913E34C3D}" type="pres">
      <dgm:prSet presAssocID="{06DAD077-C6AA-454F-8E13-421E8DC91293}" presName="thickLine" presStyleLbl="alignNode1" presStyleIdx="3" presStyleCnt="5"/>
      <dgm:spPr/>
    </dgm:pt>
    <dgm:pt modelId="{8F97294D-5795-41E8-ABB8-178BC21D987E}" type="pres">
      <dgm:prSet presAssocID="{06DAD077-C6AA-454F-8E13-421E8DC91293}" presName="horz1" presStyleCnt="0"/>
      <dgm:spPr/>
    </dgm:pt>
    <dgm:pt modelId="{7B9D3582-217B-4127-B7D7-D3EB58FF463E}" type="pres">
      <dgm:prSet presAssocID="{06DAD077-C6AA-454F-8E13-421E8DC91293}" presName="tx1" presStyleLbl="revTx" presStyleIdx="3" presStyleCnt="5"/>
      <dgm:spPr/>
    </dgm:pt>
    <dgm:pt modelId="{17E8241A-98DF-435A-93DD-A3F8BFCDBACF}" type="pres">
      <dgm:prSet presAssocID="{06DAD077-C6AA-454F-8E13-421E8DC91293}" presName="vert1" presStyleCnt="0"/>
      <dgm:spPr/>
    </dgm:pt>
    <dgm:pt modelId="{17BF2038-1D1F-4B6C-9D88-0E9961FF9C31}" type="pres">
      <dgm:prSet presAssocID="{3D9C9492-86F2-45D0-9144-F69E1AD4EE59}" presName="thickLine" presStyleLbl="alignNode1" presStyleIdx="4" presStyleCnt="5"/>
      <dgm:spPr/>
    </dgm:pt>
    <dgm:pt modelId="{32B61AE6-9BC7-4733-AB1E-B8A2D060ED6F}" type="pres">
      <dgm:prSet presAssocID="{3D9C9492-86F2-45D0-9144-F69E1AD4EE59}" presName="horz1" presStyleCnt="0"/>
      <dgm:spPr/>
    </dgm:pt>
    <dgm:pt modelId="{DEBC6428-097E-4D3A-A1AB-135F884857CF}" type="pres">
      <dgm:prSet presAssocID="{3D9C9492-86F2-45D0-9144-F69E1AD4EE59}" presName="tx1" presStyleLbl="revTx" presStyleIdx="4" presStyleCnt="5"/>
      <dgm:spPr/>
    </dgm:pt>
    <dgm:pt modelId="{F62F7E40-DA54-4AC7-BE10-B4183CA70B98}" type="pres">
      <dgm:prSet presAssocID="{3D9C9492-86F2-45D0-9144-F69E1AD4EE59}" presName="vert1" presStyleCnt="0"/>
      <dgm:spPr/>
    </dgm:pt>
  </dgm:ptLst>
  <dgm:cxnLst>
    <dgm:cxn modelId="{00607503-3DDC-4D98-922E-3E4DCDEF0EC7}" srcId="{51E8C328-8C25-4C1C-8C04-B33BC755F1F5}" destId="{06DAD077-C6AA-454F-8E13-421E8DC91293}" srcOrd="3" destOrd="0" parTransId="{8F91BF0C-4074-4688-8027-0A7C1CAC5269}" sibTransId="{9F86450A-3C3B-4772-BC8F-6B75E2D0CD23}"/>
    <dgm:cxn modelId="{2148950B-C2AC-4AF1-91C8-B2C22E14BEF8}" srcId="{51E8C328-8C25-4C1C-8C04-B33BC755F1F5}" destId="{0BD75906-AF1C-4DA5-A13A-D7B4B84632C6}" srcOrd="0" destOrd="0" parTransId="{A7A0FDC9-6BDD-433A-80AB-6D06AC1EDE17}" sibTransId="{61DFEF3C-DE53-4D14-A293-9222BF64C33C}"/>
    <dgm:cxn modelId="{74D6440F-0334-4C82-9DEC-479884C0F08B}" type="presOf" srcId="{ACA3DCF0-C519-491E-98D5-9731B761D50F}" destId="{7FBA3326-E388-4201-9561-6C28C521A61B}" srcOrd="0" destOrd="0" presId="urn:microsoft.com/office/officeart/2008/layout/LinedList"/>
    <dgm:cxn modelId="{83BBB830-F50F-4C92-BB10-DB22C89DB27A}" type="presOf" srcId="{0BD75906-AF1C-4DA5-A13A-D7B4B84632C6}" destId="{EF40A18C-9C61-4D54-BB9F-FE89015E4786}" srcOrd="0" destOrd="0" presId="urn:microsoft.com/office/officeart/2008/layout/LinedList"/>
    <dgm:cxn modelId="{D5E83B4B-50A9-4744-B016-7B23EA1B75D6}" srcId="{51E8C328-8C25-4C1C-8C04-B33BC755F1F5}" destId="{3D9C9492-86F2-45D0-9144-F69E1AD4EE59}" srcOrd="4" destOrd="0" parTransId="{D436CDD9-9BEC-4011-A561-91E0E57C9A21}" sibTransId="{182E2846-A156-4171-AC27-A554D965C0D8}"/>
    <dgm:cxn modelId="{A026716C-E88D-4520-9467-2CC9CCF3C027}" srcId="{51E8C328-8C25-4C1C-8C04-B33BC755F1F5}" destId="{CA36C5A3-7A84-4035-A349-77559E16E9C5}" srcOrd="2" destOrd="0" parTransId="{17732E3C-7E8C-4AA7-B0BE-C6BD020B82E4}" sibTransId="{9C8B5890-95E6-45CB-B37C-128386301E9B}"/>
    <dgm:cxn modelId="{3EB8BB83-3E60-4728-A3A7-A5CC0BDB1B87}" type="presOf" srcId="{CA36C5A3-7A84-4035-A349-77559E16E9C5}" destId="{6B1F658D-09D9-4683-8D76-50174549155A}" srcOrd="0" destOrd="0" presId="urn:microsoft.com/office/officeart/2008/layout/LinedList"/>
    <dgm:cxn modelId="{3EC3DEA6-2E0E-4D16-AC06-02A9895AA751}" srcId="{51E8C328-8C25-4C1C-8C04-B33BC755F1F5}" destId="{ACA3DCF0-C519-491E-98D5-9731B761D50F}" srcOrd="1" destOrd="0" parTransId="{687DB0BB-61CF-4672-846A-A8D1E769818D}" sibTransId="{FD24F791-1E3B-4978-8B7B-BB405CD2A738}"/>
    <dgm:cxn modelId="{241029A7-CC9F-406D-8C32-2DDF8DCFA9D3}" type="presOf" srcId="{06DAD077-C6AA-454F-8E13-421E8DC91293}" destId="{7B9D3582-217B-4127-B7D7-D3EB58FF463E}" srcOrd="0" destOrd="0" presId="urn:microsoft.com/office/officeart/2008/layout/LinedList"/>
    <dgm:cxn modelId="{3F9305E4-E6B5-4293-A441-36D9A4E12625}" type="presOf" srcId="{3D9C9492-86F2-45D0-9144-F69E1AD4EE59}" destId="{DEBC6428-097E-4D3A-A1AB-135F884857CF}" srcOrd="0" destOrd="0" presId="urn:microsoft.com/office/officeart/2008/layout/LinedList"/>
    <dgm:cxn modelId="{691043EF-53D2-4131-9678-92083CFA18F1}" type="presOf" srcId="{51E8C328-8C25-4C1C-8C04-B33BC755F1F5}" destId="{83513154-4303-4CB0-96C1-FF9B045CD2A6}" srcOrd="0" destOrd="0" presId="urn:microsoft.com/office/officeart/2008/layout/LinedList"/>
    <dgm:cxn modelId="{EC25A2EA-FCF8-4706-9E5F-907BFD6B8C7B}" type="presParOf" srcId="{83513154-4303-4CB0-96C1-FF9B045CD2A6}" destId="{3A5C987C-D8CE-4332-BA7D-8983D89FA10F}" srcOrd="0" destOrd="0" presId="urn:microsoft.com/office/officeart/2008/layout/LinedList"/>
    <dgm:cxn modelId="{452C8DAE-30F6-4F35-942C-F59FF48EF3C6}" type="presParOf" srcId="{83513154-4303-4CB0-96C1-FF9B045CD2A6}" destId="{80B0AB14-2E22-4A55-B8D4-E8414267193E}" srcOrd="1" destOrd="0" presId="urn:microsoft.com/office/officeart/2008/layout/LinedList"/>
    <dgm:cxn modelId="{E3002895-49FD-437A-BADD-80F5C60C4E6A}" type="presParOf" srcId="{80B0AB14-2E22-4A55-B8D4-E8414267193E}" destId="{EF40A18C-9C61-4D54-BB9F-FE89015E4786}" srcOrd="0" destOrd="0" presId="urn:microsoft.com/office/officeart/2008/layout/LinedList"/>
    <dgm:cxn modelId="{128845E4-6465-4D52-BB43-96E5E2B8E12C}" type="presParOf" srcId="{80B0AB14-2E22-4A55-B8D4-E8414267193E}" destId="{8C0A26A8-27F4-41BC-B099-7A9F28B9A2A3}" srcOrd="1" destOrd="0" presId="urn:microsoft.com/office/officeart/2008/layout/LinedList"/>
    <dgm:cxn modelId="{08D82D62-5A02-483C-92E5-25C355FEE605}" type="presParOf" srcId="{83513154-4303-4CB0-96C1-FF9B045CD2A6}" destId="{11DD5ED6-9BB8-447E-8556-157E784CD8AF}" srcOrd="2" destOrd="0" presId="urn:microsoft.com/office/officeart/2008/layout/LinedList"/>
    <dgm:cxn modelId="{81256E09-86DA-405E-AED5-CCA52F714282}" type="presParOf" srcId="{83513154-4303-4CB0-96C1-FF9B045CD2A6}" destId="{4D3A0019-82C7-4A12-9F9B-C9C27BBA83E4}" srcOrd="3" destOrd="0" presId="urn:microsoft.com/office/officeart/2008/layout/LinedList"/>
    <dgm:cxn modelId="{406CCAF2-0643-4033-A1E5-7D8B9319BAB5}" type="presParOf" srcId="{4D3A0019-82C7-4A12-9F9B-C9C27BBA83E4}" destId="{7FBA3326-E388-4201-9561-6C28C521A61B}" srcOrd="0" destOrd="0" presId="urn:microsoft.com/office/officeart/2008/layout/LinedList"/>
    <dgm:cxn modelId="{75040391-794D-46B0-B629-F41A72741221}" type="presParOf" srcId="{4D3A0019-82C7-4A12-9F9B-C9C27BBA83E4}" destId="{04123812-9320-44C6-8A1F-8B95A028BCF0}" srcOrd="1" destOrd="0" presId="urn:microsoft.com/office/officeart/2008/layout/LinedList"/>
    <dgm:cxn modelId="{E1B19725-41FA-4495-8EF2-B9596DAE7987}" type="presParOf" srcId="{83513154-4303-4CB0-96C1-FF9B045CD2A6}" destId="{EACD4E7D-D4AC-4EF7-BD19-BC7258C20134}" srcOrd="4" destOrd="0" presId="urn:microsoft.com/office/officeart/2008/layout/LinedList"/>
    <dgm:cxn modelId="{B0885530-6B96-4D16-A1B6-4946E29C2614}" type="presParOf" srcId="{83513154-4303-4CB0-96C1-FF9B045CD2A6}" destId="{6D3FA660-1970-4712-A981-F7C5CFC616B5}" srcOrd="5" destOrd="0" presId="urn:microsoft.com/office/officeart/2008/layout/LinedList"/>
    <dgm:cxn modelId="{C3A42911-A248-4207-8C9A-E630B082158D}" type="presParOf" srcId="{6D3FA660-1970-4712-A981-F7C5CFC616B5}" destId="{6B1F658D-09D9-4683-8D76-50174549155A}" srcOrd="0" destOrd="0" presId="urn:microsoft.com/office/officeart/2008/layout/LinedList"/>
    <dgm:cxn modelId="{962DECB6-03D6-4350-A46E-4A774CBFE3D2}" type="presParOf" srcId="{6D3FA660-1970-4712-A981-F7C5CFC616B5}" destId="{1BE6F280-2809-4772-A813-EFDA283A718F}" srcOrd="1" destOrd="0" presId="urn:microsoft.com/office/officeart/2008/layout/LinedList"/>
    <dgm:cxn modelId="{342F4B97-C6AD-4C2F-817E-5D080DA2DC7B}" type="presParOf" srcId="{83513154-4303-4CB0-96C1-FF9B045CD2A6}" destId="{43B8489A-53E0-4BE7-A7F4-17D913E34C3D}" srcOrd="6" destOrd="0" presId="urn:microsoft.com/office/officeart/2008/layout/LinedList"/>
    <dgm:cxn modelId="{F495E974-C315-461B-BACA-86E91754999D}" type="presParOf" srcId="{83513154-4303-4CB0-96C1-FF9B045CD2A6}" destId="{8F97294D-5795-41E8-ABB8-178BC21D987E}" srcOrd="7" destOrd="0" presId="urn:microsoft.com/office/officeart/2008/layout/LinedList"/>
    <dgm:cxn modelId="{397F8AB7-933B-4D77-BFC5-CEFDAAA0D0B2}" type="presParOf" srcId="{8F97294D-5795-41E8-ABB8-178BC21D987E}" destId="{7B9D3582-217B-4127-B7D7-D3EB58FF463E}" srcOrd="0" destOrd="0" presId="urn:microsoft.com/office/officeart/2008/layout/LinedList"/>
    <dgm:cxn modelId="{2E9EBB01-FF3D-4ABA-8907-79F14B0239E0}" type="presParOf" srcId="{8F97294D-5795-41E8-ABB8-178BC21D987E}" destId="{17E8241A-98DF-435A-93DD-A3F8BFCDBACF}" srcOrd="1" destOrd="0" presId="urn:microsoft.com/office/officeart/2008/layout/LinedList"/>
    <dgm:cxn modelId="{5A165768-BC0D-4170-9F9D-FA0478F3E449}" type="presParOf" srcId="{83513154-4303-4CB0-96C1-FF9B045CD2A6}" destId="{17BF2038-1D1F-4B6C-9D88-0E9961FF9C31}" srcOrd="8" destOrd="0" presId="urn:microsoft.com/office/officeart/2008/layout/LinedList"/>
    <dgm:cxn modelId="{C1B7976C-031C-40AA-AA92-96B983BD48AE}" type="presParOf" srcId="{83513154-4303-4CB0-96C1-FF9B045CD2A6}" destId="{32B61AE6-9BC7-4733-AB1E-B8A2D060ED6F}" srcOrd="9" destOrd="0" presId="urn:microsoft.com/office/officeart/2008/layout/LinedList"/>
    <dgm:cxn modelId="{E83F3D48-8EC1-4FF2-B747-AC41100A1F3E}" type="presParOf" srcId="{32B61AE6-9BC7-4733-AB1E-B8A2D060ED6F}" destId="{DEBC6428-097E-4D3A-A1AB-135F884857CF}" srcOrd="0" destOrd="0" presId="urn:microsoft.com/office/officeart/2008/layout/LinedList"/>
    <dgm:cxn modelId="{3165B781-829C-40E8-8DD6-228695E3326C}" type="presParOf" srcId="{32B61AE6-9BC7-4733-AB1E-B8A2D060ED6F}" destId="{F62F7E40-DA54-4AC7-BE10-B4183CA70B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33F798-73F0-4E39-BCBB-BE2F96C874AB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9E40F-AE85-42D0-8D39-23AC9AFD73C3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gm:t>
    </dgm:pt>
    <dgm:pt modelId="{830E02AD-8148-4585-A084-CE1063FD440E}" type="parTrans" cxnId="{22A6224A-F34C-48D1-BBB7-B7A6F0A18B01}">
      <dgm:prSet/>
      <dgm:spPr/>
      <dgm:t>
        <a:bodyPr/>
        <a:lstStyle/>
        <a:p>
          <a:endParaRPr lang="en-US"/>
        </a:p>
      </dgm:t>
    </dgm:pt>
    <dgm:pt modelId="{29F4B3CD-B196-486A-B152-5D8E9EDA162F}" type="sibTrans" cxnId="{22A6224A-F34C-48D1-BBB7-B7A6F0A18B01}">
      <dgm:prSet/>
      <dgm:spPr/>
      <dgm:t>
        <a:bodyPr/>
        <a:lstStyle/>
        <a:p>
          <a:endParaRPr lang="en-US"/>
        </a:p>
      </dgm:t>
    </dgm:pt>
    <dgm:pt modelId="{D6B7659B-3DE8-43EE-9682-4AA873F380CD}">
      <dgm:prSet/>
      <dgm:spPr/>
      <dgm:t>
        <a:bodyPr/>
        <a:lstStyle/>
        <a:p>
          <a:r>
            <a:rPr lang="en-US" dirty="0"/>
            <a:t>Unwanted characters </a:t>
          </a:r>
        </a:p>
      </dgm:t>
    </dgm:pt>
    <dgm:pt modelId="{ABF65A47-BB82-4E8E-B936-6C9B51D05156}" type="parTrans" cxnId="{367F1E6A-DF42-4EC5-9473-C671F651F267}">
      <dgm:prSet/>
      <dgm:spPr/>
      <dgm:t>
        <a:bodyPr/>
        <a:lstStyle/>
        <a:p>
          <a:endParaRPr lang="en-US"/>
        </a:p>
      </dgm:t>
    </dgm:pt>
    <dgm:pt modelId="{BD7C6D29-CA53-416F-9095-B765E3AE052B}" type="sibTrans" cxnId="{367F1E6A-DF42-4EC5-9473-C671F651F267}">
      <dgm:prSet/>
      <dgm:spPr/>
      <dgm:t>
        <a:bodyPr/>
        <a:lstStyle/>
        <a:p>
          <a:endParaRPr lang="en-US"/>
        </a:p>
      </dgm:t>
    </dgm:pt>
    <dgm:pt modelId="{DBBAABE8-9CDE-4C0C-9BC7-C1DA874D720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gm:t>
    </dgm:pt>
    <dgm:pt modelId="{E3CA33A8-81CC-4A4C-BF88-4699CC34389A}" type="parTrans" cxnId="{B8788C16-519C-402E-BE88-6FB649C96A91}">
      <dgm:prSet/>
      <dgm:spPr/>
      <dgm:t>
        <a:bodyPr/>
        <a:lstStyle/>
        <a:p>
          <a:endParaRPr lang="en-US"/>
        </a:p>
      </dgm:t>
    </dgm:pt>
    <dgm:pt modelId="{A8C6837D-32E8-4DF1-B080-2EF5A678A927}" type="sibTrans" cxnId="{B8788C16-519C-402E-BE88-6FB649C96A91}">
      <dgm:prSet/>
      <dgm:spPr/>
      <dgm:t>
        <a:bodyPr/>
        <a:lstStyle/>
        <a:p>
          <a:endParaRPr lang="en-US"/>
        </a:p>
      </dgm:t>
    </dgm:pt>
    <dgm:pt modelId="{1A41C15E-E50B-4849-89E9-096CA31308CA}">
      <dgm:prSet/>
      <dgm:spPr/>
      <dgm:t>
        <a:bodyPr/>
        <a:lstStyle/>
        <a:p>
          <a:r>
            <a:rPr lang="en-US" dirty="0"/>
            <a:t>All unnecessary whitespace</a:t>
          </a:r>
        </a:p>
      </dgm:t>
    </dgm:pt>
    <dgm:pt modelId="{D8A366EE-4403-4A80-94E3-9EB807717ACD}" type="parTrans" cxnId="{E25587B7-BD4E-46BA-91DC-C5919149DAF3}">
      <dgm:prSet/>
      <dgm:spPr/>
      <dgm:t>
        <a:bodyPr/>
        <a:lstStyle/>
        <a:p>
          <a:endParaRPr lang="en-US"/>
        </a:p>
      </dgm:t>
    </dgm:pt>
    <dgm:pt modelId="{3780D81E-C3CF-4FF0-8BEE-FBBD891160AD}" type="sibTrans" cxnId="{E25587B7-BD4E-46BA-91DC-C5919149DAF3}">
      <dgm:prSet/>
      <dgm:spPr/>
      <dgm:t>
        <a:bodyPr/>
        <a:lstStyle/>
        <a:p>
          <a:endParaRPr lang="en-US"/>
        </a:p>
      </dgm:t>
    </dgm:pt>
    <dgm:pt modelId="{2B771E11-42C5-42AF-B727-BC25F5AABC0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gm:t>
    </dgm:pt>
    <dgm:pt modelId="{92854025-EE1F-49DE-B6DB-0FC2AD26F855}" type="parTrans" cxnId="{432CCEE7-85FD-405B-97C9-5DFFE65FFB42}">
      <dgm:prSet/>
      <dgm:spPr/>
      <dgm:t>
        <a:bodyPr/>
        <a:lstStyle/>
        <a:p>
          <a:endParaRPr lang="en-US"/>
        </a:p>
      </dgm:t>
    </dgm:pt>
    <dgm:pt modelId="{3A6D3C0E-E148-4AB9-B2A0-DF07D11F5A98}" type="sibTrans" cxnId="{432CCEE7-85FD-405B-97C9-5DFFE65FFB42}">
      <dgm:prSet/>
      <dgm:spPr/>
      <dgm:t>
        <a:bodyPr/>
        <a:lstStyle/>
        <a:p>
          <a:endParaRPr lang="en-US"/>
        </a:p>
      </dgm:t>
    </dgm:pt>
    <dgm:pt modelId="{90D11216-EB89-4A94-AED7-0E9B0F1FF885}">
      <dgm:prSet/>
      <dgm:spPr/>
      <dgm:t>
        <a:bodyPr/>
        <a:lstStyle/>
        <a:p>
          <a:r>
            <a:rPr lang="en-US" dirty="0"/>
            <a:t>Common address abbreviations</a:t>
          </a:r>
        </a:p>
      </dgm:t>
    </dgm:pt>
    <dgm:pt modelId="{3A588C0D-8922-4FC3-8B09-C7D69F3BD2E5}" type="parTrans" cxnId="{D8E85B4C-B4C8-4645-9A89-665F1AAAC04D}">
      <dgm:prSet/>
      <dgm:spPr/>
      <dgm:t>
        <a:bodyPr/>
        <a:lstStyle/>
        <a:p>
          <a:endParaRPr lang="en-US"/>
        </a:p>
      </dgm:t>
    </dgm:pt>
    <dgm:pt modelId="{3BE81EE2-EC0C-41FC-92E2-A86B76F296FC}" type="sibTrans" cxnId="{D8E85B4C-B4C8-4645-9A89-665F1AAAC04D}">
      <dgm:prSet/>
      <dgm:spPr/>
      <dgm:t>
        <a:bodyPr/>
        <a:lstStyle/>
        <a:p>
          <a:endParaRPr lang="en-US"/>
        </a:p>
      </dgm:t>
    </dgm:pt>
    <dgm:pt modelId="{59653905-158C-41FF-AF10-4F22B503A69D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B36BA61E-95A1-4728-9C4E-621BC470FD3B}" type="parTrans" cxnId="{9D945138-FFF3-454E-9E11-3E60F472D936}">
      <dgm:prSet/>
      <dgm:spPr/>
      <dgm:t>
        <a:bodyPr/>
        <a:lstStyle/>
        <a:p>
          <a:endParaRPr lang="en-US"/>
        </a:p>
      </dgm:t>
    </dgm:pt>
    <dgm:pt modelId="{A9125A51-564A-4574-BB64-3D2A8D8A62E5}" type="sibTrans" cxnId="{9D945138-FFF3-454E-9E11-3E60F472D936}">
      <dgm:prSet/>
      <dgm:spPr/>
      <dgm:t>
        <a:bodyPr/>
        <a:lstStyle/>
        <a:p>
          <a:endParaRPr lang="en-US"/>
        </a:p>
      </dgm:t>
    </dgm:pt>
    <dgm:pt modelId="{F6473B38-4A9E-48DC-83EA-216AC9E20AB1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gm:t>
    </dgm:pt>
    <dgm:pt modelId="{F9EFDB20-890D-43BC-90DE-B5B004483BD2}" type="parTrans" cxnId="{203F89F8-AD34-4F36-958C-8D360BCD720B}">
      <dgm:prSet/>
      <dgm:spPr/>
      <dgm:t>
        <a:bodyPr/>
        <a:lstStyle/>
        <a:p>
          <a:endParaRPr lang="en-US"/>
        </a:p>
      </dgm:t>
    </dgm:pt>
    <dgm:pt modelId="{1BFB567F-F3C2-471A-8844-72E3C4594082}" type="sibTrans" cxnId="{203F89F8-AD34-4F36-958C-8D360BCD720B}">
      <dgm:prSet/>
      <dgm:spPr/>
      <dgm:t>
        <a:bodyPr/>
        <a:lstStyle/>
        <a:p>
          <a:endParaRPr lang="en-US"/>
        </a:p>
      </dgm:t>
    </dgm:pt>
    <dgm:pt modelId="{A3DAB37E-1D38-4EA3-A35D-F8EBF3270212}">
      <dgm:prSet/>
      <dgm:spPr/>
      <dgm:t>
        <a:bodyPr/>
        <a:lstStyle/>
        <a:p>
          <a:r>
            <a:rPr lang="en-US" dirty="0"/>
            <a:t>Related fields into a single field </a:t>
          </a:r>
        </a:p>
      </dgm:t>
    </dgm:pt>
    <dgm:pt modelId="{FF406367-D378-4C9B-B275-8E92049031BA}" type="parTrans" cxnId="{DF40736C-6BEA-4E6B-9319-21E7933C4C16}">
      <dgm:prSet/>
      <dgm:spPr/>
      <dgm:t>
        <a:bodyPr/>
        <a:lstStyle/>
        <a:p>
          <a:endParaRPr lang="en-US"/>
        </a:p>
      </dgm:t>
    </dgm:pt>
    <dgm:pt modelId="{D6FC47F6-D289-4E71-9B25-D0A08D2185EF}" type="sibTrans" cxnId="{DF40736C-6BEA-4E6B-9319-21E7933C4C16}">
      <dgm:prSet/>
      <dgm:spPr/>
      <dgm:t>
        <a:bodyPr/>
        <a:lstStyle/>
        <a:p>
          <a:endParaRPr lang="en-US"/>
        </a:p>
      </dgm:t>
    </dgm:pt>
    <dgm:pt modelId="{37DC62FE-2ABE-4AD6-93AA-F80586F110A2}">
      <dgm:prSet/>
      <dgm:spPr/>
      <dgm:t>
        <a:bodyPr/>
        <a:lstStyle/>
        <a:p>
          <a:r>
            <a:rPr lang="en-US" dirty="0"/>
            <a:t>Ex. </a:t>
          </a:r>
        </a:p>
      </dgm:t>
    </dgm:pt>
    <dgm:pt modelId="{33C65AA8-6A7D-4867-A2CA-81B6C90A3432}" type="parTrans" cxnId="{3CFB5648-393D-4483-9D4D-A59676428704}">
      <dgm:prSet/>
      <dgm:spPr/>
      <dgm:t>
        <a:bodyPr/>
        <a:lstStyle/>
        <a:p>
          <a:endParaRPr lang="en-US"/>
        </a:p>
      </dgm:t>
    </dgm:pt>
    <dgm:pt modelId="{DF880965-C9C5-43B0-8832-F9B751623F6E}" type="sibTrans" cxnId="{3CFB5648-393D-4483-9D4D-A59676428704}">
      <dgm:prSet/>
      <dgm:spPr/>
      <dgm:t>
        <a:bodyPr/>
        <a:lstStyle/>
        <a:p>
          <a:endParaRPr lang="en-US"/>
        </a:p>
      </dgm:t>
    </dgm:pt>
    <dgm:pt modelId="{A0E5E432-0764-457D-9B7C-96633990B90B}">
      <dgm:prSet/>
      <dgm:spPr/>
      <dgm:t>
        <a:bodyPr/>
        <a:lstStyle/>
        <a:p>
          <a:r>
            <a:rPr lang="en-US" dirty="0"/>
            <a:t>Punctuation, tabs, new lines</a:t>
          </a:r>
        </a:p>
      </dgm:t>
    </dgm:pt>
    <dgm:pt modelId="{A2923AC6-780C-4871-A997-D1498CDC4AFC}" type="parTrans" cxnId="{084B894D-5382-4E74-92CD-EE0392EA20FD}">
      <dgm:prSet/>
      <dgm:spPr/>
      <dgm:t>
        <a:bodyPr/>
        <a:lstStyle/>
        <a:p>
          <a:endParaRPr lang="en-US"/>
        </a:p>
      </dgm:t>
    </dgm:pt>
    <dgm:pt modelId="{FDB76A24-255C-4E56-A0C6-5AF7EFFF1439}" type="sibTrans" cxnId="{084B894D-5382-4E74-92CD-EE0392EA20FD}">
      <dgm:prSet/>
      <dgm:spPr/>
      <dgm:t>
        <a:bodyPr/>
        <a:lstStyle/>
        <a:p>
          <a:endParaRPr lang="en-US"/>
        </a:p>
      </dgm:t>
    </dgm:pt>
    <dgm:pt modelId="{543E22F9-882B-454C-AFD5-90F453B8B51F}">
      <dgm:prSet/>
      <dgm:spPr/>
      <dgm:t>
        <a:bodyPr/>
        <a:lstStyle/>
        <a:p>
          <a:r>
            <a:rPr lang="en-US" sz="2800" dirty="0"/>
            <a:t>Address</a:t>
          </a:r>
        </a:p>
      </dgm:t>
    </dgm:pt>
    <dgm:pt modelId="{6A1B0A01-2EFF-4C95-87EA-D6642DC4C56D}" type="parTrans" cxnId="{0BAB61C7-C24A-448F-8541-2EF371655DA5}">
      <dgm:prSet/>
      <dgm:spPr/>
      <dgm:t>
        <a:bodyPr/>
        <a:lstStyle/>
        <a:p>
          <a:endParaRPr lang="en-US"/>
        </a:p>
      </dgm:t>
    </dgm:pt>
    <dgm:pt modelId="{40BD49A3-A003-4ACB-931E-762F51A11B54}" type="sibTrans" cxnId="{0BAB61C7-C24A-448F-8541-2EF371655DA5}">
      <dgm:prSet/>
      <dgm:spPr/>
      <dgm:t>
        <a:bodyPr/>
        <a:lstStyle/>
        <a:p>
          <a:endParaRPr lang="en-US"/>
        </a:p>
      </dgm:t>
    </dgm:pt>
    <dgm:pt modelId="{DC57DD83-24B6-4392-896F-615A9004EF52}">
      <dgm:prSet/>
      <dgm:spPr/>
      <dgm:t>
        <a:bodyPr/>
        <a:lstStyle/>
        <a:p>
          <a:r>
            <a:rPr lang="en-US" sz="2800" dirty="0"/>
            <a:t>Address_1 &amp; Address_2 </a:t>
          </a:r>
        </a:p>
      </dgm:t>
    </dgm:pt>
    <dgm:pt modelId="{2464073E-82A1-4A46-8AC2-859FFE70F01D}" type="parTrans" cxnId="{58C4AEDE-4F68-4B5E-A1A3-F86BAB85E06C}">
      <dgm:prSet/>
      <dgm:spPr/>
      <dgm:t>
        <a:bodyPr/>
        <a:lstStyle/>
        <a:p>
          <a:endParaRPr lang="en-US"/>
        </a:p>
      </dgm:t>
    </dgm:pt>
    <dgm:pt modelId="{8BEB0FD9-60AD-4E31-89EF-1ED101707245}" type="sibTrans" cxnId="{58C4AEDE-4F68-4B5E-A1A3-F86BAB85E06C}">
      <dgm:prSet/>
      <dgm:spPr/>
      <dgm:t>
        <a:bodyPr/>
        <a:lstStyle/>
        <a:p>
          <a:endParaRPr lang="en-US"/>
        </a:p>
      </dgm:t>
    </dgm:pt>
    <dgm:pt modelId="{485DB323-1653-4700-A799-ECBB45EE54EF}">
      <dgm:prSet/>
      <dgm:spPr/>
      <dgm:t>
        <a:bodyPr/>
        <a:lstStyle/>
        <a:p>
          <a:r>
            <a:rPr lang="en-US" sz="2800" dirty="0"/>
            <a:t>123 N State St</a:t>
          </a:r>
        </a:p>
      </dgm:t>
    </dgm:pt>
    <dgm:pt modelId="{CF1F9659-FA11-4BD9-BB9D-5C2590CC7508}" type="parTrans" cxnId="{6E4C191C-8001-4855-A857-88B6EC5189AC}">
      <dgm:prSet/>
      <dgm:spPr/>
      <dgm:t>
        <a:bodyPr/>
        <a:lstStyle/>
        <a:p>
          <a:endParaRPr lang="en-US"/>
        </a:p>
      </dgm:t>
    </dgm:pt>
    <dgm:pt modelId="{0038B60B-6A59-4197-BA4F-572A3AA8C174}" type="sibTrans" cxnId="{6E4C191C-8001-4855-A857-88B6EC5189AC}">
      <dgm:prSet/>
      <dgm:spPr/>
      <dgm:t>
        <a:bodyPr/>
        <a:lstStyle/>
        <a:p>
          <a:endParaRPr lang="en-US"/>
        </a:p>
      </dgm:t>
    </dgm:pt>
    <dgm:pt modelId="{E13F8F78-6BF5-42F0-ADCC-1BACBAF24E90}">
      <dgm:prSet/>
      <dgm:spPr/>
      <dgm:t>
        <a:bodyPr/>
        <a:lstStyle/>
        <a:p>
          <a:r>
            <a:rPr lang="en-US" sz="2400" dirty="0"/>
            <a:t>123 NORTH STATE STREET</a:t>
          </a:r>
        </a:p>
      </dgm:t>
    </dgm:pt>
    <dgm:pt modelId="{6C5C9EBE-1B5E-4594-BA98-E41D37852873}" type="parTrans" cxnId="{02DF1A0D-6C47-40FC-9036-CA3EC5DACEB3}">
      <dgm:prSet/>
      <dgm:spPr/>
      <dgm:t>
        <a:bodyPr/>
        <a:lstStyle/>
        <a:p>
          <a:endParaRPr lang="en-US"/>
        </a:p>
      </dgm:t>
    </dgm:pt>
    <dgm:pt modelId="{11829295-140C-4A55-9418-F416F0008F66}" type="sibTrans" cxnId="{02DF1A0D-6C47-40FC-9036-CA3EC5DACEB3}">
      <dgm:prSet/>
      <dgm:spPr/>
      <dgm:t>
        <a:bodyPr/>
        <a:lstStyle/>
        <a:p>
          <a:endParaRPr lang="en-US"/>
        </a:p>
      </dgm:t>
    </dgm:pt>
    <dgm:pt modelId="{011A92D3-C33E-4CBD-9902-9DAB26715962}">
      <dgm:prSet/>
      <dgm:spPr/>
      <dgm:t>
        <a:bodyPr/>
        <a:lstStyle/>
        <a:p>
          <a:endParaRPr lang="en-US" sz="2800" dirty="0"/>
        </a:p>
      </dgm:t>
    </dgm:pt>
    <dgm:pt modelId="{1E03D00A-BAE6-4A75-B075-EBE70C9B98A5}" type="parTrans" cxnId="{DED017D9-1FB5-4839-BCF2-32EB43C558FB}">
      <dgm:prSet/>
      <dgm:spPr/>
      <dgm:t>
        <a:bodyPr/>
        <a:lstStyle/>
        <a:p>
          <a:endParaRPr lang="en-US"/>
        </a:p>
      </dgm:t>
    </dgm:pt>
    <dgm:pt modelId="{9BD721C2-CE9B-4E18-B6D0-CAC18889A810}" type="sibTrans" cxnId="{DED017D9-1FB5-4839-BCF2-32EB43C558FB}">
      <dgm:prSet/>
      <dgm:spPr/>
      <dgm:t>
        <a:bodyPr/>
        <a:lstStyle/>
        <a:p>
          <a:endParaRPr lang="en-US"/>
        </a:p>
      </dgm:t>
    </dgm:pt>
    <dgm:pt modelId="{8FDCF87E-1266-4979-925D-413296D2D1E9}">
      <dgm:prSet/>
      <dgm:spPr/>
      <dgm:t>
        <a:bodyPr/>
        <a:lstStyle/>
        <a:p>
          <a:endParaRPr lang="en-US" sz="2800" dirty="0"/>
        </a:p>
      </dgm:t>
    </dgm:pt>
    <dgm:pt modelId="{4C3F5F58-D524-47EB-9989-AB6B8DF981D4}" type="parTrans" cxnId="{B1FBC38A-C529-4224-9377-B55D45661D30}">
      <dgm:prSet/>
      <dgm:spPr/>
      <dgm:t>
        <a:bodyPr/>
        <a:lstStyle/>
        <a:p>
          <a:endParaRPr lang="en-US"/>
        </a:p>
      </dgm:t>
    </dgm:pt>
    <dgm:pt modelId="{E35FD387-9AAF-4139-A3FC-183C9026831C}" type="sibTrans" cxnId="{B1FBC38A-C529-4224-9377-B55D45661D30}">
      <dgm:prSet/>
      <dgm:spPr/>
      <dgm:t>
        <a:bodyPr/>
        <a:lstStyle/>
        <a:p>
          <a:endParaRPr lang="en-US"/>
        </a:p>
      </dgm:t>
    </dgm:pt>
    <dgm:pt modelId="{3DEE27D9-A78B-4CAC-A13B-8884A899977E}">
      <dgm:prSet/>
      <dgm:spPr/>
      <dgm:t>
        <a:bodyPr/>
        <a:lstStyle/>
        <a:p>
          <a:endParaRPr lang="en-US" sz="2800" dirty="0"/>
        </a:p>
      </dgm:t>
    </dgm:pt>
    <dgm:pt modelId="{986C6C71-7E44-40D9-982C-48D87E2C480C}" type="parTrans" cxnId="{93672900-FE52-47AC-BF20-AC643327BA01}">
      <dgm:prSet/>
      <dgm:spPr/>
      <dgm:t>
        <a:bodyPr/>
        <a:lstStyle/>
        <a:p>
          <a:endParaRPr lang="en-US"/>
        </a:p>
      </dgm:t>
    </dgm:pt>
    <dgm:pt modelId="{CFB9735A-81B8-4EBA-9E70-D68BA5448CB5}" type="sibTrans" cxnId="{93672900-FE52-47AC-BF20-AC643327BA01}">
      <dgm:prSet/>
      <dgm:spPr/>
      <dgm:t>
        <a:bodyPr/>
        <a:lstStyle/>
        <a:p>
          <a:endParaRPr lang="en-US"/>
        </a:p>
      </dgm:t>
    </dgm:pt>
    <dgm:pt modelId="{3B3EC97F-AC5F-45E2-9D66-DE049273FCA7}">
      <dgm:prSet/>
      <dgm:spPr/>
      <dgm:t>
        <a:bodyPr/>
        <a:lstStyle/>
        <a:p>
          <a:endParaRPr lang="en-US" sz="2800" dirty="0"/>
        </a:p>
      </dgm:t>
    </dgm:pt>
    <dgm:pt modelId="{A4CC823E-9112-4210-A564-4ABE122057A2}" type="parTrans" cxnId="{1AAFB4AE-A20D-4E4B-BE28-765BC2AD8245}">
      <dgm:prSet/>
      <dgm:spPr/>
      <dgm:t>
        <a:bodyPr/>
        <a:lstStyle/>
        <a:p>
          <a:endParaRPr lang="en-US"/>
        </a:p>
      </dgm:t>
    </dgm:pt>
    <dgm:pt modelId="{0B121BD3-2786-42F2-A5C3-53BB01E50588}" type="sibTrans" cxnId="{1AAFB4AE-A20D-4E4B-BE28-765BC2AD8245}">
      <dgm:prSet/>
      <dgm:spPr/>
      <dgm:t>
        <a:bodyPr/>
        <a:lstStyle/>
        <a:p>
          <a:endParaRPr lang="en-US"/>
        </a:p>
      </dgm:t>
    </dgm:pt>
    <dgm:pt modelId="{D890A9F5-32A5-499E-AE4A-53FCE0632068}" type="pres">
      <dgm:prSet presAssocID="{9A33F798-73F0-4E39-BCBB-BE2F96C874AB}" presName="Name0" presStyleCnt="0">
        <dgm:presLayoutVars>
          <dgm:dir/>
          <dgm:animLvl val="lvl"/>
          <dgm:resizeHandles val="exact"/>
        </dgm:presLayoutVars>
      </dgm:prSet>
      <dgm:spPr/>
    </dgm:pt>
    <dgm:pt modelId="{74C086D6-DE2A-4FFA-A0DA-EFE64CFE9214}" type="pres">
      <dgm:prSet presAssocID="{12E9E40F-AE85-42D0-8D39-23AC9AFD73C3}" presName="composite" presStyleCnt="0"/>
      <dgm:spPr/>
    </dgm:pt>
    <dgm:pt modelId="{E5406326-FBB7-404D-9842-5E50458CA793}" type="pres">
      <dgm:prSet presAssocID="{12E9E40F-AE85-42D0-8D39-23AC9AFD73C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9C3E665-B8BB-4E61-BAC8-B3A52C325D35}" type="pres">
      <dgm:prSet presAssocID="{12E9E40F-AE85-42D0-8D39-23AC9AFD73C3}" presName="desTx" presStyleLbl="alignAccFollowNode1" presStyleIdx="0" presStyleCnt="4" custLinFactNeighborY="319">
        <dgm:presLayoutVars>
          <dgm:bulletEnabled val="1"/>
        </dgm:presLayoutVars>
      </dgm:prSet>
      <dgm:spPr/>
    </dgm:pt>
    <dgm:pt modelId="{E97B6C7F-874E-4A68-BEF2-D2F3A4C7892C}" type="pres">
      <dgm:prSet presAssocID="{29F4B3CD-B196-486A-B152-5D8E9EDA162F}" presName="space" presStyleCnt="0"/>
      <dgm:spPr/>
    </dgm:pt>
    <dgm:pt modelId="{706CD688-EA0B-486A-A27F-67EBCE568BD3}" type="pres">
      <dgm:prSet presAssocID="{DBBAABE8-9CDE-4C0C-9BC7-C1DA874D7202}" presName="composite" presStyleCnt="0"/>
      <dgm:spPr/>
    </dgm:pt>
    <dgm:pt modelId="{F42C6B58-D9EE-448A-948D-50CDFC4BDCA9}" type="pres">
      <dgm:prSet presAssocID="{DBBAABE8-9CDE-4C0C-9BC7-C1DA874D7202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D9DE300-977E-4F8C-9E3C-5D6C98F0CBE0}" type="pres">
      <dgm:prSet presAssocID="{DBBAABE8-9CDE-4C0C-9BC7-C1DA874D7202}" presName="desTx" presStyleLbl="alignAccFollowNode1" presStyleIdx="1" presStyleCnt="4">
        <dgm:presLayoutVars>
          <dgm:bulletEnabled val="1"/>
        </dgm:presLayoutVars>
      </dgm:prSet>
      <dgm:spPr/>
    </dgm:pt>
    <dgm:pt modelId="{05801D30-8F59-49F1-9422-106F69D41908}" type="pres">
      <dgm:prSet presAssocID="{A8C6837D-32E8-4DF1-B080-2EF5A678A927}" presName="space" presStyleCnt="0"/>
      <dgm:spPr/>
    </dgm:pt>
    <dgm:pt modelId="{6D85ED57-6F0C-4C16-AFF9-598173B2C154}" type="pres">
      <dgm:prSet presAssocID="{F6473B38-4A9E-48DC-83EA-216AC9E20AB1}" presName="composite" presStyleCnt="0"/>
      <dgm:spPr/>
    </dgm:pt>
    <dgm:pt modelId="{A9488153-CE7A-4FE3-887C-2CFC8E597351}" type="pres">
      <dgm:prSet presAssocID="{F6473B38-4A9E-48DC-83EA-216AC9E20A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E2966C5-A7A0-404F-8C3A-2B9C75C5BC41}" type="pres">
      <dgm:prSet presAssocID="{F6473B38-4A9E-48DC-83EA-216AC9E20AB1}" presName="desTx" presStyleLbl="alignAccFollowNode1" presStyleIdx="2" presStyleCnt="4">
        <dgm:presLayoutVars>
          <dgm:bulletEnabled val="1"/>
        </dgm:presLayoutVars>
      </dgm:prSet>
      <dgm:spPr/>
    </dgm:pt>
    <dgm:pt modelId="{DB260D10-C14A-4F13-B8BF-213C3BA58CE4}" type="pres">
      <dgm:prSet presAssocID="{1BFB567F-F3C2-471A-8844-72E3C4594082}" presName="space" presStyleCnt="0"/>
      <dgm:spPr/>
    </dgm:pt>
    <dgm:pt modelId="{2010B631-EC61-4399-AD97-7EBDEE84AC81}" type="pres">
      <dgm:prSet presAssocID="{2B771E11-42C5-42AF-B727-BC25F5AABC0E}" presName="composite" presStyleCnt="0"/>
      <dgm:spPr/>
    </dgm:pt>
    <dgm:pt modelId="{C002646F-ED7E-4E38-BE1B-E290CE09F2CD}" type="pres">
      <dgm:prSet presAssocID="{2B771E11-42C5-42AF-B727-BC25F5AABC0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6A86B51-9EDB-46C6-9470-D3F22EDEADA5}" type="pres">
      <dgm:prSet presAssocID="{2B771E11-42C5-42AF-B727-BC25F5AABC0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93672900-FE52-47AC-BF20-AC643327BA01}" srcId="{DC57DD83-24B6-4392-896F-615A9004EF52}" destId="{3DEE27D9-A78B-4CAC-A13B-8884A899977E}" srcOrd="1" destOrd="0" parTransId="{986C6C71-7E44-40D9-982C-48D87E2C480C}" sibTransId="{CFB9735A-81B8-4EBA-9E70-D68BA5448CB5}"/>
    <dgm:cxn modelId="{594DF803-4BD9-4FDE-91EB-0FE538CBC6E5}" type="presOf" srcId="{E13F8F78-6BF5-42F0-ADCC-1BACBAF24E90}" destId="{F6A86B51-9EDB-46C6-9470-D3F22EDEADA5}" srcOrd="0" destOrd="5" presId="urn:microsoft.com/office/officeart/2005/8/layout/hList1"/>
    <dgm:cxn modelId="{02DF1A0D-6C47-40FC-9036-CA3EC5DACEB3}" srcId="{59653905-158C-41FF-AF10-4F22B503A69D}" destId="{E13F8F78-6BF5-42F0-ADCC-1BACBAF24E90}" srcOrd="1" destOrd="0" parTransId="{6C5C9EBE-1B5E-4594-BA98-E41D37852873}" sibTransId="{11829295-140C-4A55-9418-F416F0008F66}"/>
    <dgm:cxn modelId="{B8788C16-519C-402E-BE88-6FB649C96A91}" srcId="{9A33F798-73F0-4E39-BCBB-BE2F96C874AB}" destId="{DBBAABE8-9CDE-4C0C-9BC7-C1DA874D7202}" srcOrd="1" destOrd="0" parTransId="{E3CA33A8-81CC-4A4C-BF88-4699CC34389A}" sibTransId="{A8C6837D-32E8-4DF1-B080-2EF5A678A927}"/>
    <dgm:cxn modelId="{D96EFF16-AD4D-4313-B89B-8F0DBC83B477}" type="presOf" srcId="{D6B7659B-3DE8-43EE-9682-4AA873F380CD}" destId="{F9C3E665-B8BB-4E61-BAC8-B3A52C325D35}" srcOrd="0" destOrd="0" presId="urn:microsoft.com/office/officeart/2005/8/layout/hList1"/>
    <dgm:cxn modelId="{6E4C191C-8001-4855-A857-88B6EC5189AC}" srcId="{59653905-158C-41FF-AF10-4F22B503A69D}" destId="{485DB323-1653-4700-A799-ECBB45EE54EF}" srcOrd="0" destOrd="0" parTransId="{CF1F9659-FA11-4BD9-BB9D-5C2590CC7508}" sibTransId="{0038B60B-6A59-4197-BA4F-572A3AA8C174}"/>
    <dgm:cxn modelId="{B9EE8025-4CDC-4A59-A1C2-B04349FA18C0}" type="presOf" srcId="{59653905-158C-41FF-AF10-4F22B503A69D}" destId="{F6A86B51-9EDB-46C6-9470-D3F22EDEADA5}" srcOrd="0" destOrd="1" presId="urn:microsoft.com/office/officeart/2005/8/layout/hList1"/>
    <dgm:cxn modelId="{9D945138-FFF3-454E-9E11-3E60F472D936}" srcId="{90D11216-EB89-4A94-AED7-0E9B0F1FF885}" destId="{59653905-158C-41FF-AF10-4F22B503A69D}" srcOrd="0" destOrd="0" parTransId="{B36BA61E-95A1-4728-9C4E-621BC470FD3B}" sibTransId="{A9125A51-564A-4574-BB64-3D2A8D8A62E5}"/>
    <dgm:cxn modelId="{6B20D15D-3879-46D9-8847-E1A61EB1B7BC}" type="presOf" srcId="{543E22F9-882B-454C-AFD5-90F453B8B51F}" destId="{CE2966C5-A7A0-404F-8C3A-2B9C75C5BC41}" srcOrd="0" destOrd="5" presId="urn:microsoft.com/office/officeart/2005/8/layout/hList1"/>
    <dgm:cxn modelId="{0D821E5F-26AF-482F-A7D4-4C7FF0B736E1}" type="presOf" srcId="{37DC62FE-2ABE-4AD6-93AA-F80586F110A2}" destId="{CE2966C5-A7A0-404F-8C3A-2B9C75C5BC41}" srcOrd="0" destOrd="1" presId="urn:microsoft.com/office/officeart/2005/8/layout/hList1"/>
    <dgm:cxn modelId="{190C9D67-6C36-4AF3-8BDC-19DB584E6F90}" type="presOf" srcId="{9A33F798-73F0-4E39-BCBB-BE2F96C874AB}" destId="{D890A9F5-32A5-499E-AE4A-53FCE0632068}" srcOrd="0" destOrd="0" presId="urn:microsoft.com/office/officeart/2005/8/layout/hList1"/>
    <dgm:cxn modelId="{3CFB5648-393D-4483-9D4D-A59676428704}" srcId="{A3DAB37E-1D38-4EA3-A35D-F8EBF3270212}" destId="{37DC62FE-2ABE-4AD6-93AA-F80586F110A2}" srcOrd="0" destOrd="0" parTransId="{33C65AA8-6A7D-4867-A2CA-81B6C90A3432}" sibTransId="{DF880965-C9C5-43B0-8832-F9B751623F6E}"/>
    <dgm:cxn modelId="{38213369-DDC5-4736-84EA-90CD54C033BB}" type="presOf" srcId="{8FDCF87E-1266-4979-925D-413296D2D1E9}" destId="{CE2966C5-A7A0-404F-8C3A-2B9C75C5BC41}" srcOrd="0" destOrd="3" presId="urn:microsoft.com/office/officeart/2005/8/layout/hList1"/>
    <dgm:cxn modelId="{367F1E6A-DF42-4EC5-9473-C671F651F267}" srcId="{12E9E40F-AE85-42D0-8D39-23AC9AFD73C3}" destId="{D6B7659B-3DE8-43EE-9682-4AA873F380CD}" srcOrd="0" destOrd="0" parTransId="{ABF65A47-BB82-4E8E-B936-6C9B51D05156}" sibTransId="{BD7C6D29-CA53-416F-9095-B765E3AE052B}"/>
    <dgm:cxn modelId="{22A6224A-F34C-48D1-BBB7-B7A6F0A18B01}" srcId="{9A33F798-73F0-4E39-BCBB-BE2F96C874AB}" destId="{12E9E40F-AE85-42D0-8D39-23AC9AFD73C3}" srcOrd="0" destOrd="0" parTransId="{830E02AD-8148-4585-A084-CE1063FD440E}" sibTransId="{29F4B3CD-B196-486A-B152-5D8E9EDA162F}"/>
    <dgm:cxn modelId="{D8E85B4C-B4C8-4645-9A89-665F1AAAC04D}" srcId="{2B771E11-42C5-42AF-B727-BC25F5AABC0E}" destId="{90D11216-EB89-4A94-AED7-0E9B0F1FF885}" srcOrd="0" destOrd="0" parTransId="{3A588C0D-8922-4FC3-8B09-C7D69F3BD2E5}" sibTransId="{3BE81EE2-EC0C-41FC-92E2-A86B76F296FC}"/>
    <dgm:cxn modelId="{DF40736C-6BEA-4E6B-9319-21E7933C4C16}" srcId="{F6473B38-4A9E-48DC-83EA-216AC9E20AB1}" destId="{A3DAB37E-1D38-4EA3-A35D-F8EBF3270212}" srcOrd="0" destOrd="0" parTransId="{FF406367-D378-4C9B-B275-8E92049031BA}" sibTransId="{D6FC47F6-D289-4E71-9B25-D0A08D2185EF}"/>
    <dgm:cxn modelId="{084B894D-5382-4E74-92CD-EE0392EA20FD}" srcId="{D6B7659B-3DE8-43EE-9682-4AA873F380CD}" destId="{A0E5E432-0764-457D-9B7C-96633990B90B}" srcOrd="0" destOrd="0" parTransId="{A2923AC6-780C-4871-A997-D1498CDC4AFC}" sibTransId="{FDB76A24-255C-4E56-A0C6-5AF7EFFF1439}"/>
    <dgm:cxn modelId="{73EE3658-FC28-441B-89F7-A0C1A69EDC58}" type="presOf" srcId="{3DEE27D9-A78B-4CAC-A13B-8884A899977E}" destId="{CE2966C5-A7A0-404F-8C3A-2B9C75C5BC41}" srcOrd="0" destOrd="4" presId="urn:microsoft.com/office/officeart/2005/8/layout/hList1"/>
    <dgm:cxn modelId="{EF8C6B7A-39BF-4452-9455-81DA3C9313BF}" type="presOf" srcId="{A0E5E432-0764-457D-9B7C-96633990B90B}" destId="{F9C3E665-B8BB-4E61-BAC8-B3A52C325D35}" srcOrd="0" destOrd="1" presId="urn:microsoft.com/office/officeart/2005/8/layout/hList1"/>
    <dgm:cxn modelId="{F8A63184-C481-4525-AB10-3DC2AA3832D1}" type="presOf" srcId="{485DB323-1653-4700-A799-ECBB45EE54EF}" destId="{F6A86B51-9EDB-46C6-9470-D3F22EDEADA5}" srcOrd="0" destOrd="2" presId="urn:microsoft.com/office/officeart/2005/8/layout/hList1"/>
    <dgm:cxn modelId="{9025E486-3B2F-4D92-80BE-58AEE214790C}" type="presOf" srcId="{12E9E40F-AE85-42D0-8D39-23AC9AFD73C3}" destId="{E5406326-FBB7-404D-9842-5E50458CA793}" srcOrd="0" destOrd="0" presId="urn:microsoft.com/office/officeart/2005/8/layout/hList1"/>
    <dgm:cxn modelId="{7FAD428A-8981-4D39-9CD3-DB33098C2EF5}" type="presOf" srcId="{A3DAB37E-1D38-4EA3-A35D-F8EBF3270212}" destId="{CE2966C5-A7A0-404F-8C3A-2B9C75C5BC41}" srcOrd="0" destOrd="0" presId="urn:microsoft.com/office/officeart/2005/8/layout/hList1"/>
    <dgm:cxn modelId="{0C70A68A-1BCE-4093-A7D9-990DA266C1F6}" type="presOf" srcId="{DC57DD83-24B6-4392-896F-615A9004EF52}" destId="{CE2966C5-A7A0-404F-8C3A-2B9C75C5BC41}" srcOrd="0" destOrd="2" presId="urn:microsoft.com/office/officeart/2005/8/layout/hList1"/>
    <dgm:cxn modelId="{B1FBC38A-C529-4224-9377-B55D45661D30}" srcId="{DC57DD83-24B6-4392-896F-615A9004EF52}" destId="{8FDCF87E-1266-4979-925D-413296D2D1E9}" srcOrd="0" destOrd="0" parTransId="{4C3F5F58-D524-47EB-9989-AB6B8DF981D4}" sibTransId="{E35FD387-9AAF-4139-A3FC-183C9026831C}"/>
    <dgm:cxn modelId="{4FF45492-1F8C-47ED-820B-629BEF843A8F}" type="presOf" srcId="{011A92D3-C33E-4CBD-9902-9DAB26715962}" destId="{F6A86B51-9EDB-46C6-9470-D3F22EDEADA5}" srcOrd="0" destOrd="3" presId="urn:microsoft.com/office/officeart/2005/8/layout/hList1"/>
    <dgm:cxn modelId="{63E20BA0-FF75-4C7C-8DD6-878C4334BF8B}" type="presOf" srcId="{F6473B38-4A9E-48DC-83EA-216AC9E20AB1}" destId="{A9488153-CE7A-4FE3-887C-2CFC8E597351}" srcOrd="0" destOrd="0" presId="urn:microsoft.com/office/officeart/2005/8/layout/hList1"/>
    <dgm:cxn modelId="{1AAFB4AE-A20D-4E4B-BE28-765BC2AD8245}" srcId="{485DB323-1653-4700-A799-ECBB45EE54EF}" destId="{3B3EC97F-AC5F-45E2-9D66-DE049273FCA7}" srcOrd="1" destOrd="0" parTransId="{A4CC823E-9112-4210-A564-4ABE122057A2}" sibTransId="{0B121BD3-2786-42F2-A5C3-53BB01E50588}"/>
    <dgm:cxn modelId="{E25587B7-BD4E-46BA-91DC-C5919149DAF3}" srcId="{DBBAABE8-9CDE-4C0C-9BC7-C1DA874D7202}" destId="{1A41C15E-E50B-4849-89E9-096CA31308CA}" srcOrd="0" destOrd="0" parTransId="{D8A366EE-4403-4A80-94E3-9EB807717ACD}" sibTransId="{3780D81E-C3CF-4FF0-8BEE-FBBD891160AD}"/>
    <dgm:cxn modelId="{9B112EC1-F1B6-434E-87B4-ED5161ED4C89}" type="presOf" srcId="{1A41C15E-E50B-4849-89E9-096CA31308CA}" destId="{AD9DE300-977E-4F8C-9E3C-5D6C98F0CBE0}" srcOrd="0" destOrd="0" presId="urn:microsoft.com/office/officeart/2005/8/layout/hList1"/>
    <dgm:cxn modelId="{0BAB61C7-C24A-448F-8541-2EF371655DA5}" srcId="{37DC62FE-2ABE-4AD6-93AA-F80586F110A2}" destId="{543E22F9-882B-454C-AFD5-90F453B8B51F}" srcOrd="1" destOrd="0" parTransId="{6A1B0A01-2EFF-4C95-87EA-D6642DC4C56D}" sibTransId="{40BD49A3-A003-4ACB-931E-762F51A11B54}"/>
    <dgm:cxn modelId="{DED017D9-1FB5-4839-BCF2-32EB43C558FB}" srcId="{485DB323-1653-4700-A799-ECBB45EE54EF}" destId="{011A92D3-C33E-4CBD-9902-9DAB26715962}" srcOrd="0" destOrd="0" parTransId="{1E03D00A-BAE6-4A75-B075-EBE70C9B98A5}" sibTransId="{9BD721C2-CE9B-4E18-B6D0-CAC18889A810}"/>
    <dgm:cxn modelId="{8C4A86D9-AEF9-460E-B821-225197AD380F}" type="presOf" srcId="{DBBAABE8-9CDE-4C0C-9BC7-C1DA874D7202}" destId="{F42C6B58-D9EE-448A-948D-50CDFC4BDCA9}" srcOrd="0" destOrd="0" presId="urn:microsoft.com/office/officeart/2005/8/layout/hList1"/>
    <dgm:cxn modelId="{58C4AEDE-4F68-4B5E-A1A3-F86BAB85E06C}" srcId="{37DC62FE-2ABE-4AD6-93AA-F80586F110A2}" destId="{DC57DD83-24B6-4392-896F-615A9004EF52}" srcOrd="0" destOrd="0" parTransId="{2464073E-82A1-4A46-8AC2-859FFE70F01D}" sibTransId="{8BEB0FD9-60AD-4E31-89EF-1ED101707245}"/>
    <dgm:cxn modelId="{79DF2ADF-8A74-455A-9B39-63BB00211DF2}" type="presOf" srcId="{90D11216-EB89-4A94-AED7-0E9B0F1FF885}" destId="{F6A86B51-9EDB-46C6-9470-D3F22EDEADA5}" srcOrd="0" destOrd="0" presId="urn:microsoft.com/office/officeart/2005/8/layout/hList1"/>
    <dgm:cxn modelId="{432CCEE7-85FD-405B-97C9-5DFFE65FFB42}" srcId="{9A33F798-73F0-4E39-BCBB-BE2F96C874AB}" destId="{2B771E11-42C5-42AF-B727-BC25F5AABC0E}" srcOrd="3" destOrd="0" parTransId="{92854025-EE1F-49DE-B6DB-0FC2AD26F855}" sibTransId="{3A6D3C0E-E148-4AB9-B2A0-DF07D11F5A98}"/>
    <dgm:cxn modelId="{2B0026EA-E1EE-4962-B63A-B368FD8B2EFC}" type="presOf" srcId="{3B3EC97F-AC5F-45E2-9D66-DE049273FCA7}" destId="{F6A86B51-9EDB-46C6-9470-D3F22EDEADA5}" srcOrd="0" destOrd="4" presId="urn:microsoft.com/office/officeart/2005/8/layout/hList1"/>
    <dgm:cxn modelId="{203F89F8-AD34-4F36-958C-8D360BCD720B}" srcId="{9A33F798-73F0-4E39-BCBB-BE2F96C874AB}" destId="{F6473B38-4A9E-48DC-83EA-216AC9E20AB1}" srcOrd="2" destOrd="0" parTransId="{F9EFDB20-890D-43BC-90DE-B5B004483BD2}" sibTransId="{1BFB567F-F3C2-471A-8844-72E3C4594082}"/>
    <dgm:cxn modelId="{A7A1E6FB-ECA6-4BC6-96A8-03BE22462804}" type="presOf" srcId="{2B771E11-42C5-42AF-B727-BC25F5AABC0E}" destId="{C002646F-ED7E-4E38-BE1B-E290CE09F2CD}" srcOrd="0" destOrd="0" presId="urn:microsoft.com/office/officeart/2005/8/layout/hList1"/>
    <dgm:cxn modelId="{67031112-3DC1-41E8-A3FD-13C07EC08D5E}" type="presParOf" srcId="{D890A9F5-32A5-499E-AE4A-53FCE0632068}" destId="{74C086D6-DE2A-4FFA-A0DA-EFE64CFE9214}" srcOrd="0" destOrd="0" presId="urn:microsoft.com/office/officeart/2005/8/layout/hList1"/>
    <dgm:cxn modelId="{E5D1B16E-6E01-4D17-A037-94F9D4CA649C}" type="presParOf" srcId="{74C086D6-DE2A-4FFA-A0DA-EFE64CFE9214}" destId="{E5406326-FBB7-404D-9842-5E50458CA793}" srcOrd="0" destOrd="0" presId="urn:microsoft.com/office/officeart/2005/8/layout/hList1"/>
    <dgm:cxn modelId="{3A9635B0-8CA3-41B1-9317-C72BB02F7FE9}" type="presParOf" srcId="{74C086D6-DE2A-4FFA-A0DA-EFE64CFE9214}" destId="{F9C3E665-B8BB-4E61-BAC8-B3A52C325D35}" srcOrd="1" destOrd="0" presId="urn:microsoft.com/office/officeart/2005/8/layout/hList1"/>
    <dgm:cxn modelId="{7704FF7D-2D3C-433E-A32E-0DF09203D8E1}" type="presParOf" srcId="{D890A9F5-32A5-499E-AE4A-53FCE0632068}" destId="{E97B6C7F-874E-4A68-BEF2-D2F3A4C7892C}" srcOrd="1" destOrd="0" presId="urn:microsoft.com/office/officeart/2005/8/layout/hList1"/>
    <dgm:cxn modelId="{E5A41245-955C-4087-82E2-86E78A91772D}" type="presParOf" srcId="{D890A9F5-32A5-499E-AE4A-53FCE0632068}" destId="{706CD688-EA0B-486A-A27F-67EBCE568BD3}" srcOrd="2" destOrd="0" presId="urn:microsoft.com/office/officeart/2005/8/layout/hList1"/>
    <dgm:cxn modelId="{5D26F7DA-9BC0-4E9B-8DC4-6B5A585B7CA2}" type="presParOf" srcId="{706CD688-EA0B-486A-A27F-67EBCE568BD3}" destId="{F42C6B58-D9EE-448A-948D-50CDFC4BDCA9}" srcOrd="0" destOrd="0" presId="urn:microsoft.com/office/officeart/2005/8/layout/hList1"/>
    <dgm:cxn modelId="{0E921289-0703-4780-8E8B-F2CC7F1601B9}" type="presParOf" srcId="{706CD688-EA0B-486A-A27F-67EBCE568BD3}" destId="{AD9DE300-977E-4F8C-9E3C-5D6C98F0CBE0}" srcOrd="1" destOrd="0" presId="urn:microsoft.com/office/officeart/2005/8/layout/hList1"/>
    <dgm:cxn modelId="{31828DA3-2A7B-4F06-8CB8-DBB3A1BF5BB1}" type="presParOf" srcId="{D890A9F5-32A5-499E-AE4A-53FCE0632068}" destId="{05801D30-8F59-49F1-9422-106F69D41908}" srcOrd="3" destOrd="0" presId="urn:microsoft.com/office/officeart/2005/8/layout/hList1"/>
    <dgm:cxn modelId="{DFB6AD41-9A51-44A8-9A85-5457059E3D5E}" type="presParOf" srcId="{D890A9F5-32A5-499E-AE4A-53FCE0632068}" destId="{6D85ED57-6F0C-4C16-AFF9-598173B2C154}" srcOrd="4" destOrd="0" presId="urn:microsoft.com/office/officeart/2005/8/layout/hList1"/>
    <dgm:cxn modelId="{8F86B39E-02E1-4625-BE6A-067434E54B91}" type="presParOf" srcId="{6D85ED57-6F0C-4C16-AFF9-598173B2C154}" destId="{A9488153-CE7A-4FE3-887C-2CFC8E597351}" srcOrd="0" destOrd="0" presId="urn:microsoft.com/office/officeart/2005/8/layout/hList1"/>
    <dgm:cxn modelId="{DDFF8D22-CB24-4189-8A4F-911D216B46F5}" type="presParOf" srcId="{6D85ED57-6F0C-4C16-AFF9-598173B2C154}" destId="{CE2966C5-A7A0-404F-8C3A-2B9C75C5BC41}" srcOrd="1" destOrd="0" presId="urn:microsoft.com/office/officeart/2005/8/layout/hList1"/>
    <dgm:cxn modelId="{ED1E169B-D00B-4647-97BF-8204111C2C6C}" type="presParOf" srcId="{D890A9F5-32A5-499E-AE4A-53FCE0632068}" destId="{DB260D10-C14A-4F13-B8BF-213C3BA58CE4}" srcOrd="5" destOrd="0" presId="urn:microsoft.com/office/officeart/2005/8/layout/hList1"/>
    <dgm:cxn modelId="{CD6896E6-E952-4A34-B29E-BC64BD6D689A}" type="presParOf" srcId="{D890A9F5-32A5-499E-AE4A-53FCE0632068}" destId="{2010B631-EC61-4399-AD97-7EBDEE84AC81}" srcOrd="6" destOrd="0" presId="urn:microsoft.com/office/officeart/2005/8/layout/hList1"/>
    <dgm:cxn modelId="{CC294A56-A34C-4EB6-8DDF-52994FA5F292}" type="presParOf" srcId="{2010B631-EC61-4399-AD97-7EBDEE84AC81}" destId="{C002646F-ED7E-4E38-BE1B-E290CE09F2CD}" srcOrd="0" destOrd="0" presId="urn:microsoft.com/office/officeart/2005/8/layout/hList1"/>
    <dgm:cxn modelId="{15092F40-2FEC-4A82-9EB2-5A134894A41B}" type="presParOf" srcId="{2010B631-EC61-4399-AD97-7EBDEE84AC81}" destId="{F6A86B51-9EDB-46C6-9470-D3F22EDEADA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N*M comparisons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/>
            <a:t>Master data set– 21,450 </a:t>
          </a:r>
          <a:r>
            <a:rPr lang="en-US" sz="3800"/>
            <a:t>records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0CE118A4-88AC-45FA-A9D9-992BED81F103}">
      <dgm:prSet/>
      <dgm:spPr/>
      <dgm:t>
        <a:bodyPr/>
        <a:lstStyle/>
        <a:p>
          <a:r>
            <a:rPr lang="en-US"/>
            <a:t>634,598,250 comparisons!</a:t>
          </a:r>
        </a:p>
      </dgm:t>
    </dgm:pt>
    <dgm:pt modelId="{DC145CB5-5B5F-4488-87FC-64943227673F}" type="parTrans" cxnId="{86D70812-45BC-4104-8D46-DE8889441563}">
      <dgm:prSet/>
      <dgm:spPr/>
      <dgm:t>
        <a:bodyPr/>
        <a:lstStyle/>
        <a:p>
          <a:endParaRPr lang="en-US"/>
        </a:p>
      </dgm:t>
    </dgm:pt>
    <dgm:pt modelId="{722D1753-96B2-4BC2-BE05-0955CD2F0DC8}" type="sibTrans" cxnId="{86D70812-45BC-4104-8D46-DE8889441563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/>
            <a:t>Over 25 minutes!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22AED8F-8619-442C-A7AE-FA33359B45FE}">
      <dgm:prSet/>
      <dgm:spPr/>
      <dgm:t>
        <a:bodyPr/>
        <a:lstStyle/>
        <a:p>
          <a:r>
            <a:rPr lang="en-US"/>
            <a:t>Match data set– </a:t>
          </a:r>
          <a:r>
            <a:rPr lang="en-US" sz="3800"/>
            <a:t>29,585 records</a:t>
          </a:r>
        </a:p>
      </dgm:t>
    </dgm:pt>
    <dgm:pt modelId="{F34A5343-BB30-44DF-BF82-40D7EEDAFFE6}" type="parTrans" cxnId="{B88D3EBE-8D34-4C5B-88D8-EBBF2153B233}">
      <dgm:prSet/>
      <dgm:spPr/>
      <dgm:t>
        <a:bodyPr/>
        <a:lstStyle/>
        <a:p>
          <a:endParaRPr lang="en-US"/>
        </a:p>
      </dgm:t>
    </dgm:pt>
    <dgm:pt modelId="{A3D9DCB7-5194-4C82-AFDF-D715595D1FC5}" type="sibTrans" cxnId="{B88D3EBE-8D34-4C5B-88D8-EBBF2153B233}">
      <dgm:prSet/>
      <dgm:spPr/>
      <dgm:t>
        <a:bodyPr/>
        <a:lstStyle/>
        <a:p>
          <a:endParaRPr lang="en-US"/>
        </a:p>
      </dgm:t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86D70812-45BC-4104-8D46-DE8889441563}" srcId="{04818EA6-BF42-4913-A2EF-FD668A22406F}" destId="{0CE118A4-88AC-45FA-A9D9-992BED81F103}" srcOrd="3" destOrd="0" parTransId="{DC145CB5-5B5F-4488-87FC-64943227673F}" sibTransId="{722D1753-96B2-4BC2-BE05-0955CD2F0DC8}"/>
    <dgm:cxn modelId="{EBC1C624-B011-4ABC-93E8-70936E0D043D}" type="presOf" srcId="{322AED8F-8619-442C-A7AE-FA33359B45FE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B0FCEA6-A3E0-4977-92C6-995256F532CC}" type="presOf" srcId="{0CE118A4-88AC-45FA-A9D9-992BED81F103}" destId="{DE8DE6D8-14BD-45F6-ADA5-75DB365F2306}" srcOrd="0" destOrd="3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1" presId="urn:microsoft.com/office/officeart/2005/8/layout/list1"/>
    <dgm:cxn modelId="{5698B2BD-B3BB-4D3C-AAB5-241119932A1B}" srcId="{04818EA6-BF42-4913-A2EF-FD668A22406F}" destId="{D2EB243B-56D4-4C21-BEBA-84D4D8C5B04F}" srcOrd="1" destOrd="0" parTransId="{ACA7E1F0-205E-49B6-97FB-4C24F6F3E2EA}" sibTransId="{0953A6C3-10F1-4DD3-B0F2-497D8CA6C1A8}"/>
    <dgm:cxn modelId="{B88D3EBE-8D34-4C5B-88D8-EBBF2153B233}" srcId="{04818EA6-BF42-4913-A2EF-FD668A22406F}" destId="{322AED8F-8619-442C-A7AE-FA33359B45FE}" srcOrd="2" destOrd="0" parTransId="{F34A5343-BB30-44DF-BF82-40D7EEDAFFE6}" sibTransId="{A3D9DCB7-5194-4C82-AFDF-D715595D1FC5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Group similar records together by phonetic encoding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 b="1" dirty="0"/>
            <a:t>~1</a:t>
          </a:r>
          <a:r>
            <a:rPr lang="en-US" dirty="0"/>
            <a:t> second!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C6F1876-88E5-4907-A216-5984FEB66708}">
      <dgm:prSet/>
      <dgm:spPr/>
      <dgm:t>
        <a:bodyPr/>
        <a:lstStyle/>
        <a:p>
          <a:r>
            <a:rPr lang="en-US" dirty="0"/>
            <a:t>Reduced # of comparisons by </a:t>
          </a:r>
          <a:r>
            <a:rPr lang="en-US" b="1" dirty="0"/>
            <a:t>99.9</a:t>
          </a:r>
          <a:r>
            <a:rPr lang="en-US" dirty="0"/>
            <a:t>%</a:t>
          </a:r>
        </a:p>
      </dgm:t>
    </dgm:pt>
    <dgm:pt modelId="{6F1E8A3E-1192-4A4F-89D0-0DFFBC0A9570}" type="parTrans" cxnId="{542A12D1-F2E8-4AFE-BB33-B1447F6DBE5F}">
      <dgm:prSet/>
      <dgm:spPr/>
      <dgm:t>
        <a:bodyPr/>
        <a:lstStyle/>
        <a:p>
          <a:endParaRPr lang="en-US"/>
        </a:p>
      </dgm:t>
    </dgm:pt>
    <dgm:pt modelId="{F38EB8C7-DA6D-409A-8F8A-8BB5083782B4}" type="sibTrans" cxnId="{542A12D1-F2E8-4AFE-BB33-B1447F6DBE5F}">
      <dgm:prSet/>
      <dgm:spPr/>
      <dgm:t>
        <a:bodyPr/>
        <a:lstStyle/>
        <a:p>
          <a:endParaRPr lang="en-US"/>
        </a:p>
      </dgm:t>
    </dgm:pt>
    <dgm:pt modelId="{26A16223-2C50-4602-86A6-82D3020CFE67}">
      <dgm:prSet/>
      <dgm:spPr/>
      <dgm:t>
        <a:bodyPr/>
        <a:lstStyle/>
        <a:p>
          <a:r>
            <a:rPr lang="en-US" dirty="0"/>
            <a:t>841,138 comparisons!</a:t>
          </a:r>
        </a:p>
      </dgm:t>
    </dgm:pt>
    <dgm:pt modelId="{D905DD75-0BB8-4125-AA0A-528E03AA3119}" type="parTrans" cxnId="{A9504CAD-446E-4339-BE93-6B1D99DD2BD5}">
      <dgm:prSet/>
      <dgm:spPr/>
      <dgm:t>
        <a:bodyPr/>
        <a:lstStyle/>
        <a:p>
          <a:endParaRPr lang="en-US"/>
        </a:p>
      </dgm:t>
    </dgm:pt>
    <dgm:pt modelId="{DE836D2C-69BC-417C-BD9B-4DE6F708CC92}" type="sibTrans" cxnId="{A9504CAD-446E-4339-BE93-6B1D99DD2BD5}">
      <dgm:prSet/>
      <dgm:spPr/>
      <dgm:t>
        <a:bodyPr/>
        <a:lstStyle/>
        <a:p>
          <a:endParaRPr lang="en-US"/>
        </a:p>
      </dgm:t>
    </dgm:pt>
    <dgm:pt modelId="{D3615D29-7E7D-4847-8A93-1CDFF17F6AF0}">
      <dgm:prSet/>
      <dgm:spPr/>
      <dgm:t>
        <a:bodyPr/>
        <a:lstStyle/>
        <a:p>
          <a:r>
            <a:rPr lang="en-US" dirty="0"/>
            <a:t>Parallel processing</a:t>
          </a:r>
        </a:p>
      </dgm:t>
    </dgm:pt>
    <dgm:pt modelId="{44D9FAE4-3A13-4E43-A240-F09EB9C0FAF1}" type="parTrans" cxnId="{383D2861-C541-4041-AC53-6A48FDFAFBC0}">
      <dgm:prSet/>
      <dgm:spPr/>
    </dgm:pt>
    <dgm:pt modelId="{4B508D95-BA35-4CE3-BF50-12A8927D125C}" type="sibTrans" cxnId="{383D2861-C541-4041-AC53-6A48FDFAFBC0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609D8520-4541-43BB-89D2-CDDEB827DD82}" type="presOf" srcId="{3C6F1876-88E5-4907-A216-5984FEB66708}" destId="{DE8DE6D8-14BD-45F6-ADA5-75DB365F2306}" srcOrd="0" destOrd="3" presId="urn:microsoft.com/office/officeart/2005/8/layout/list1"/>
    <dgm:cxn modelId="{383D2861-C541-4041-AC53-6A48FDFAFBC0}" srcId="{04818EA6-BF42-4913-A2EF-FD668A22406F}" destId="{D3615D29-7E7D-4847-8A93-1CDFF17F6AF0}" srcOrd="1" destOrd="0" parTransId="{44D9FAE4-3A13-4E43-A240-F09EB9C0FAF1}" sibTransId="{4B508D95-BA35-4CE3-BF50-12A8927D125C}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ADCA237B-CB01-42A7-BDA8-E65BFD7100E5}" type="presOf" srcId="{D3615D29-7E7D-4847-8A93-1CDFF17F6AF0}" destId="{DE8DE6D8-14BD-45F6-ADA5-75DB365F2306}" srcOrd="0" destOrd="1" presId="urn:microsoft.com/office/officeart/2005/8/layout/list1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9504CAD-446E-4339-BE93-6B1D99DD2BD5}" srcId="{04818EA6-BF42-4913-A2EF-FD668A22406F}" destId="{26A16223-2C50-4602-86A6-82D3020CFE67}" srcOrd="2" destOrd="0" parTransId="{D905DD75-0BB8-4125-AA0A-528E03AA3119}" sibTransId="{DE836D2C-69BC-417C-BD9B-4DE6F708CC92}"/>
    <dgm:cxn modelId="{0569DCB5-A407-4D4B-9EE2-F36E1E165239}" type="presOf" srcId="{26A16223-2C50-4602-86A6-82D3020CFE67}" destId="{DE8DE6D8-14BD-45F6-ADA5-75DB365F2306}" srcOrd="0" destOrd="2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542A12D1-F2E8-4AFE-BB33-B1447F6DBE5F}" srcId="{04818EA6-BF42-4913-A2EF-FD668A22406F}" destId="{3C6F1876-88E5-4907-A216-5984FEB66708}" srcOrd="3" destOrd="0" parTransId="{6F1E8A3E-1192-4A4F-89D0-0DFFBC0A9570}" sibTransId="{F38EB8C7-DA6D-409A-8F8A-8BB5083782B4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F3E29B-A89E-493D-943F-76C7AD429A3B}" type="doc">
      <dgm:prSet loTypeId="urn:microsoft.com/office/officeart/2005/8/layout/lProcess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B3F900-9B09-4AD0-8F68-D83DEDFD17B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gm:t>
    </dgm:pt>
    <dgm:pt modelId="{BA6E48B5-A906-4CBC-B8A8-16894F48A9D4}" type="parTrans" cxnId="{F44A5FBC-E5FA-4153-BFBE-516538963A93}">
      <dgm:prSet/>
      <dgm:spPr/>
      <dgm:t>
        <a:bodyPr/>
        <a:lstStyle/>
        <a:p>
          <a:endParaRPr lang="en-US"/>
        </a:p>
      </dgm:t>
    </dgm:pt>
    <dgm:pt modelId="{72FFA9DA-1C67-4A7A-A5B7-D5FF45A8DFC4}" type="sibTrans" cxnId="{F44A5FBC-E5FA-4153-BFBE-516538963A93}">
      <dgm:prSet/>
      <dgm:spPr/>
      <dgm:t>
        <a:bodyPr/>
        <a:lstStyle/>
        <a:p>
          <a:endParaRPr lang="en-US"/>
        </a:p>
      </dgm:t>
    </dgm:pt>
    <dgm:pt modelId="{02F52AEC-FAB7-4326-B5E5-043A9F74382B}">
      <dgm:prSet/>
      <dgm:spPr/>
      <dgm:t>
        <a:bodyPr/>
        <a:lstStyle/>
        <a:p>
          <a:r>
            <a:rPr lang="en-US" dirty="0" err="1">
              <a:latin typeface="Century Gothic" panose="020B0502020202020204"/>
            </a:rPr>
            <a:t>Levenshtein</a:t>
          </a:r>
          <a:r>
            <a:rPr lang="en-US" dirty="0">
              <a:latin typeface="Century Gothic" panose="020B0502020202020204"/>
            </a:rPr>
            <a:t> Distance</a:t>
          </a:r>
        </a:p>
        <a:p>
          <a:r>
            <a:rPr lang="en-US" dirty="0">
              <a:latin typeface="Century Gothic" panose="020B0502020202020204"/>
            </a:rPr>
            <a:t>Ex. Axel ~ Axe = 75</a:t>
          </a:r>
        </a:p>
      </dgm:t>
    </dgm:pt>
    <dgm:pt modelId="{08A62E85-3D11-48F7-85EE-EB1453AC3F09}" type="parTrans" cxnId="{5B8AE51F-1F4B-400A-B654-60E94E7597AD}">
      <dgm:prSet/>
      <dgm:spPr/>
      <dgm:t>
        <a:bodyPr/>
        <a:lstStyle/>
        <a:p>
          <a:endParaRPr lang="en-US"/>
        </a:p>
      </dgm:t>
    </dgm:pt>
    <dgm:pt modelId="{1CE3042F-66C9-4A7B-9B82-7EEC7F3F3345}" type="sibTrans" cxnId="{5B8AE51F-1F4B-400A-B654-60E94E7597AD}">
      <dgm:prSet/>
      <dgm:spPr/>
      <dgm:t>
        <a:bodyPr/>
        <a:lstStyle/>
        <a:p>
          <a:endParaRPr lang="en-US"/>
        </a:p>
      </dgm:t>
    </dgm:pt>
    <dgm:pt modelId="{BF8F0CC6-E046-4D90-9A11-BE9F51717AC7}">
      <dgm:prSet/>
      <dgm:spPr/>
      <dgm:t>
        <a:bodyPr/>
        <a:lstStyle/>
        <a:p>
          <a:r>
            <a:rPr lang="en-US">
              <a:latin typeface="Century Gothic" panose="020B0502020202020204"/>
            </a:rPr>
            <a:t>Ratio between 0 – 100</a:t>
          </a:r>
        </a:p>
      </dgm:t>
    </dgm:pt>
    <dgm:pt modelId="{2EE53EA6-9336-45B5-8C32-4C309933B17D}" type="parTrans" cxnId="{E1ACA712-28B5-4F3D-85A6-CCC1886025EB}">
      <dgm:prSet/>
      <dgm:spPr/>
      <dgm:t>
        <a:bodyPr/>
        <a:lstStyle/>
        <a:p>
          <a:endParaRPr lang="en-US"/>
        </a:p>
      </dgm:t>
    </dgm:pt>
    <dgm:pt modelId="{DFF4CE7D-DB7F-48E3-A576-29E33915BC8C}" type="sibTrans" cxnId="{E1ACA712-28B5-4F3D-85A6-CCC1886025EB}">
      <dgm:prSet/>
      <dgm:spPr/>
      <dgm:t>
        <a:bodyPr/>
        <a:lstStyle/>
        <a:p>
          <a:endParaRPr lang="en-US"/>
        </a:p>
      </dgm:t>
    </dgm:pt>
    <dgm:pt modelId="{D04CA83C-4B84-49AD-B26D-5071A61E184C}">
      <dgm:prSet/>
      <dgm:spPr/>
      <dgm:t>
        <a:bodyPr/>
        <a:lstStyle/>
        <a:p>
          <a:r>
            <a:rPr lang="en-US">
              <a:latin typeface="Century Gothic" panose="020B0502020202020204"/>
            </a:rPr>
            <a:t>Weights per field</a:t>
          </a:r>
        </a:p>
      </dgm:t>
    </dgm:pt>
    <dgm:pt modelId="{0D277EE3-6A3D-4846-BF2F-16443DE3595F}" type="parTrans" cxnId="{46A19D25-ABA6-482C-8A44-E085BB6E813B}">
      <dgm:prSet/>
      <dgm:spPr/>
      <dgm:t>
        <a:bodyPr/>
        <a:lstStyle/>
        <a:p>
          <a:endParaRPr lang="en-US"/>
        </a:p>
      </dgm:t>
    </dgm:pt>
    <dgm:pt modelId="{CA739E3C-4156-426F-BA15-27E243C08A89}" type="sibTrans" cxnId="{46A19D25-ABA6-482C-8A44-E085BB6E813B}">
      <dgm:prSet/>
      <dgm:spPr/>
      <dgm:t>
        <a:bodyPr/>
        <a:lstStyle/>
        <a:p>
          <a:endParaRPr lang="en-US"/>
        </a:p>
      </dgm:t>
    </dgm:pt>
    <dgm:pt modelId="{69C7D1E2-159C-464A-86EC-620BDEE625D5}">
      <dgm:prSet/>
      <dgm:spPr/>
      <dgm:t>
        <a:bodyPr/>
        <a:lstStyle/>
        <a:p>
          <a:r>
            <a:rPr lang="en-US">
              <a:latin typeface="Century Gothic" panose="020B0502020202020204"/>
            </a:rPr>
            <a:t>Sum of weights equal to 1</a:t>
          </a:r>
        </a:p>
      </dgm:t>
    </dgm:pt>
    <dgm:pt modelId="{70C8F0A4-7A5B-49DB-8935-38589693484D}" type="parTrans" cxnId="{7BE81E23-AEAF-4E1E-9DD3-8D6F987D1BCC}">
      <dgm:prSet/>
      <dgm:spPr/>
      <dgm:t>
        <a:bodyPr/>
        <a:lstStyle/>
        <a:p>
          <a:endParaRPr lang="en-US"/>
        </a:p>
      </dgm:t>
    </dgm:pt>
    <dgm:pt modelId="{D9B7275D-AD8B-4E46-8781-2E10A351D43F}" type="sibTrans" cxnId="{7BE81E23-AEAF-4E1E-9DD3-8D6F987D1BCC}">
      <dgm:prSet/>
      <dgm:spPr/>
      <dgm:t>
        <a:bodyPr/>
        <a:lstStyle/>
        <a:p>
          <a:endParaRPr lang="en-US"/>
        </a:p>
      </dgm:t>
    </dgm:pt>
    <dgm:pt modelId="{9295ACC8-CBB7-4EC3-8DBA-FA1FEC946D82}">
      <dgm:prSet/>
      <dgm:spPr/>
      <dgm:t>
        <a:bodyPr/>
        <a:lstStyle/>
        <a:p>
          <a:r>
            <a:rPr lang="en-US" sz="3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27142496-36B1-4AA3-8FA7-A4ADC5A48FAB}" type="parTrans" cxnId="{FB002EF8-FD09-4207-B96B-FE992D412AAD}">
      <dgm:prSet/>
      <dgm:spPr/>
      <dgm:t>
        <a:bodyPr/>
        <a:lstStyle/>
        <a:p>
          <a:endParaRPr lang="en-US"/>
        </a:p>
      </dgm:t>
    </dgm:pt>
    <dgm:pt modelId="{F02B0405-9D7C-4F79-9B9F-4B872CC8E027}" type="sibTrans" cxnId="{FB002EF8-FD09-4207-B96B-FE992D412AAD}">
      <dgm:prSet/>
      <dgm:spPr/>
      <dgm:t>
        <a:bodyPr/>
        <a:lstStyle/>
        <a:p>
          <a:endParaRPr lang="en-US"/>
        </a:p>
      </dgm:t>
    </dgm:pt>
    <dgm:pt modelId="{6415F561-0558-452E-9360-65B86A550ED8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gm:t>
    </dgm:pt>
    <dgm:pt modelId="{9EFE582D-7587-46E9-80D8-BF90418ACF8D}" type="parTrans" cxnId="{EE2D88E9-A5F6-46B1-AEFD-31D41483194A}">
      <dgm:prSet/>
      <dgm:spPr/>
      <dgm:t>
        <a:bodyPr/>
        <a:lstStyle/>
        <a:p>
          <a:endParaRPr lang="en-US"/>
        </a:p>
      </dgm:t>
    </dgm:pt>
    <dgm:pt modelId="{7543C322-B7FB-462B-98BE-E88A55DF8CB0}" type="sibTrans" cxnId="{EE2D88E9-A5F6-46B1-AEFD-31D41483194A}">
      <dgm:prSet/>
      <dgm:spPr/>
      <dgm:t>
        <a:bodyPr/>
        <a:lstStyle/>
        <a:p>
          <a:endParaRPr lang="en-US"/>
        </a:p>
      </dgm:t>
    </dgm:pt>
    <dgm:pt modelId="{F43DBB25-2F6C-40A5-8836-DC703C0EBBC9}">
      <dgm:prSet/>
      <dgm:spPr/>
      <dgm:t>
        <a:bodyPr/>
        <a:lstStyle/>
        <a:p>
          <a:r>
            <a:rPr lang="en-US">
              <a:latin typeface="Century Gothic" panose="020B0502020202020204"/>
            </a:rPr>
            <a:t>A score of 100 is a perfect match</a:t>
          </a:r>
        </a:p>
      </dgm:t>
    </dgm:pt>
    <dgm:pt modelId="{CFE3861A-7F9F-47E3-8251-C99AE3B142B4}" type="parTrans" cxnId="{5FFBB313-E8BA-4E0B-A8B5-9EE53F0D488B}">
      <dgm:prSet/>
      <dgm:spPr/>
      <dgm:t>
        <a:bodyPr/>
        <a:lstStyle/>
        <a:p>
          <a:endParaRPr lang="en-US"/>
        </a:p>
      </dgm:t>
    </dgm:pt>
    <dgm:pt modelId="{7512428F-6935-44E9-92F3-EA12858840DE}" type="sibTrans" cxnId="{5FFBB313-E8BA-4E0B-A8B5-9EE53F0D488B}">
      <dgm:prSet/>
      <dgm:spPr/>
      <dgm:t>
        <a:bodyPr/>
        <a:lstStyle/>
        <a:p>
          <a:endParaRPr lang="en-US"/>
        </a:p>
      </dgm:t>
    </dgm:pt>
    <dgm:pt modelId="{13F81D10-01D7-40B0-BA7C-5FCE1540D30D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gm:t>
    </dgm:pt>
    <dgm:pt modelId="{A26CB54A-A138-48E8-B2DC-BE153488A89F}" type="parTrans" cxnId="{639D7E03-A291-4221-A037-B584E6CC4E21}">
      <dgm:prSet/>
      <dgm:spPr/>
      <dgm:t>
        <a:bodyPr/>
        <a:lstStyle/>
        <a:p>
          <a:endParaRPr lang="en-US"/>
        </a:p>
      </dgm:t>
    </dgm:pt>
    <dgm:pt modelId="{66E70B63-6ED8-489A-8FE3-7A8DFFD1C1FE}" type="sibTrans" cxnId="{639D7E03-A291-4221-A037-B584E6CC4E21}">
      <dgm:prSet/>
      <dgm:spPr/>
      <dgm:t>
        <a:bodyPr/>
        <a:lstStyle/>
        <a:p>
          <a:endParaRPr lang="en-US"/>
        </a:p>
      </dgm:t>
    </dgm:pt>
    <dgm:pt modelId="{8C660FB0-F113-4893-AEB2-E531D53BC56C}" type="pres">
      <dgm:prSet presAssocID="{A3F3E29B-A89E-493D-943F-76C7AD429A3B}" presName="Name0" presStyleCnt="0">
        <dgm:presLayoutVars>
          <dgm:dir/>
          <dgm:animLvl val="lvl"/>
          <dgm:resizeHandles val="exact"/>
        </dgm:presLayoutVars>
      </dgm:prSet>
      <dgm:spPr/>
    </dgm:pt>
    <dgm:pt modelId="{1EB0C80F-579F-4DA8-B06A-91C921C237EC}" type="pres">
      <dgm:prSet presAssocID="{41B3F900-9B09-4AD0-8F68-D83DEDFD17B6}" presName="vertFlow" presStyleCnt="0"/>
      <dgm:spPr/>
    </dgm:pt>
    <dgm:pt modelId="{0B66F640-564D-441D-A5AD-C0C40062C324}" type="pres">
      <dgm:prSet presAssocID="{41B3F900-9B09-4AD0-8F68-D83DEDFD17B6}" presName="header" presStyleLbl="node1" presStyleIdx="0" presStyleCnt="3"/>
      <dgm:spPr/>
    </dgm:pt>
    <dgm:pt modelId="{F7B44F27-8D32-48FF-8826-BD05CF95E4AE}" type="pres">
      <dgm:prSet presAssocID="{08A62E85-3D11-48F7-85EE-EB1453AC3F09}" presName="parTrans" presStyleLbl="sibTrans2D1" presStyleIdx="0" presStyleCnt="6"/>
      <dgm:spPr/>
    </dgm:pt>
    <dgm:pt modelId="{6FDF8A16-CCFA-4B31-91B6-8CA6DA9C939B}" type="pres">
      <dgm:prSet presAssocID="{02F52AEC-FAB7-4326-B5E5-043A9F74382B}" presName="child" presStyleLbl="alignAccFollowNode1" presStyleIdx="0" presStyleCnt="6">
        <dgm:presLayoutVars>
          <dgm:chMax val="0"/>
          <dgm:bulletEnabled val="1"/>
        </dgm:presLayoutVars>
      </dgm:prSet>
      <dgm:spPr/>
    </dgm:pt>
    <dgm:pt modelId="{3EBF592A-E30A-45DE-9EDD-356D40AF341D}" type="pres">
      <dgm:prSet presAssocID="{1CE3042F-66C9-4A7B-9B82-7EEC7F3F3345}" presName="sibTrans" presStyleLbl="sibTrans2D1" presStyleIdx="1" presStyleCnt="6"/>
      <dgm:spPr/>
    </dgm:pt>
    <dgm:pt modelId="{075F371C-8A38-4E55-8551-896D7E61BD98}" type="pres">
      <dgm:prSet presAssocID="{BF8F0CC6-E046-4D90-9A11-BE9F51717AC7}" presName="child" presStyleLbl="alignAccFollowNode1" presStyleIdx="1" presStyleCnt="6">
        <dgm:presLayoutVars>
          <dgm:chMax val="0"/>
          <dgm:bulletEnabled val="1"/>
        </dgm:presLayoutVars>
      </dgm:prSet>
      <dgm:spPr/>
    </dgm:pt>
    <dgm:pt modelId="{681E85F9-7F05-47AF-8EC2-21BF259C8D1D}" type="pres">
      <dgm:prSet presAssocID="{41B3F900-9B09-4AD0-8F68-D83DEDFD17B6}" presName="hSp" presStyleCnt="0"/>
      <dgm:spPr/>
    </dgm:pt>
    <dgm:pt modelId="{1ED19F9E-10F0-4927-B169-9067368339C0}" type="pres">
      <dgm:prSet presAssocID="{13F81D10-01D7-40B0-BA7C-5FCE1540D30D}" presName="vertFlow" presStyleCnt="0"/>
      <dgm:spPr/>
    </dgm:pt>
    <dgm:pt modelId="{2A6CC642-ED98-477F-800C-E6B8666570A2}" type="pres">
      <dgm:prSet presAssocID="{13F81D10-01D7-40B0-BA7C-5FCE1540D30D}" presName="header" presStyleLbl="node1" presStyleIdx="1" presStyleCnt="3"/>
      <dgm:spPr/>
    </dgm:pt>
    <dgm:pt modelId="{34EFB7F3-3D94-4ACA-BB41-7CF507BC2021}" type="pres">
      <dgm:prSet presAssocID="{0D277EE3-6A3D-4846-BF2F-16443DE3595F}" presName="parTrans" presStyleLbl="sibTrans2D1" presStyleIdx="2" presStyleCnt="6"/>
      <dgm:spPr/>
    </dgm:pt>
    <dgm:pt modelId="{B609AAB9-0315-4ECC-8A96-AD7827E02F8F}" type="pres">
      <dgm:prSet presAssocID="{D04CA83C-4B84-49AD-B26D-5071A61E184C}" presName="child" presStyleLbl="alignAccFollowNode1" presStyleIdx="2" presStyleCnt="6">
        <dgm:presLayoutVars>
          <dgm:chMax val="0"/>
          <dgm:bulletEnabled val="1"/>
        </dgm:presLayoutVars>
      </dgm:prSet>
      <dgm:spPr/>
    </dgm:pt>
    <dgm:pt modelId="{24B1C36D-6622-401D-9D69-1D125DD8F20D}" type="pres">
      <dgm:prSet presAssocID="{CA739E3C-4156-426F-BA15-27E243C08A89}" presName="sibTrans" presStyleLbl="sibTrans2D1" presStyleIdx="3" presStyleCnt="6"/>
      <dgm:spPr/>
    </dgm:pt>
    <dgm:pt modelId="{DBE052A0-552E-4CF4-869D-0B9EB1893BF1}" type="pres">
      <dgm:prSet presAssocID="{69C7D1E2-159C-464A-86EC-620BDEE625D5}" presName="child" presStyleLbl="alignAccFollowNode1" presStyleIdx="3" presStyleCnt="6">
        <dgm:presLayoutVars>
          <dgm:chMax val="0"/>
          <dgm:bulletEnabled val="1"/>
        </dgm:presLayoutVars>
      </dgm:prSet>
      <dgm:spPr/>
    </dgm:pt>
    <dgm:pt modelId="{8F3B1D5C-5294-4347-9CCB-5E9CD0BDC4C0}" type="pres">
      <dgm:prSet presAssocID="{13F81D10-01D7-40B0-BA7C-5FCE1540D30D}" presName="hSp" presStyleCnt="0"/>
      <dgm:spPr/>
    </dgm:pt>
    <dgm:pt modelId="{2C0FC90E-D3DC-4900-92E3-01CB83DCDB53}" type="pres">
      <dgm:prSet presAssocID="{9295ACC8-CBB7-4EC3-8DBA-FA1FEC946D82}" presName="vertFlow" presStyleCnt="0"/>
      <dgm:spPr/>
    </dgm:pt>
    <dgm:pt modelId="{FE29B2E6-0DFD-4E8D-8A1D-A3FEE9155C59}" type="pres">
      <dgm:prSet presAssocID="{9295ACC8-CBB7-4EC3-8DBA-FA1FEC946D82}" presName="header" presStyleLbl="node1" presStyleIdx="2" presStyleCnt="3"/>
      <dgm:spPr/>
    </dgm:pt>
    <dgm:pt modelId="{F27FDEDF-EFBC-406B-845C-1BC921088F27}" type="pres">
      <dgm:prSet presAssocID="{9EFE582D-7587-46E9-80D8-BF90418ACF8D}" presName="parTrans" presStyleLbl="sibTrans2D1" presStyleIdx="4" presStyleCnt="6"/>
      <dgm:spPr/>
    </dgm:pt>
    <dgm:pt modelId="{147C6C62-E4C1-4262-ABF0-82E969C3FF31}" type="pres">
      <dgm:prSet presAssocID="{6415F561-0558-452E-9360-65B86A550ED8}" presName="child" presStyleLbl="alignAccFollowNode1" presStyleIdx="4" presStyleCnt="6">
        <dgm:presLayoutVars>
          <dgm:chMax val="0"/>
          <dgm:bulletEnabled val="1"/>
        </dgm:presLayoutVars>
      </dgm:prSet>
      <dgm:spPr/>
    </dgm:pt>
    <dgm:pt modelId="{280C6913-0113-4971-8841-173AD483A080}" type="pres">
      <dgm:prSet presAssocID="{7543C322-B7FB-462B-98BE-E88A55DF8CB0}" presName="sibTrans" presStyleLbl="sibTrans2D1" presStyleIdx="5" presStyleCnt="6"/>
      <dgm:spPr/>
    </dgm:pt>
    <dgm:pt modelId="{67132EA2-E65B-47AF-8306-9F33DDC80205}" type="pres">
      <dgm:prSet presAssocID="{F43DBB25-2F6C-40A5-8836-DC703C0EBBC9}" presName="child" presStyleLbl="alignAccFollowNode1" presStyleIdx="5" presStyleCnt="6">
        <dgm:presLayoutVars>
          <dgm:chMax val="0"/>
          <dgm:bulletEnabled val="1"/>
        </dgm:presLayoutVars>
      </dgm:prSet>
      <dgm:spPr/>
    </dgm:pt>
  </dgm:ptLst>
  <dgm:cxnLst>
    <dgm:cxn modelId="{639D7E03-A291-4221-A037-B584E6CC4E21}" srcId="{A3F3E29B-A89E-493D-943F-76C7AD429A3B}" destId="{13F81D10-01D7-40B0-BA7C-5FCE1540D30D}" srcOrd="1" destOrd="0" parTransId="{A26CB54A-A138-48E8-B2DC-BE153488A89F}" sibTransId="{66E70B63-6ED8-489A-8FE3-7A8DFFD1C1FE}"/>
    <dgm:cxn modelId="{CBA9D504-634E-402F-A3AC-F3AB60B91D01}" type="presOf" srcId="{A3F3E29B-A89E-493D-943F-76C7AD429A3B}" destId="{8C660FB0-F113-4893-AEB2-E531D53BC56C}" srcOrd="0" destOrd="0" presId="urn:microsoft.com/office/officeart/2005/8/layout/lProcess1"/>
    <dgm:cxn modelId="{80854B0C-2C07-4F6A-B1AA-5F77069F89FF}" type="presOf" srcId="{02F52AEC-FAB7-4326-B5E5-043A9F74382B}" destId="{6FDF8A16-CCFA-4B31-91B6-8CA6DA9C939B}" srcOrd="0" destOrd="0" presId="urn:microsoft.com/office/officeart/2005/8/layout/lProcess1"/>
    <dgm:cxn modelId="{4EB04A0E-12A2-4FC3-A560-F456CA1076B6}" type="presOf" srcId="{6415F561-0558-452E-9360-65B86A550ED8}" destId="{147C6C62-E4C1-4262-ABF0-82E969C3FF31}" srcOrd="0" destOrd="0" presId="urn:microsoft.com/office/officeart/2005/8/layout/lProcess1"/>
    <dgm:cxn modelId="{BA0B4A11-0733-4ABE-93A5-EC9A57EA093B}" type="presOf" srcId="{08A62E85-3D11-48F7-85EE-EB1453AC3F09}" destId="{F7B44F27-8D32-48FF-8826-BD05CF95E4AE}" srcOrd="0" destOrd="0" presId="urn:microsoft.com/office/officeart/2005/8/layout/lProcess1"/>
    <dgm:cxn modelId="{E1ACA712-28B5-4F3D-85A6-CCC1886025EB}" srcId="{41B3F900-9B09-4AD0-8F68-D83DEDFD17B6}" destId="{BF8F0CC6-E046-4D90-9A11-BE9F51717AC7}" srcOrd="1" destOrd="0" parTransId="{2EE53EA6-9336-45B5-8C32-4C309933B17D}" sibTransId="{DFF4CE7D-DB7F-48E3-A576-29E33915BC8C}"/>
    <dgm:cxn modelId="{5FFBB313-E8BA-4E0B-A8B5-9EE53F0D488B}" srcId="{9295ACC8-CBB7-4EC3-8DBA-FA1FEC946D82}" destId="{F43DBB25-2F6C-40A5-8836-DC703C0EBBC9}" srcOrd="1" destOrd="0" parTransId="{CFE3861A-7F9F-47E3-8251-C99AE3B142B4}" sibTransId="{7512428F-6935-44E9-92F3-EA12858840DE}"/>
    <dgm:cxn modelId="{5B8AE51F-1F4B-400A-B654-60E94E7597AD}" srcId="{41B3F900-9B09-4AD0-8F68-D83DEDFD17B6}" destId="{02F52AEC-FAB7-4326-B5E5-043A9F74382B}" srcOrd="0" destOrd="0" parTransId="{08A62E85-3D11-48F7-85EE-EB1453AC3F09}" sibTransId="{1CE3042F-66C9-4A7B-9B82-7EEC7F3F3345}"/>
    <dgm:cxn modelId="{B2380B23-72D0-431F-B236-CCCAC279F36A}" type="presOf" srcId="{D04CA83C-4B84-49AD-B26D-5071A61E184C}" destId="{B609AAB9-0315-4ECC-8A96-AD7827E02F8F}" srcOrd="0" destOrd="0" presId="urn:microsoft.com/office/officeart/2005/8/layout/lProcess1"/>
    <dgm:cxn modelId="{7BE81E23-AEAF-4E1E-9DD3-8D6F987D1BCC}" srcId="{13F81D10-01D7-40B0-BA7C-5FCE1540D30D}" destId="{69C7D1E2-159C-464A-86EC-620BDEE625D5}" srcOrd="1" destOrd="0" parTransId="{70C8F0A4-7A5B-49DB-8935-38589693484D}" sibTransId="{D9B7275D-AD8B-4E46-8781-2E10A351D43F}"/>
    <dgm:cxn modelId="{46A19D25-ABA6-482C-8A44-E085BB6E813B}" srcId="{13F81D10-01D7-40B0-BA7C-5FCE1540D30D}" destId="{D04CA83C-4B84-49AD-B26D-5071A61E184C}" srcOrd="0" destOrd="0" parTransId="{0D277EE3-6A3D-4846-BF2F-16443DE3595F}" sibTransId="{CA739E3C-4156-426F-BA15-27E243C08A89}"/>
    <dgm:cxn modelId="{7581C946-867B-4688-A566-C5D69C4EE81F}" type="presOf" srcId="{7543C322-B7FB-462B-98BE-E88A55DF8CB0}" destId="{280C6913-0113-4971-8841-173AD483A080}" srcOrd="0" destOrd="0" presId="urn:microsoft.com/office/officeart/2005/8/layout/lProcess1"/>
    <dgm:cxn modelId="{A57D5347-8C62-4300-8117-49B72F1A55D7}" type="presOf" srcId="{BF8F0CC6-E046-4D90-9A11-BE9F51717AC7}" destId="{075F371C-8A38-4E55-8551-896D7E61BD98}" srcOrd="0" destOrd="0" presId="urn:microsoft.com/office/officeart/2005/8/layout/lProcess1"/>
    <dgm:cxn modelId="{E2D3F267-B415-4530-BEF4-4AFEB5CE1A71}" type="presOf" srcId="{F43DBB25-2F6C-40A5-8836-DC703C0EBBC9}" destId="{67132EA2-E65B-47AF-8306-9F33DDC80205}" srcOrd="0" destOrd="0" presId="urn:microsoft.com/office/officeart/2005/8/layout/lProcess1"/>
    <dgm:cxn modelId="{0CB8FF6F-37CB-4E2F-8F65-84EF66230E1F}" type="presOf" srcId="{CA739E3C-4156-426F-BA15-27E243C08A89}" destId="{24B1C36D-6622-401D-9D69-1D125DD8F20D}" srcOrd="0" destOrd="0" presId="urn:microsoft.com/office/officeart/2005/8/layout/lProcess1"/>
    <dgm:cxn modelId="{EF4F6276-2336-4155-AD4D-1BB58C21BC46}" type="presOf" srcId="{1CE3042F-66C9-4A7B-9B82-7EEC7F3F3345}" destId="{3EBF592A-E30A-45DE-9EDD-356D40AF341D}" srcOrd="0" destOrd="0" presId="urn:microsoft.com/office/officeart/2005/8/layout/lProcess1"/>
    <dgm:cxn modelId="{6FB9F487-1A58-4CBD-B691-693C21763AC3}" type="presOf" srcId="{41B3F900-9B09-4AD0-8F68-D83DEDFD17B6}" destId="{0B66F640-564D-441D-A5AD-C0C40062C324}" srcOrd="0" destOrd="0" presId="urn:microsoft.com/office/officeart/2005/8/layout/lProcess1"/>
    <dgm:cxn modelId="{83906E8A-3073-44CC-92E5-AB1F5A0EF2AD}" type="presOf" srcId="{13F81D10-01D7-40B0-BA7C-5FCE1540D30D}" destId="{2A6CC642-ED98-477F-800C-E6B8666570A2}" srcOrd="0" destOrd="0" presId="urn:microsoft.com/office/officeart/2005/8/layout/lProcess1"/>
    <dgm:cxn modelId="{9B87B992-C26F-4F2A-B999-9B91DAE0E271}" type="presOf" srcId="{9EFE582D-7587-46E9-80D8-BF90418ACF8D}" destId="{F27FDEDF-EFBC-406B-845C-1BC921088F27}" srcOrd="0" destOrd="0" presId="urn:microsoft.com/office/officeart/2005/8/layout/lProcess1"/>
    <dgm:cxn modelId="{A1184CA0-2D9D-41A0-828D-C48C0E1373BF}" type="presOf" srcId="{9295ACC8-CBB7-4EC3-8DBA-FA1FEC946D82}" destId="{FE29B2E6-0DFD-4E8D-8A1D-A3FEE9155C59}" srcOrd="0" destOrd="0" presId="urn:microsoft.com/office/officeart/2005/8/layout/lProcess1"/>
    <dgm:cxn modelId="{7A7A4FAC-685D-421B-B1D3-BC23BE249D98}" type="presOf" srcId="{0D277EE3-6A3D-4846-BF2F-16443DE3595F}" destId="{34EFB7F3-3D94-4ACA-BB41-7CF507BC2021}" srcOrd="0" destOrd="0" presId="urn:microsoft.com/office/officeart/2005/8/layout/lProcess1"/>
    <dgm:cxn modelId="{F44A5FBC-E5FA-4153-BFBE-516538963A93}" srcId="{A3F3E29B-A89E-493D-943F-76C7AD429A3B}" destId="{41B3F900-9B09-4AD0-8F68-D83DEDFD17B6}" srcOrd="0" destOrd="0" parTransId="{BA6E48B5-A906-4CBC-B8A8-16894F48A9D4}" sibTransId="{72FFA9DA-1C67-4A7A-A5B7-D5FF45A8DFC4}"/>
    <dgm:cxn modelId="{8D451EC2-2EFB-4EEF-A852-E6CD4DC2FBBB}" type="presOf" srcId="{69C7D1E2-159C-464A-86EC-620BDEE625D5}" destId="{DBE052A0-552E-4CF4-869D-0B9EB1893BF1}" srcOrd="0" destOrd="0" presId="urn:microsoft.com/office/officeart/2005/8/layout/lProcess1"/>
    <dgm:cxn modelId="{EE2D88E9-A5F6-46B1-AEFD-31D41483194A}" srcId="{9295ACC8-CBB7-4EC3-8DBA-FA1FEC946D82}" destId="{6415F561-0558-452E-9360-65B86A550ED8}" srcOrd="0" destOrd="0" parTransId="{9EFE582D-7587-46E9-80D8-BF90418ACF8D}" sibTransId="{7543C322-B7FB-462B-98BE-E88A55DF8CB0}"/>
    <dgm:cxn modelId="{FB002EF8-FD09-4207-B96B-FE992D412AAD}" srcId="{A3F3E29B-A89E-493D-943F-76C7AD429A3B}" destId="{9295ACC8-CBB7-4EC3-8DBA-FA1FEC946D82}" srcOrd="2" destOrd="0" parTransId="{27142496-36B1-4AA3-8FA7-A4ADC5A48FAB}" sibTransId="{F02B0405-9D7C-4F79-9B9F-4B872CC8E027}"/>
    <dgm:cxn modelId="{4BAD9A82-4A0F-4A02-A6F1-1F555633401B}" type="presParOf" srcId="{8C660FB0-F113-4893-AEB2-E531D53BC56C}" destId="{1EB0C80F-579F-4DA8-B06A-91C921C237EC}" srcOrd="0" destOrd="0" presId="urn:microsoft.com/office/officeart/2005/8/layout/lProcess1"/>
    <dgm:cxn modelId="{847B2B78-6D24-4675-B024-A146893CD61C}" type="presParOf" srcId="{1EB0C80F-579F-4DA8-B06A-91C921C237EC}" destId="{0B66F640-564D-441D-A5AD-C0C40062C324}" srcOrd="0" destOrd="0" presId="urn:microsoft.com/office/officeart/2005/8/layout/lProcess1"/>
    <dgm:cxn modelId="{0D15869F-EEDE-4720-A92F-B78DC8B0794C}" type="presParOf" srcId="{1EB0C80F-579F-4DA8-B06A-91C921C237EC}" destId="{F7B44F27-8D32-48FF-8826-BD05CF95E4AE}" srcOrd="1" destOrd="0" presId="urn:microsoft.com/office/officeart/2005/8/layout/lProcess1"/>
    <dgm:cxn modelId="{A247970B-1DA3-4D85-947F-AEDF58D0C159}" type="presParOf" srcId="{1EB0C80F-579F-4DA8-B06A-91C921C237EC}" destId="{6FDF8A16-CCFA-4B31-91B6-8CA6DA9C939B}" srcOrd="2" destOrd="0" presId="urn:microsoft.com/office/officeart/2005/8/layout/lProcess1"/>
    <dgm:cxn modelId="{D7C9F9A9-3F01-4A2C-B12B-2992B64D728D}" type="presParOf" srcId="{1EB0C80F-579F-4DA8-B06A-91C921C237EC}" destId="{3EBF592A-E30A-45DE-9EDD-356D40AF341D}" srcOrd="3" destOrd="0" presId="urn:microsoft.com/office/officeart/2005/8/layout/lProcess1"/>
    <dgm:cxn modelId="{9BF39D1D-C176-4F41-B7E9-85EC1F5FA779}" type="presParOf" srcId="{1EB0C80F-579F-4DA8-B06A-91C921C237EC}" destId="{075F371C-8A38-4E55-8551-896D7E61BD98}" srcOrd="4" destOrd="0" presId="urn:microsoft.com/office/officeart/2005/8/layout/lProcess1"/>
    <dgm:cxn modelId="{F0073369-E6C9-4DF0-A7D5-F47260F4FE6E}" type="presParOf" srcId="{8C660FB0-F113-4893-AEB2-E531D53BC56C}" destId="{681E85F9-7F05-47AF-8EC2-21BF259C8D1D}" srcOrd="1" destOrd="0" presId="urn:microsoft.com/office/officeart/2005/8/layout/lProcess1"/>
    <dgm:cxn modelId="{B0AA7A75-5B05-4A7D-8F50-1BA23C66A9C7}" type="presParOf" srcId="{8C660FB0-F113-4893-AEB2-E531D53BC56C}" destId="{1ED19F9E-10F0-4927-B169-9067368339C0}" srcOrd="2" destOrd="0" presId="urn:microsoft.com/office/officeart/2005/8/layout/lProcess1"/>
    <dgm:cxn modelId="{C71B6A58-5F1D-440D-8B05-F8EA1B1C62AF}" type="presParOf" srcId="{1ED19F9E-10F0-4927-B169-9067368339C0}" destId="{2A6CC642-ED98-477F-800C-E6B8666570A2}" srcOrd="0" destOrd="0" presId="urn:microsoft.com/office/officeart/2005/8/layout/lProcess1"/>
    <dgm:cxn modelId="{61A34C0F-AC62-4BAB-AAA6-671270A36485}" type="presParOf" srcId="{1ED19F9E-10F0-4927-B169-9067368339C0}" destId="{34EFB7F3-3D94-4ACA-BB41-7CF507BC2021}" srcOrd="1" destOrd="0" presId="urn:microsoft.com/office/officeart/2005/8/layout/lProcess1"/>
    <dgm:cxn modelId="{FEFA2911-9829-493C-826D-626FAE211ECB}" type="presParOf" srcId="{1ED19F9E-10F0-4927-B169-9067368339C0}" destId="{B609AAB9-0315-4ECC-8A96-AD7827E02F8F}" srcOrd="2" destOrd="0" presId="urn:microsoft.com/office/officeart/2005/8/layout/lProcess1"/>
    <dgm:cxn modelId="{900A3706-A79C-4F03-9603-2E7456586EA4}" type="presParOf" srcId="{1ED19F9E-10F0-4927-B169-9067368339C0}" destId="{24B1C36D-6622-401D-9D69-1D125DD8F20D}" srcOrd="3" destOrd="0" presId="urn:microsoft.com/office/officeart/2005/8/layout/lProcess1"/>
    <dgm:cxn modelId="{DBAC96EC-CB0F-4539-8B40-6FD229A2F4A9}" type="presParOf" srcId="{1ED19F9E-10F0-4927-B169-9067368339C0}" destId="{DBE052A0-552E-4CF4-869D-0B9EB1893BF1}" srcOrd="4" destOrd="0" presId="urn:microsoft.com/office/officeart/2005/8/layout/lProcess1"/>
    <dgm:cxn modelId="{AA5F8ACF-2915-478B-BA61-F1F09FC7134D}" type="presParOf" srcId="{8C660FB0-F113-4893-AEB2-E531D53BC56C}" destId="{8F3B1D5C-5294-4347-9CCB-5E9CD0BDC4C0}" srcOrd="3" destOrd="0" presId="urn:microsoft.com/office/officeart/2005/8/layout/lProcess1"/>
    <dgm:cxn modelId="{B7125D6F-5453-4197-BFA5-68E5726DCDB2}" type="presParOf" srcId="{8C660FB0-F113-4893-AEB2-E531D53BC56C}" destId="{2C0FC90E-D3DC-4900-92E3-01CB83DCDB53}" srcOrd="4" destOrd="0" presId="urn:microsoft.com/office/officeart/2005/8/layout/lProcess1"/>
    <dgm:cxn modelId="{E0E33EC0-9C4E-42EB-AEBD-F956799FA869}" type="presParOf" srcId="{2C0FC90E-D3DC-4900-92E3-01CB83DCDB53}" destId="{FE29B2E6-0DFD-4E8D-8A1D-A3FEE9155C59}" srcOrd="0" destOrd="0" presId="urn:microsoft.com/office/officeart/2005/8/layout/lProcess1"/>
    <dgm:cxn modelId="{06609C69-B9D2-4C82-BEE7-CDED80A50150}" type="presParOf" srcId="{2C0FC90E-D3DC-4900-92E3-01CB83DCDB53}" destId="{F27FDEDF-EFBC-406B-845C-1BC921088F27}" srcOrd="1" destOrd="0" presId="urn:microsoft.com/office/officeart/2005/8/layout/lProcess1"/>
    <dgm:cxn modelId="{C0056F64-C2CC-48EA-9C47-01A7F6FA50CC}" type="presParOf" srcId="{2C0FC90E-D3DC-4900-92E3-01CB83DCDB53}" destId="{147C6C62-E4C1-4262-ABF0-82E969C3FF31}" srcOrd="2" destOrd="0" presId="urn:microsoft.com/office/officeart/2005/8/layout/lProcess1"/>
    <dgm:cxn modelId="{B169A5FD-715E-4B27-95D7-16B2A217ABC8}" type="presParOf" srcId="{2C0FC90E-D3DC-4900-92E3-01CB83DCDB53}" destId="{280C6913-0113-4971-8841-173AD483A080}" srcOrd="3" destOrd="0" presId="urn:microsoft.com/office/officeart/2005/8/layout/lProcess1"/>
    <dgm:cxn modelId="{3D0AACD7-BFAC-4C14-B8A1-6B79467C790E}" type="presParOf" srcId="{2C0FC90E-D3DC-4900-92E3-01CB83DCDB53}" destId="{67132EA2-E65B-47AF-8306-9F33DDC80205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0AD922-5136-4547-BAAD-5A36C18C158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031278-24FF-429D-ADDB-474BB287F866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gm:t>
    </dgm:pt>
    <dgm:pt modelId="{FA263C85-F2E4-4488-BC40-3CE7EE01800A}" type="parTrans" cxnId="{338A6D05-D9AB-4CA9-9E11-B3EC69E83732}">
      <dgm:prSet/>
      <dgm:spPr/>
      <dgm:t>
        <a:bodyPr/>
        <a:lstStyle/>
        <a:p>
          <a:endParaRPr lang="en-US"/>
        </a:p>
      </dgm:t>
    </dgm:pt>
    <dgm:pt modelId="{E8C933C9-9153-4134-A7D6-228FEF27BBB6}" type="sibTrans" cxnId="{338A6D05-D9AB-4CA9-9E11-B3EC69E83732}">
      <dgm:prSet/>
      <dgm:spPr/>
      <dgm:t>
        <a:bodyPr/>
        <a:lstStyle/>
        <a:p>
          <a:endParaRPr lang="en-US"/>
        </a:p>
      </dgm:t>
    </dgm:pt>
    <dgm:pt modelId="{6DEC1F92-8B01-466F-A5FB-3E25D5846985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7398CE5F-ED95-4C9D-B168-84EA8BCA2ABD}" type="parTrans" cxnId="{EA1E466B-5B5A-4615-AA10-0F85487407AC}">
      <dgm:prSet/>
      <dgm:spPr/>
      <dgm:t>
        <a:bodyPr/>
        <a:lstStyle/>
        <a:p>
          <a:endParaRPr lang="en-US"/>
        </a:p>
      </dgm:t>
    </dgm:pt>
    <dgm:pt modelId="{879AF385-6EF7-4F10-B043-F07819C32120}" type="sibTrans" cxnId="{EA1E466B-5B5A-4615-AA10-0F85487407AC}">
      <dgm:prSet/>
      <dgm:spPr/>
      <dgm:t>
        <a:bodyPr/>
        <a:lstStyle/>
        <a:p>
          <a:endParaRPr lang="en-US"/>
        </a:p>
      </dgm:t>
    </dgm:pt>
    <dgm:pt modelId="{D4D5BD9B-86CE-4B3F-B65C-E879522CBE6F}">
      <dgm:prSet/>
      <dgm:spPr/>
      <dgm:t>
        <a:bodyPr/>
        <a:lstStyle/>
        <a:p>
          <a:r>
            <a:rPr lang="en-US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gm:t>
    </dgm:pt>
    <dgm:pt modelId="{FACA0A52-D839-4A43-90FA-349E81307D21}" type="parTrans" cxnId="{395343DC-EBED-44E2-9390-222230C38ED1}">
      <dgm:prSet/>
      <dgm:spPr/>
      <dgm:t>
        <a:bodyPr/>
        <a:lstStyle/>
        <a:p>
          <a:endParaRPr lang="en-US"/>
        </a:p>
      </dgm:t>
    </dgm:pt>
    <dgm:pt modelId="{8A359D14-74F3-4DB5-A29C-4D775F86D6AD}" type="sibTrans" cxnId="{395343DC-EBED-44E2-9390-222230C38ED1}">
      <dgm:prSet/>
      <dgm:spPr/>
      <dgm:t>
        <a:bodyPr/>
        <a:lstStyle/>
        <a:p>
          <a:endParaRPr lang="en-US"/>
        </a:p>
      </dgm:t>
    </dgm:pt>
    <dgm:pt modelId="{F84B39A9-74D1-4B2D-A41A-0A044609DC35}">
      <dgm:prSet/>
      <dgm:spPr/>
      <dgm:t>
        <a:bodyPr/>
        <a:lstStyle/>
        <a:p>
          <a:r>
            <a:rPr lang="en-US" b="0" i="0">
              <a:latin typeface="Century Gothic"/>
            </a:rPr>
            <a:t>[ 0, 70)</a:t>
          </a:r>
          <a:endParaRPr lang="en-US">
            <a:latin typeface="Century Gothic"/>
          </a:endParaRPr>
        </a:p>
      </dgm:t>
    </dgm:pt>
    <dgm:pt modelId="{0B221F39-7A6D-41B6-B558-EA58FC51C68C}" type="parTrans" cxnId="{BB6EE8BF-6B28-413B-876C-D745EA7FC804}">
      <dgm:prSet/>
      <dgm:spPr/>
    </dgm:pt>
    <dgm:pt modelId="{F9B1FA54-03B4-4D2C-8514-9D1B43BABABA}" type="sibTrans" cxnId="{BB6EE8BF-6B28-413B-876C-D745EA7FC804}">
      <dgm:prSet/>
      <dgm:spPr/>
      <dgm:t>
        <a:bodyPr/>
        <a:lstStyle/>
        <a:p>
          <a:endParaRPr lang="en-US"/>
        </a:p>
      </dgm:t>
    </dgm:pt>
    <dgm:pt modelId="{8E85D8BC-5716-4790-88A3-6AA523CAB3D5}">
      <dgm:prSet/>
      <dgm:spPr/>
      <dgm:t>
        <a:bodyPr/>
        <a:lstStyle/>
        <a:p>
          <a:r>
            <a:rPr lang="en-US" b="0" i="0">
              <a:latin typeface="Century Gothic"/>
            </a:rPr>
            <a:t>[70, 90)</a:t>
          </a:r>
          <a:endParaRPr lang="en-US">
            <a:latin typeface="Century Gothic"/>
          </a:endParaRPr>
        </a:p>
      </dgm:t>
    </dgm:pt>
    <dgm:pt modelId="{4622D969-9B51-4EEA-BDE3-8DA47E4DEF61}" type="parTrans" cxnId="{DB2BD8A5-E52C-4007-A5A9-35D04B0D4FAB}">
      <dgm:prSet/>
      <dgm:spPr/>
    </dgm:pt>
    <dgm:pt modelId="{BDEC3537-2EAC-456E-9734-6B0303C82C12}" type="sibTrans" cxnId="{DB2BD8A5-E52C-4007-A5A9-35D04B0D4FAB}">
      <dgm:prSet/>
      <dgm:spPr/>
      <dgm:t>
        <a:bodyPr/>
        <a:lstStyle/>
        <a:p>
          <a:endParaRPr lang="en-US"/>
        </a:p>
      </dgm:t>
    </dgm:pt>
    <dgm:pt modelId="{7F702008-2DDA-4B5C-B2B7-4E1DEEB38F6D}">
      <dgm:prSet/>
      <dgm:spPr/>
      <dgm:t>
        <a:bodyPr/>
        <a:lstStyle/>
        <a:p>
          <a:r>
            <a:rPr lang="en-US" b="0" i="0">
              <a:latin typeface="Century Gothic"/>
            </a:rPr>
            <a:t>[ 90, 100]</a:t>
          </a:r>
          <a:endParaRPr lang="en-US">
            <a:latin typeface="Century Gothic"/>
          </a:endParaRPr>
        </a:p>
      </dgm:t>
    </dgm:pt>
    <dgm:pt modelId="{FACFAB81-104B-4E7B-9013-C2429193DB8F}" type="parTrans" cxnId="{1FC611B0-2162-4CF4-8685-5A34F6BAE1A4}">
      <dgm:prSet/>
      <dgm:spPr/>
    </dgm:pt>
    <dgm:pt modelId="{CB44AC14-FC38-4CFF-BB1B-9CCABEEA41C6}" type="sibTrans" cxnId="{1FC611B0-2162-4CF4-8685-5A34F6BAE1A4}">
      <dgm:prSet/>
      <dgm:spPr/>
    </dgm:pt>
    <dgm:pt modelId="{F510E5C2-7EE0-47FE-BC70-A58CF1DD14ED}" type="pres">
      <dgm:prSet presAssocID="{1E0AD922-5136-4547-BAAD-5A36C18C1588}" presName="Name0" presStyleCnt="0">
        <dgm:presLayoutVars>
          <dgm:dir/>
          <dgm:animLvl val="lvl"/>
          <dgm:resizeHandles val="exact"/>
        </dgm:presLayoutVars>
      </dgm:prSet>
      <dgm:spPr/>
    </dgm:pt>
    <dgm:pt modelId="{29FE6866-47EA-4712-A402-FE08C8CA2DF7}" type="pres">
      <dgm:prSet presAssocID="{BB031278-24FF-429D-ADDB-474BB287F866}" presName="composite" presStyleCnt="0"/>
      <dgm:spPr/>
    </dgm:pt>
    <dgm:pt modelId="{C08B8A2A-4198-4E63-8C84-DD8797087684}" type="pres">
      <dgm:prSet presAssocID="{BB031278-24FF-429D-ADDB-474BB287F86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C8415EA-9F97-423D-85D6-1361494AF506}" type="pres">
      <dgm:prSet presAssocID="{BB031278-24FF-429D-ADDB-474BB287F866}" presName="desTx" presStyleLbl="alignAccFollowNode1" presStyleIdx="0" presStyleCnt="3">
        <dgm:presLayoutVars>
          <dgm:bulletEnabled val="1"/>
        </dgm:presLayoutVars>
      </dgm:prSet>
      <dgm:spPr/>
    </dgm:pt>
    <dgm:pt modelId="{2BC0F379-81F3-4FF0-B3D2-82A1479A3094}" type="pres">
      <dgm:prSet presAssocID="{E8C933C9-9153-4134-A7D6-228FEF27BBB6}" presName="space" presStyleCnt="0"/>
      <dgm:spPr/>
    </dgm:pt>
    <dgm:pt modelId="{F73E8241-B0E8-433F-85AA-71A2183DF8E6}" type="pres">
      <dgm:prSet presAssocID="{6DEC1F92-8B01-466F-A5FB-3E25D5846985}" presName="composite" presStyleCnt="0"/>
      <dgm:spPr/>
    </dgm:pt>
    <dgm:pt modelId="{5B6DAA36-6AD9-4290-97AA-8B4D841F7619}" type="pres">
      <dgm:prSet presAssocID="{6DEC1F92-8B01-466F-A5FB-3E25D58469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9AED09-BD53-4876-9BBC-040D753C6882}" type="pres">
      <dgm:prSet presAssocID="{6DEC1F92-8B01-466F-A5FB-3E25D5846985}" presName="desTx" presStyleLbl="alignAccFollowNode1" presStyleIdx="1" presStyleCnt="3">
        <dgm:presLayoutVars>
          <dgm:bulletEnabled val="1"/>
        </dgm:presLayoutVars>
      </dgm:prSet>
      <dgm:spPr/>
    </dgm:pt>
    <dgm:pt modelId="{5EA3FD78-9247-4B61-B83D-E87FCCB81BD6}" type="pres">
      <dgm:prSet presAssocID="{879AF385-6EF7-4F10-B043-F07819C32120}" presName="space" presStyleCnt="0"/>
      <dgm:spPr/>
    </dgm:pt>
    <dgm:pt modelId="{D319E547-3459-485E-ABCD-9D71B295A4CC}" type="pres">
      <dgm:prSet presAssocID="{D4D5BD9B-86CE-4B3F-B65C-E879522CBE6F}" presName="composite" presStyleCnt="0"/>
      <dgm:spPr/>
    </dgm:pt>
    <dgm:pt modelId="{7AC0FAFC-06CC-4EA6-BFFE-D92CC0A8CE68}" type="pres">
      <dgm:prSet presAssocID="{D4D5BD9B-86CE-4B3F-B65C-E879522CBE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F324DFC-98A1-4870-B3E1-F4078E06D589}" type="pres">
      <dgm:prSet presAssocID="{D4D5BD9B-86CE-4B3F-B65C-E879522CBE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38A6D05-D9AB-4CA9-9E11-B3EC69E83732}" srcId="{1E0AD922-5136-4547-BAAD-5A36C18C1588}" destId="{BB031278-24FF-429D-ADDB-474BB287F866}" srcOrd="0" destOrd="0" parTransId="{FA263C85-F2E4-4488-BC40-3CE7EE01800A}" sibTransId="{E8C933C9-9153-4134-A7D6-228FEF27BBB6}"/>
    <dgm:cxn modelId="{E2AB645C-7934-4CE2-A000-B038055BBF54}" type="presOf" srcId="{F84B39A9-74D1-4B2D-A41A-0A044609DC35}" destId="{9C8415EA-9F97-423D-85D6-1361494AF506}" srcOrd="0" destOrd="0" presId="urn:microsoft.com/office/officeart/2005/8/layout/hList1"/>
    <dgm:cxn modelId="{8AF09B60-AEEF-497D-8BBD-599D75D6BE65}" type="presOf" srcId="{8E85D8BC-5716-4790-88A3-6AA523CAB3D5}" destId="{D49AED09-BD53-4876-9BBC-040D753C6882}" srcOrd="0" destOrd="0" presId="urn:microsoft.com/office/officeart/2005/8/layout/hList1"/>
    <dgm:cxn modelId="{86625144-2F1A-4E8E-9C36-88439A407CF7}" type="presOf" srcId="{BB031278-24FF-429D-ADDB-474BB287F866}" destId="{C08B8A2A-4198-4E63-8C84-DD8797087684}" srcOrd="0" destOrd="0" presId="urn:microsoft.com/office/officeart/2005/8/layout/hList1"/>
    <dgm:cxn modelId="{EA1E466B-5B5A-4615-AA10-0F85487407AC}" srcId="{1E0AD922-5136-4547-BAAD-5A36C18C1588}" destId="{6DEC1F92-8B01-466F-A5FB-3E25D5846985}" srcOrd="1" destOrd="0" parTransId="{7398CE5F-ED95-4C9D-B168-84EA8BCA2ABD}" sibTransId="{879AF385-6EF7-4F10-B043-F07819C32120}"/>
    <dgm:cxn modelId="{4DF24677-01BC-4C88-9040-27044FC692E1}" type="presOf" srcId="{6DEC1F92-8B01-466F-A5FB-3E25D5846985}" destId="{5B6DAA36-6AD9-4290-97AA-8B4D841F7619}" srcOrd="0" destOrd="0" presId="urn:microsoft.com/office/officeart/2005/8/layout/hList1"/>
    <dgm:cxn modelId="{F5E4CA7A-4034-49A6-9E11-B39862405D44}" type="presOf" srcId="{1E0AD922-5136-4547-BAAD-5A36C18C1588}" destId="{F510E5C2-7EE0-47FE-BC70-A58CF1DD14ED}" srcOrd="0" destOrd="0" presId="urn:microsoft.com/office/officeart/2005/8/layout/hList1"/>
    <dgm:cxn modelId="{AE099B7E-4A99-4C14-BDDA-644264652852}" type="presOf" srcId="{7F702008-2DDA-4B5C-B2B7-4E1DEEB38F6D}" destId="{0F324DFC-98A1-4870-B3E1-F4078E06D589}" srcOrd="0" destOrd="0" presId="urn:microsoft.com/office/officeart/2005/8/layout/hList1"/>
    <dgm:cxn modelId="{CAB9CC92-9B01-42B3-B091-30228388D5C1}" type="presOf" srcId="{D4D5BD9B-86CE-4B3F-B65C-E879522CBE6F}" destId="{7AC0FAFC-06CC-4EA6-BFFE-D92CC0A8CE68}" srcOrd="0" destOrd="0" presId="urn:microsoft.com/office/officeart/2005/8/layout/hList1"/>
    <dgm:cxn modelId="{DB2BD8A5-E52C-4007-A5A9-35D04B0D4FAB}" srcId="{6DEC1F92-8B01-466F-A5FB-3E25D5846985}" destId="{8E85D8BC-5716-4790-88A3-6AA523CAB3D5}" srcOrd="0" destOrd="0" parTransId="{4622D969-9B51-4EEA-BDE3-8DA47E4DEF61}" sibTransId="{BDEC3537-2EAC-456E-9734-6B0303C82C12}"/>
    <dgm:cxn modelId="{1FC611B0-2162-4CF4-8685-5A34F6BAE1A4}" srcId="{D4D5BD9B-86CE-4B3F-B65C-E879522CBE6F}" destId="{7F702008-2DDA-4B5C-B2B7-4E1DEEB38F6D}" srcOrd="0" destOrd="0" parTransId="{FACFAB81-104B-4E7B-9013-C2429193DB8F}" sibTransId="{CB44AC14-FC38-4CFF-BB1B-9CCABEEA41C6}"/>
    <dgm:cxn modelId="{BB6EE8BF-6B28-413B-876C-D745EA7FC804}" srcId="{BB031278-24FF-429D-ADDB-474BB287F866}" destId="{F84B39A9-74D1-4B2D-A41A-0A044609DC35}" srcOrd="0" destOrd="0" parTransId="{0B221F39-7A6D-41B6-B558-EA58FC51C68C}" sibTransId="{F9B1FA54-03B4-4D2C-8514-9D1B43BABABA}"/>
    <dgm:cxn modelId="{395343DC-EBED-44E2-9390-222230C38ED1}" srcId="{1E0AD922-5136-4547-BAAD-5A36C18C1588}" destId="{D4D5BD9B-86CE-4B3F-B65C-E879522CBE6F}" srcOrd="2" destOrd="0" parTransId="{FACA0A52-D839-4A43-90FA-349E81307D21}" sibTransId="{8A359D14-74F3-4DB5-A29C-4D775F86D6AD}"/>
    <dgm:cxn modelId="{7DA8FB20-9490-40C1-89F5-BA58524CFEAD}" type="presParOf" srcId="{F510E5C2-7EE0-47FE-BC70-A58CF1DD14ED}" destId="{29FE6866-47EA-4712-A402-FE08C8CA2DF7}" srcOrd="0" destOrd="0" presId="urn:microsoft.com/office/officeart/2005/8/layout/hList1"/>
    <dgm:cxn modelId="{EF79B7CB-58E1-4752-BB72-DF2AF7337F16}" type="presParOf" srcId="{29FE6866-47EA-4712-A402-FE08C8CA2DF7}" destId="{C08B8A2A-4198-4E63-8C84-DD8797087684}" srcOrd="0" destOrd="0" presId="urn:microsoft.com/office/officeart/2005/8/layout/hList1"/>
    <dgm:cxn modelId="{46B3A3B6-0D24-4750-82A3-557D1671F2A3}" type="presParOf" srcId="{29FE6866-47EA-4712-A402-FE08C8CA2DF7}" destId="{9C8415EA-9F97-423D-85D6-1361494AF506}" srcOrd="1" destOrd="0" presId="urn:microsoft.com/office/officeart/2005/8/layout/hList1"/>
    <dgm:cxn modelId="{4F3899A5-F0A1-46C5-8644-2153F29BE73B}" type="presParOf" srcId="{F510E5C2-7EE0-47FE-BC70-A58CF1DD14ED}" destId="{2BC0F379-81F3-4FF0-B3D2-82A1479A3094}" srcOrd="1" destOrd="0" presId="urn:microsoft.com/office/officeart/2005/8/layout/hList1"/>
    <dgm:cxn modelId="{A9E34625-97BE-4400-AB84-21E9C1D82987}" type="presParOf" srcId="{F510E5C2-7EE0-47FE-BC70-A58CF1DD14ED}" destId="{F73E8241-B0E8-433F-85AA-71A2183DF8E6}" srcOrd="2" destOrd="0" presId="urn:microsoft.com/office/officeart/2005/8/layout/hList1"/>
    <dgm:cxn modelId="{6AA7A349-34C3-44BC-BCD3-C2FFEA3589E1}" type="presParOf" srcId="{F73E8241-B0E8-433F-85AA-71A2183DF8E6}" destId="{5B6DAA36-6AD9-4290-97AA-8B4D841F7619}" srcOrd="0" destOrd="0" presId="urn:microsoft.com/office/officeart/2005/8/layout/hList1"/>
    <dgm:cxn modelId="{82554451-2F8B-4A18-8EA8-0D2CE7D622C6}" type="presParOf" srcId="{F73E8241-B0E8-433F-85AA-71A2183DF8E6}" destId="{D49AED09-BD53-4876-9BBC-040D753C6882}" srcOrd="1" destOrd="0" presId="urn:microsoft.com/office/officeart/2005/8/layout/hList1"/>
    <dgm:cxn modelId="{79DAE49A-E3A3-42AD-B10F-1A38ABA33D50}" type="presParOf" srcId="{F510E5C2-7EE0-47FE-BC70-A58CF1DD14ED}" destId="{5EA3FD78-9247-4B61-B83D-E87FCCB81BD6}" srcOrd="3" destOrd="0" presId="urn:microsoft.com/office/officeart/2005/8/layout/hList1"/>
    <dgm:cxn modelId="{F99605CD-0403-48EF-9078-4DD44ABBF48E}" type="presParOf" srcId="{F510E5C2-7EE0-47FE-BC70-A58CF1DD14ED}" destId="{D319E547-3459-485E-ABCD-9D71B295A4CC}" srcOrd="4" destOrd="0" presId="urn:microsoft.com/office/officeart/2005/8/layout/hList1"/>
    <dgm:cxn modelId="{3AF6639C-8EE6-4863-BF8A-15D43D18F86C}" type="presParOf" srcId="{D319E547-3459-485E-ABCD-9D71B295A4CC}" destId="{7AC0FAFC-06CC-4EA6-BFFE-D92CC0A8CE68}" srcOrd="0" destOrd="0" presId="urn:microsoft.com/office/officeart/2005/8/layout/hList1"/>
    <dgm:cxn modelId="{270D7F49-9035-4A98-85EE-C2834B5D588C}" type="presParOf" srcId="{D319E547-3459-485E-ABCD-9D71B295A4CC}" destId="{0F324DFC-98A1-4870-B3E1-F4078E06D5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AB081A-7CA7-4F55-862D-B5483B96FD53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7D0C7A-2CA4-4560-AFCA-1F32D716603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gm:t>
    </dgm:pt>
    <dgm:pt modelId="{4009F19B-04B8-4FAC-8795-B6ED2850C237}" type="parTrans" cxnId="{5D36050E-E749-460E-B8F5-A988C0B3F414}">
      <dgm:prSet/>
      <dgm:spPr/>
      <dgm:t>
        <a:bodyPr/>
        <a:lstStyle/>
        <a:p>
          <a:endParaRPr lang="en-US"/>
        </a:p>
      </dgm:t>
    </dgm:pt>
    <dgm:pt modelId="{B177BE57-1474-49EE-BE68-54CF18A49A50}" type="sibTrans" cxnId="{5D36050E-E749-460E-B8F5-A988C0B3F414}">
      <dgm:prSet/>
      <dgm:spPr/>
      <dgm:t>
        <a:bodyPr/>
        <a:lstStyle/>
        <a:p>
          <a:endParaRPr lang="en-US"/>
        </a:p>
      </dgm:t>
    </dgm:pt>
    <dgm:pt modelId="{42069999-5630-42A8-9494-EB7D25465F33}">
      <dgm:prSet/>
      <dgm:spPr/>
      <dgm:t>
        <a:bodyPr/>
        <a:lstStyle/>
        <a:p>
          <a:r>
            <a:rPr lang="en-US"/>
            <a:t>Unique identifier match between records</a:t>
          </a:r>
        </a:p>
      </dgm:t>
    </dgm:pt>
    <dgm:pt modelId="{B4BB4F62-8EE5-4432-AA25-E01D6F1A6537}" type="parTrans" cxnId="{8679DAAC-63DC-48CE-81F6-4E9A677988E1}">
      <dgm:prSet/>
      <dgm:spPr/>
      <dgm:t>
        <a:bodyPr/>
        <a:lstStyle/>
        <a:p>
          <a:endParaRPr lang="en-US"/>
        </a:p>
      </dgm:t>
    </dgm:pt>
    <dgm:pt modelId="{5D16ECBB-69DF-424C-8F3D-5566A3B53A95}" type="sibTrans" cxnId="{8679DAAC-63DC-48CE-81F6-4E9A677988E1}">
      <dgm:prSet/>
      <dgm:spPr/>
      <dgm:t>
        <a:bodyPr/>
        <a:lstStyle/>
        <a:p>
          <a:endParaRPr lang="en-US"/>
        </a:p>
      </dgm:t>
    </dgm:pt>
    <dgm:pt modelId="{179E3568-545D-4909-9843-26DF195D7D76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gm:t>
    </dgm:pt>
    <dgm:pt modelId="{3FB6CC21-B30D-4EE0-A66E-D2E8D9BFA3C7}" type="parTrans" cxnId="{CEA89277-8A9B-40C6-A8D8-764E2B3810F1}">
      <dgm:prSet/>
      <dgm:spPr/>
      <dgm:t>
        <a:bodyPr/>
        <a:lstStyle/>
        <a:p>
          <a:endParaRPr lang="en-US"/>
        </a:p>
      </dgm:t>
    </dgm:pt>
    <dgm:pt modelId="{5459EEF9-9E08-4864-B6E2-7A67B16C2B90}" type="sibTrans" cxnId="{CEA89277-8A9B-40C6-A8D8-764E2B3810F1}">
      <dgm:prSet/>
      <dgm:spPr/>
      <dgm:t>
        <a:bodyPr/>
        <a:lstStyle/>
        <a:p>
          <a:endParaRPr lang="en-US"/>
        </a:p>
      </dgm:t>
    </dgm:pt>
    <dgm:pt modelId="{BB9AE77A-5950-4A26-8237-77727EE1170B}">
      <dgm:prSet/>
      <dgm:spPr/>
      <dgm:t>
        <a:bodyPr/>
        <a:lstStyle/>
        <a:p>
          <a:r>
            <a:rPr lang="en-US"/>
            <a:t>If a known match is in our top list</a:t>
          </a:r>
        </a:p>
      </dgm:t>
    </dgm:pt>
    <dgm:pt modelId="{9766B550-D13F-4178-8844-7535C555D015}" type="parTrans" cxnId="{5DD43B5F-D8DE-4FA7-BFF7-78B0A6C0AE41}">
      <dgm:prSet/>
      <dgm:spPr/>
      <dgm:t>
        <a:bodyPr/>
        <a:lstStyle/>
        <a:p>
          <a:endParaRPr lang="en-US"/>
        </a:p>
      </dgm:t>
    </dgm:pt>
    <dgm:pt modelId="{CCBB23D1-963A-4EB3-813A-201D611B6CD9}" type="sibTrans" cxnId="{5DD43B5F-D8DE-4FA7-BFF7-78B0A6C0AE41}">
      <dgm:prSet/>
      <dgm:spPr/>
      <dgm:t>
        <a:bodyPr/>
        <a:lstStyle/>
        <a:p>
          <a:endParaRPr lang="en-US"/>
        </a:p>
      </dgm:t>
    </dgm:pt>
    <dgm:pt modelId="{D5364CD7-A2BE-4FFE-B16E-7AD46AEC67FF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gm:t>
    </dgm:pt>
    <dgm:pt modelId="{05DA2631-D2A9-4405-A8B6-EC1C64A07B87}" type="parTrans" cxnId="{E6ACF9E1-DB52-4B1C-B548-C89F6AF805A7}">
      <dgm:prSet/>
      <dgm:spPr/>
      <dgm:t>
        <a:bodyPr/>
        <a:lstStyle/>
        <a:p>
          <a:endParaRPr lang="en-US"/>
        </a:p>
      </dgm:t>
    </dgm:pt>
    <dgm:pt modelId="{79370937-C08A-48B5-B52A-05F6F85EE2D6}" type="sibTrans" cxnId="{E6ACF9E1-DB52-4B1C-B548-C89F6AF805A7}">
      <dgm:prSet/>
      <dgm:spPr/>
      <dgm:t>
        <a:bodyPr/>
        <a:lstStyle/>
        <a:p>
          <a:endParaRPr lang="en-US"/>
        </a:p>
      </dgm:t>
    </dgm:pt>
    <dgm:pt modelId="{75128B72-2437-4206-B6F0-B7C80AFA4C87}">
      <dgm:prSet/>
      <dgm:spPr/>
      <dgm:t>
        <a:bodyPr/>
        <a:lstStyle/>
        <a:p>
          <a:r>
            <a:rPr lang="en-US"/>
            <a:t>Identified matches / Total known matches</a:t>
          </a:r>
        </a:p>
      </dgm:t>
    </dgm:pt>
    <dgm:pt modelId="{9B70C52A-48E2-4883-AC4B-B934E61C2F95}" type="parTrans" cxnId="{E2487334-ACEB-4081-AEA2-5ECC96E58570}">
      <dgm:prSet/>
      <dgm:spPr/>
      <dgm:t>
        <a:bodyPr/>
        <a:lstStyle/>
        <a:p>
          <a:endParaRPr lang="en-US"/>
        </a:p>
      </dgm:t>
    </dgm:pt>
    <dgm:pt modelId="{7AF16B6C-539D-4281-86B6-32BDF8896C77}" type="sibTrans" cxnId="{E2487334-ACEB-4081-AEA2-5ECC96E58570}">
      <dgm:prSet/>
      <dgm:spPr/>
      <dgm:t>
        <a:bodyPr/>
        <a:lstStyle/>
        <a:p>
          <a:endParaRPr lang="en-US"/>
        </a:p>
      </dgm:t>
    </dgm:pt>
    <dgm:pt modelId="{9569F67E-630C-4C73-AF11-3189901E4AD8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gm:t>
    </dgm:pt>
    <dgm:pt modelId="{FDA148A2-CD57-427C-A5CF-B0A2603C91D4}" type="parTrans" cxnId="{E1BC407A-E983-4EBE-9480-F58BEFAF9EA1}">
      <dgm:prSet/>
      <dgm:spPr/>
      <dgm:t>
        <a:bodyPr/>
        <a:lstStyle/>
        <a:p>
          <a:endParaRPr lang="en-US"/>
        </a:p>
      </dgm:t>
    </dgm:pt>
    <dgm:pt modelId="{CF9CDF47-9F99-4B82-8EE4-CE6CB8307942}" type="sibTrans" cxnId="{E1BC407A-E983-4EBE-9480-F58BEFAF9EA1}">
      <dgm:prSet/>
      <dgm:spPr/>
      <dgm:t>
        <a:bodyPr/>
        <a:lstStyle/>
        <a:p>
          <a:endParaRPr lang="en-US"/>
        </a:p>
      </dgm:t>
    </dgm:pt>
    <dgm:pt modelId="{108B12A3-166F-4BBB-91A9-576FFFACF0AE}">
      <dgm:prSet/>
      <dgm:spPr/>
      <dgm:t>
        <a:bodyPr/>
        <a:lstStyle/>
        <a:p>
          <a:r>
            <a:rPr lang="en-US"/>
            <a:t>To ensure matches make sense</a:t>
          </a:r>
        </a:p>
      </dgm:t>
    </dgm:pt>
    <dgm:pt modelId="{AF470897-B51A-45F8-BD6E-333A975A2386}" type="parTrans" cxnId="{42D8A566-C402-4643-8F26-91D05ECA2744}">
      <dgm:prSet/>
      <dgm:spPr/>
      <dgm:t>
        <a:bodyPr/>
        <a:lstStyle/>
        <a:p>
          <a:endParaRPr lang="en-US"/>
        </a:p>
      </dgm:t>
    </dgm:pt>
    <dgm:pt modelId="{0431F751-0215-49B1-A209-103CFFA7F687}" type="sibTrans" cxnId="{42D8A566-C402-4643-8F26-91D05ECA2744}">
      <dgm:prSet/>
      <dgm:spPr/>
      <dgm:t>
        <a:bodyPr/>
        <a:lstStyle/>
        <a:p>
          <a:endParaRPr lang="en-US"/>
        </a:p>
      </dgm:t>
    </dgm:pt>
    <dgm:pt modelId="{92F1FB80-6454-4F59-AB2F-FA60B6299934}" type="pres">
      <dgm:prSet presAssocID="{50AB081A-7CA7-4F55-862D-B5483B96FD53}" presName="Name0" presStyleCnt="0">
        <dgm:presLayoutVars>
          <dgm:dir/>
          <dgm:animLvl val="lvl"/>
          <dgm:resizeHandles val="exact"/>
        </dgm:presLayoutVars>
      </dgm:prSet>
      <dgm:spPr/>
    </dgm:pt>
    <dgm:pt modelId="{C0C6F265-B1BD-4491-A79B-777C55BCA6BE}" type="pres">
      <dgm:prSet presAssocID="{577D0C7A-2CA4-4560-AFCA-1F32D7166038}" presName="linNode" presStyleCnt="0"/>
      <dgm:spPr/>
    </dgm:pt>
    <dgm:pt modelId="{A91254AD-F405-4B3F-BCD3-3CE06633B6D5}" type="pres">
      <dgm:prSet presAssocID="{577D0C7A-2CA4-4560-AFCA-1F32D716603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D25665-7172-4967-8403-C1D1F690DF17}" type="pres">
      <dgm:prSet presAssocID="{577D0C7A-2CA4-4560-AFCA-1F32D7166038}" presName="descendantText" presStyleLbl="alignAccFollowNode1" presStyleIdx="0" presStyleCnt="4">
        <dgm:presLayoutVars>
          <dgm:bulletEnabled val="1"/>
        </dgm:presLayoutVars>
      </dgm:prSet>
      <dgm:spPr/>
    </dgm:pt>
    <dgm:pt modelId="{5D413C61-C098-4EDB-972B-61B787BAF38F}" type="pres">
      <dgm:prSet presAssocID="{B177BE57-1474-49EE-BE68-54CF18A49A50}" presName="sp" presStyleCnt="0"/>
      <dgm:spPr/>
    </dgm:pt>
    <dgm:pt modelId="{B6244746-03B3-4481-AC4F-4495A9C2B351}" type="pres">
      <dgm:prSet presAssocID="{179E3568-545D-4909-9843-26DF195D7D76}" presName="linNode" presStyleCnt="0"/>
      <dgm:spPr/>
    </dgm:pt>
    <dgm:pt modelId="{12E32F0A-5744-4109-BDDD-75E38CF90A72}" type="pres">
      <dgm:prSet presAssocID="{179E3568-545D-4909-9843-26DF195D7D7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4DB6B-0B7F-4E21-BBE8-A68CEFBAB172}" type="pres">
      <dgm:prSet presAssocID="{179E3568-545D-4909-9843-26DF195D7D76}" presName="descendantText" presStyleLbl="alignAccFollowNode1" presStyleIdx="1" presStyleCnt="4">
        <dgm:presLayoutVars>
          <dgm:bulletEnabled val="1"/>
        </dgm:presLayoutVars>
      </dgm:prSet>
      <dgm:spPr/>
    </dgm:pt>
    <dgm:pt modelId="{95D85DAA-713D-4FA4-98E3-AD6AF40D9BA0}" type="pres">
      <dgm:prSet presAssocID="{5459EEF9-9E08-4864-B6E2-7A67B16C2B90}" presName="sp" presStyleCnt="0"/>
      <dgm:spPr/>
    </dgm:pt>
    <dgm:pt modelId="{53C1C6EE-5CFD-49B8-8AF1-F5A59C7248E4}" type="pres">
      <dgm:prSet presAssocID="{D5364CD7-A2BE-4FFE-B16E-7AD46AEC67FF}" presName="linNode" presStyleCnt="0"/>
      <dgm:spPr/>
    </dgm:pt>
    <dgm:pt modelId="{036C813C-8BB0-4D5F-B745-64D6A9A0F8D3}" type="pres">
      <dgm:prSet presAssocID="{D5364CD7-A2BE-4FFE-B16E-7AD46AEC67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101DB0-F1F4-4313-B9F7-D8FFEDA2522A}" type="pres">
      <dgm:prSet presAssocID="{D5364CD7-A2BE-4FFE-B16E-7AD46AEC67FF}" presName="descendantText" presStyleLbl="alignAccFollowNode1" presStyleIdx="2" presStyleCnt="4">
        <dgm:presLayoutVars>
          <dgm:bulletEnabled val="1"/>
        </dgm:presLayoutVars>
      </dgm:prSet>
      <dgm:spPr/>
    </dgm:pt>
    <dgm:pt modelId="{DF154389-5723-4471-B114-EF4E4C22110F}" type="pres">
      <dgm:prSet presAssocID="{79370937-C08A-48B5-B52A-05F6F85EE2D6}" presName="sp" presStyleCnt="0"/>
      <dgm:spPr/>
    </dgm:pt>
    <dgm:pt modelId="{78D9AD6A-D736-463D-AE2B-28EC7594A506}" type="pres">
      <dgm:prSet presAssocID="{9569F67E-630C-4C73-AF11-3189901E4AD8}" presName="linNode" presStyleCnt="0"/>
      <dgm:spPr/>
    </dgm:pt>
    <dgm:pt modelId="{F7A1FEFD-C75F-4BCD-A03B-14CC2242D8FF}" type="pres">
      <dgm:prSet presAssocID="{9569F67E-630C-4C73-AF11-3189901E4AD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071A64-3702-4678-BD02-B206B9D8951C}" type="pres">
      <dgm:prSet presAssocID="{9569F67E-630C-4C73-AF11-3189901E4AD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0324909-AF06-4FA2-89EC-4DCC16F18370}" type="presOf" srcId="{179E3568-545D-4909-9843-26DF195D7D76}" destId="{12E32F0A-5744-4109-BDDD-75E38CF90A72}" srcOrd="0" destOrd="0" presId="urn:microsoft.com/office/officeart/2005/8/layout/vList5"/>
    <dgm:cxn modelId="{5D36050E-E749-460E-B8F5-A988C0B3F414}" srcId="{50AB081A-7CA7-4F55-862D-B5483B96FD53}" destId="{577D0C7A-2CA4-4560-AFCA-1F32D7166038}" srcOrd="0" destOrd="0" parTransId="{4009F19B-04B8-4FAC-8795-B6ED2850C237}" sibTransId="{B177BE57-1474-49EE-BE68-54CF18A49A50}"/>
    <dgm:cxn modelId="{E2487334-ACEB-4081-AEA2-5ECC96E58570}" srcId="{D5364CD7-A2BE-4FFE-B16E-7AD46AEC67FF}" destId="{75128B72-2437-4206-B6F0-B7C80AFA4C87}" srcOrd="0" destOrd="0" parTransId="{9B70C52A-48E2-4883-AC4B-B934E61C2F95}" sibTransId="{7AF16B6C-539D-4281-86B6-32BDF8896C77}"/>
    <dgm:cxn modelId="{5DD43B5F-D8DE-4FA7-BFF7-78B0A6C0AE41}" srcId="{179E3568-545D-4909-9843-26DF195D7D76}" destId="{BB9AE77A-5950-4A26-8237-77727EE1170B}" srcOrd="0" destOrd="0" parTransId="{9766B550-D13F-4178-8844-7535C555D015}" sibTransId="{CCBB23D1-963A-4EB3-813A-201D611B6CD9}"/>
    <dgm:cxn modelId="{42D8A566-C402-4643-8F26-91D05ECA2744}" srcId="{9569F67E-630C-4C73-AF11-3189901E4AD8}" destId="{108B12A3-166F-4BBB-91A9-576FFFACF0AE}" srcOrd="0" destOrd="0" parTransId="{AF470897-B51A-45F8-BD6E-333A975A2386}" sibTransId="{0431F751-0215-49B1-A209-103CFFA7F687}"/>
    <dgm:cxn modelId="{CEA89277-8A9B-40C6-A8D8-764E2B3810F1}" srcId="{50AB081A-7CA7-4F55-862D-B5483B96FD53}" destId="{179E3568-545D-4909-9843-26DF195D7D76}" srcOrd="1" destOrd="0" parTransId="{3FB6CC21-B30D-4EE0-A66E-D2E8D9BFA3C7}" sibTransId="{5459EEF9-9E08-4864-B6E2-7A67B16C2B90}"/>
    <dgm:cxn modelId="{E1BC407A-E983-4EBE-9480-F58BEFAF9EA1}" srcId="{50AB081A-7CA7-4F55-862D-B5483B96FD53}" destId="{9569F67E-630C-4C73-AF11-3189901E4AD8}" srcOrd="3" destOrd="0" parTransId="{FDA148A2-CD57-427C-A5CF-B0A2603C91D4}" sibTransId="{CF9CDF47-9F99-4B82-8EE4-CE6CB8307942}"/>
    <dgm:cxn modelId="{C5777C8F-03AC-48B9-8E1A-1C543D1E03F8}" type="presOf" srcId="{108B12A3-166F-4BBB-91A9-576FFFACF0AE}" destId="{EF071A64-3702-4678-BD02-B206B9D8951C}" srcOrd="0" destOrd="0" presId="urn:microsoft.com/office/officeart/2005/8/layout/vList5"/>
    <dgm:cxn modelId="{D9821895-27A8-4606-A1CC-79ACA3576C82}" type="presOf" srcId="{75128B72-2437-4206-B6F0-B7C80AFA4C87}" destId="{97101DB0-F1F4-4313-B9F7-D8FFEDA2522A}" srcOrd="0" destOrd="0" presId="urn:microsoft.com/office/officeart/2005/8/layout/vList5"/>
    <dgm:cxn modelId="{BA6DCD96-9C3B-4724-AD67-CEFA2E3BFA4A}" type="presOf" srcId="{BB9AE77A-5950-4A26-8237-77727EE1170B}" destId="{A704DB6B-0B7F-4E21-BBE8-A68CEFBAB172}" srcOrd="0" destOrd="0" presId="urn:microsoft.com/office/officeart/2005/8/layout/vList5"/>
    <dgm:cxn modelId="{BA19FEA6-7BD5-4FD4-992D-2245392491E6}" type="presOf" srcId="{D5364CD7-A2BE-4FFE-B16E-7AD46AEC67FF}" destId="{036C813C-8BB0-4D5F-B745-64D6A9A0F8D3}" srcOrd="0" destOrd="0" presId="urn:microsoft.com/office/officeart/2005/8/layout/vList5"/>
    <dgm:cxn modelId="{8679DAAC-63DC-48CE-81F6-4E9A677988E1}" srcId="{577D0C7A-2CA4-4560-AFCA-1F32D7166038}" destId="{42069999-5630-42A8-9494-EB7D25465F33}" srcOrd="0" destOrd="0" parTransId="{B4BB4F62-8EE5-4432-AA25-E01D6F1A6537}" sibTransId="{5D16ECBB-69DF-424C-8F3D-5566A3B53A95}"/>
    <dgm:cxn modelId="{93F46CB4-8F11-4CEA-AFBF-DC58D3126491}" type="presOf" srcId="{577D0C7A-2CA4-4560-AFCA-1F32D7166038}" destId="{A91254AD-F405-4B3F-BCD3-3CE06633B6D5}" srcOrd="0" destOrd="0" presId="urn:microsoft.com/office/officeart/2005/8/layout/vList5"/>
    <dgm:cxn modelId="{F0D8EAC3-1490-4706-A85F-AC265A9C68AD}" type="presOf" srcId="{50AB081A-7CA7-4F55-862D-B5483B96FD53}" destId="{92F1FB80-6454-4F59-AB2F-FA60B6299934}" srcOrd="0" destOrd="0" presId="urn:microsoft.com/office/officeart/2005/8/layout/vList5"/>
    <dgm:cxn modelId="{A17C8AE1-8A46-4BAD-B958-631E631A7D36}" type="presOf" srcId="{9569F67E-630C-4C73-AF11-3189901E4AD8}" destId="{F7A1FEFD-C75F-4BCD-A03B-14CC2242D8FF}" srcOrd="0" destOrd="0" presId="urn:microsoft.com/office/officeart/2005/8/layout/vList5"/>
    <dgm:cxn modelId="{E6ACF9E1-DB52-4B1C-B548-C89F6AF805A7}" srcId="{50AB081A-7CA7-4F55-862D-B5483B96FD53}" destId="{D5364CD7-A2BE-4FFE-B16E-7AD46AEC67FF}" srcOrd="2" destOrd="0" parTransId="{05DA2631-D2A9-4405-A8B6-EC1C64A07B87}" sibTransId="{79370937-C08A-48B5-B52A-05F6F85EE2D6}"/>
    <dgm:cxn modelId="{1AE0ACF2-9DB8-4039-8D64-460DA697179A}" type="presOf" srcId="{42069999-5630-42A8-9494-EB7D25465F33}" destId="{44D25665-7172-4967-8403-C1D1F690DF17}" srcOrd="0" destOrd="0" presId="urn:microsoft.com/office/officeart/2005/8/layout/vList5"/>
    <dgm:cxn modelId="{C3D1268A-14D0-4117-8C12-48249503F25B}" type="presParOf" srcId="{92F1FB80-6454-4F59-AB2F-FA60B6299934}" destId="{C0C6F265-B1BD-4491-A79B-777C55BCA6BE}" srcOrd="0" destOrd="0" presId="urn:microsoft.com/office/officeart/2005/8/layout/vList5"/>
    <dgm:cxn modelId="{B59D9911-1D4D-43AB-93E1-E97590CB79CA}" type="presParOf" srcId="{C0C6F265-B1BD-4491-A79B-777C55BCA6BE}" destId="{A91254AD-F405-4B3F-BCD3-3CE06633B6D5}" srcOrd="0" destOrd="0" presId="urn:microsoft.com/office/officeart/2005/8/layout/vList5"/>
    <dgm:cxn modelId="{BF700CBE-84E5-449A-88D0-ED9FF5D939CD}" type="presParOf" srcId="{C0C6F265-B1BD-4491-A79B-777C55BCA6BE}" destId="{44D25665-7172-4967-8403-C1D1F690DF17}" srcOrd="1" destOrd="0" presId="urn:microsoft.com/office/officeart/2005/8/layout/vList5"/>
    <dgm:cxn modelId="{AE600B0F-7C6E-4AA8-9141-AA4BF5F6EC74}" type="presParOf" srcId="{92F1FB80-6454-4F59-AB2F-FA60B6299934}" destId="{5D413C61-C098-4EDB-972B-61B787BAF38F}" srcOrd="1" destOrd="0" presId="urn:microsoft.com/office/officeart/2005/8/layout/vList5"/>
    <dgm:cxn modelId="{A3E03212-9467-4208-8A9B-B8907855D8AF}" type="presParOf" srcId="{92F1FB80-6454-4F59-AB2F-FA60B6299934}" destId="{B6244746-03B3-4481-AC4F-4495A9C2B351}" srcOrd="2" destOrd="0" presId="urn:microsoft.com/office/officeart/2005/8/layout/vList5"/>
    <dgm:cxn modelId="{89918035-F08A-4722-AA8D-C8A3FFC3EF35}" type="presParOf" srcId="{B6244746-03B3-4481-AC4F-4495A9C2B351}" destId="{12E32F0A-5744-4109-BDDD-75E38CF90A72}" srcOrd="0" destOrd="0" presId="urn:microsoft.com/office/officeart/2005/8/layout/vList5"/>
    <dgm:cxn modelId="{C90D5857-610E-4647-8338-81A7075BB2B7}" type="presParOf" srcId="{B6244746-03B3-4481-AC4F-4495A9C2B351}" destId="{A704DB6B-0B7F-4E21-BBE8-A68CEFBAB172}" srcOrd="1" destOrd="0" presId="urn:microsoft.com/office/officeart/2005/8/layout/vList5"/>
    <dgm:cxn modelId="{B7024D9C-9B45-4414-94E5-413B4BEFDA6A}" type="presParOf" srcId="{92F1FB80-6454-4F59-AB2F-FA60B6299934}" destId="{95D85DAA-713D-4FA4-98E3-AD6AF40D9BA0}" srcOrd="3" destOrd="0" presId="urn:microsoft.com/office/officeart/2005/8/layout/vList5"/>
    <dgm:cxn modelId="{CE4290BE-FFAF-4C49-BD72-0517242050A2}" type="presParOf" srcId="{92F1FB80-6454-4F59-AB2F-FA60B6299934}" destId="{53C1C6EE-5CFD-49B8-8AF1-F5A59C7248E4}" srcOrd="4" destOrd="0" presId="urn:microsoft.com/office/officeart/2005/8/layout/vList5"/>
    <dgm:cxn modelId="{A407C209-70D3-4F39-A8C7-61462C092708}" type="presParOf" srcId="{53C1C6EE-5CFD-49B8-8AF1-F5A59C7248E4}" destId="{036C813C-8BB0-4D5F-B745-64D6A9A0F8D3}" srcOrd="0" destOrd="0" presId="urn:microsoft.com/office/officeart/2005/8/layout/vList5"/>
    <dgm:cxn modelId="{AF885683-F8A8-47E3-8251-09078B39490E}" type="presParOf" srcId="{53C1C6EE-5CFD-49B8-8AF1-F5A59C7248E4}" destId="{97101DB0-F1F4-4313-B9F7-D8FFEDA2522A}" srcOrd="1" destOrd="0" presId="urn:microsoft.com/office/officeart/2005/8/layout/vList5"/>
    <dgm:cxn modelId="{D3C86BA4-2F6D-47A9-ABF5-E19ECADB39DA}" type="presParOf" srcId="{92F1FB80-6454-4F59-AB2F-FA60B6299934}" destId="{DF154389-5723-4471-B114-EF4E4C22110F}" srcOrd="5" destOrd="0" presId="urn:microsoft.com/office/officeart/2005/8/layout/vList5"/>
    <dgm:cxn modelId="{305CEBC7-D294-4F56-851C-6D7B5A9A1D3F}" type="presParOf" srcId="{92F1FB80-6454-4F59-AB2F-FA60B6299934}" destId="{78D9AD6A-D736-463D-AE2B-28EC7594A506}" srcOrd="6" destOrd="0" presId="urn:microsoft.com/office/officeart/2005/8/layout/vList5"/>
    <dgm:cxn modelId="{F55F0C39-600E-45FC-8BA4-BDD48619AA9E}" type="presParOf" srcId="{78D9AD6A-D736-463D-AE2B-28EC7594A506}" destId="{F7A1FEFD-C75F-4BCD-A03B-14CC2242D8FF}" srcOrd="0" destOrd="0" presId="urn:microsoft.com/office/officeart/2005/8/layout/vList5"/>
    <dgm:cxn modelId="{BFAA2DAC-6B83-4913-BC27-F0F29AF917C3}" type="presParOf" srcId="{78D9AD6A-D736-463D-AE2B-28EC7594A506}" destId="{EF071A64-3702-4678-BD02-B206B9D895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9D55AD-DA6A-4D92-9BAE-1EC431A17F1F}">
      <dgm:prSet/>
      <dgm:spPr/>
      <dgm:t>
        <a:bodyPr/>
        <a:lstStyle/>
        <a:p>
          <a:r>
            <a:rPr lang="en-US"/>
            <a:t>Apache's Commons-CSV Library</a:t>
          </a:r>
        </a:p>
      </dgm:t>
    </dgm:pt>
    <dgm:pt modelId="{CC73AD7A-4713-4BBF-AF5B-CFFBFAFAE1D3}" type="parTrans" cxnId="{7D715A04-AE56-4C2C-8776-38FCD72CC8A7}">
      <dgm:prSet/>
      <dgm:spPr/>
      <dgm:t>
        <a:bodyPr/>
        <a:lstStyle/>
        <a:p>
          <a:endParaRPr lang="en-US"/>
        </a:p>
      </dgm:t>
    </dgm:pt>
    <dgm:pt modelId="{FABC6BD2-66CF-4CF7-BBDF-9CACCC63B657}" type="sibTrans" cxnId="{7D715A04-AE56-4C2C-8776-38FCD72CC8A7}">
      <dgm:prSet/>
      <dgm:spPr/>
      <dgm:t>
        <a:bodyPr/>
        <a:lstStyle/>
        <a:p>
          <a:endParaRPr lang="en-US"/>
        </a:p>
      </dgm:t>
    </dgm:pt>
    <dgm:pt modelId="{733C7CDF-D79C-4997-AE7C-0AA115E9B37D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gm:t>
    </dgm:pt>
    <dgm:pt modelId="{876DAFC0-1E1B-4003-A119-F62A87E007AA}" type="parTrans" cxnId="{B11AAD26-BDF7-480B-82B6-B5A21D773C19}">
      <dgm:prSet/>
      <dgm:spPr/>
      <dgm:t>
        <a:bodyPr/>
        <a:lstStyle/>
        <a:p>
          <a:endParaRPr lang="en-US"/>
        </a:p>
      </dgm:t>
    </dgm:pt>
    <dgm:pt modelId="{193819F3-3CEF-4150-9338-7E70F85A58E0}" type="sibTrans" cxnId="{B11AAD26-BDF7-480B-82B6-B5A21D773C19}">
      <dgm:prSet/>
      <dgm:spPr/>
      <dgm:t>
        <a:bodyPr/>
        <a:lstStyle/>
        <a:p>
          <a:endParaRPr lang="en-US"/>
        </a:p>
      </dgm:t>
    </dgm:pt>
    <dgm:pt modelId="{3CF98947-2C36-4655-B25E-8BA32034AAAD}">
      <dgm:prSet/>
      <dgm:spPr/>
      <dgm:t>
        <a:bodyPr/>
        <a:lstStyle/>
        <a:p>
          <a:r>
            <a:rPr lang="en-US" dirty="0"/>
            <a:t>Apache's Commons-Codec Library</a:t>
          </a:r>
        </a:p>
      </dgm:t>
    </dgm:pt>
    <dgm:pt modelId="{4F295F12-F087-4251-AC9C-53DB54E60442}" type="parTrans" cxnId="{853B55D4-3A36-4767-A80F-93B86AF47769}">
      <dgm:prSet/>
      <dgm:spPr/>
      <dgm:t>
        <a:bodyPr/>
        <a:lstStyle/>
        <a:p>
          <a:endParaRPr lang="en-US"/>
        </a:p>
      </dgm:t>
    </dgm:pt>
    <dgm:pt modelId="{04714A32-C2C5-44B9-82BD-A130BF32F053}" type="sibTrans" cxnId="{853B55D4-3A36-4767-A80F-93B86AF47769}">
      <dgm:prSet/>
      <dgm:spPr/>
      <dgm:t>
        <a:bodyPr/>
        <a:lstStyle/>
        <a:p>
          <a:endParaRPr lang="en-US"/>
        </a:p>
      </dgm:t>
    </dgm:pt>
    <dgm:pt modelId="{1D2EDD16-77B5-4180-9186-7D04A2E0FDE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Json Parsing</a:t>
          </a:r>
        </a:p>
      </dgm:t>
    </dgm:pt>
    <dgm:pt modelId="{1D6D448F-D28C-4B9A-BDB6-435CBF659AB0}" type="parTrans" cxnId="{3CAA1342-CD84-461B-ADA2-59907A698CCD}">
      <dgm:prSet/>
      <dgm:spPr/>
      <dgm:t>
        <a:bodyPr/>
        <a:lstStyle/>
        <a:p>
          <a:endParaRPr lang="en-US"/>
        </a:p>
      </dgm:t>
    </dgm:pt>
    <dgm:pt modelId="{51335CE9-5EDD-45AE-A69A-0AE33CB10A57}" type="sibTrans" cxnId="{3CAA1342-CD84-461B-ADA2-59907A698CCD}">
      <dgm:prSet/>
      <dgm:spPr/>
      <dgm:t>
        <a:bodyPr/>
        <a:lstStyle/>
        <a:p>
          <a:endParaRPr lang="en-US"/>
        </a:p>
      </dgm:t>
    </dgm:pt>
    <dgm:pt modelId="{B5321914-0046-4212-B6C1-981A6C5C5BDE}">
      <dgm:prSet/>
      <dgm:spPr/>
      <dgm:t>
        <a:bodyPr/>
        <a:lstStyle/>
        <a:p>
          <a:r>
            <a:rPr lang="en-US" err="1"/>
            <a:t>Org.json's</a:t>
          </a:r>
          <a:r>
            <a:rPr lang="en-US"/>
            <a:t> JSON library</a:t>
          </a:r>
        </a:p>
      </dgm:t>
    </dgm:pt>
    <dgm:pt modelId="{911042A3-3BE3-4A65-B5EE-ED8A31CA2D0D}" type="parTrans" cxnId="{899F2092-2C6D-4856-BE43-9C02A2DC1D0E}">
      <dgm:prSet/>
      <dgm:spPr/>
      <dgm:t>
        <a:bodyPr/>
        <a:lstStyle/>
        <a:p>
          <a:endParaRPr lang="en-US"/>
        </a:p>
      </dgm:t>
    </dgm:pt>
    <dgm:pt modelId="{4EEAB52D-4CC9-48E9-A6FA-88A7BC22CB53}" type="sibTrans" cxnId="{899F2092-2C6D-4856-BE43-9C02A2DC1D0E}">
      <dgm:prSet/>
      <dgm:spPr/>
      <dgm:t>
        <a:bodyPr/>
        <a:lstStyle/>
        <a:p>
          <a:endParaRPr lang="en-US"/>
        </a:p>
      </dgm:t>
    </dgm:pt>
    <dgm:pt modelId="{9BB12580-585C-4D0B-A189-1D1CC59F132E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3000" b="1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gm:t>
    </dgm:pt>
    <dgm:pt modelId="{0C7148DF-BA08-40BF-B513-4E1515C46C9D}" type="parTrans" cxnId="{2E39548D-7ECF-472E-A6F7-8FE6F1E7E9DF}">
      <dgm:prSet/>
      <dgm:spPr/>
      <dgm:t>
        <a:bodyPr/>
        <a:lstStyle/>
        <a:p>
          <a:endParaRPr lang="en-US"/>
        </a:p>
      </dgm:t>
    </dgm:pt>
    <dgm:pt modelId="{91172A2A-45E4-4302-A342-B6542289DEE9}" type="sibTrans" cxnId="{2E39548D-7ECF-472E-A6F7-8FE6F1E7E9DF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7AC12045-90A6-46F5-B7F6-6A583B22754C}" type="pres">
      <dgm:prSet presAssocID="{9BB12580-585C-4D0B-A189-1D1CC59F132E}" presName="composite" presStyleCnt="0"/>
      <dgm:spPr/>
    </dgm:pt>
    <dgm:pt modelId="{5150A35B-B304-4C3C-8BCE-ADFEFE63D401}" type="pres">
      <dgm:prSet presAssocID="{9BB12580-585C-4D0B-A189-1D1CC59F132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D423238-9BB4-400E-8A17-60392CB4CA8A}" type="pres">
      <dgm:prSet presAssocID="{9BB12580-585C-4D0B-A189-1D1CC59F132E}" presName="desTx" presStyleLbl="alignAccFollowNode1" presStyleIdx="0" presStyleCnt="3">
        <dgm:presLayoutVars>
          <dgm:bulletEnabled val="1"/>
        </dgm:presLayoutVars>
      </dgm:prSet>
      <dgm:spPr/>
    </dgm:pt>
    <dgm:pt modelId="{3114DE04-1B91-461A-BBD1-BDC47E197AF4}" type="pres">
      <dgm:prSet presAssocID="{91172A2A-45E4-4302-A342-B6542289DEE9}" presName="space" presStyleCnt="0"/>
      <dgm:spPr/>
    </dgm:pt>
    <dgm:pt modelId="{AF335FA8-937C-493B-B7D7-FD38C3579FFD}" type="pres">
      <dgm:prSet presAssocID="{733C7CDF-D79C-4997-AE7C-0AA115E9B37D}" presName="composite" presStyleCnt="0"/>
      <dgm:spPr/>
    </dgm:pt>
    <dgm:pt modelId="{C69EBD1D-33B8-41A3-9F1A-B18E772B4FED}" type="pres">
      <dgm:prSet presAssocID="{733C7CDF-D79C-4997-AE7C-0AA115E9B37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ADA738D-7366-4CF7-9EEF-48BD3EE37EB5}" type="pres">
      <dgm:prSet presAssocID="{733C7CDF-D79C-4997-AE7C-0AA115E9B37D}" presName="desTx" presStyleLbl="alignAccFollowNode1" presStyleIdx="1" presStyleCnt="3">
        <dgm:presLayoutVars>
          <dgm:bulletEnabled val="1"/>
        </dgm:presLayoutVars>
      </dgm:prSet>
      <dgm:spPr/>
    </dgm:pt>
    <dgm:pt modelId="{D165425E-2DFC-4B60-A7D9-23A3C632121D}" type="pres">
      <dgm:prSet presAssocID="{193819F3-3CEF-4150-9338-7E70F85A58E0}" presName="space" presStyleCnt="0"/>
      <dgm:spPr/>
    </dgm:pt>
    <dgm:pt modelId="{26B23081-1C05-493F-83BB-E7C6CC4B79DD}" type="pres">
      <dgm:prSet presAssocID="{1D2EDD16-77B5-4180-9186-7D04A2E0FDE9}" presName="composite" presStyleCnt="0"/>
      <dgm:spPr/>
    </dgm:pt>
    <dgm:pt modelId="{57BCF1C9-8773-4798-B4A7-D1ED852BB8F5}" type="pres">
      <dgm:prSet presAssocID="{1D2EDD16-77B5-4180-9186-7D04A2E0FDE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2982DCB-31B4-4B9A-9096-43BE6F508B52}" type="pres">
      <dgm:prSet presAssocID="{1D2EDD16-77B5-4180-9186-7D04A2E0FDE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D715A04-AE56-4C2C-8776-38FCD72CC8A7}" srcId="{9BB12580-585C-4D0B-A189-1D1CC59F132E}" destId="{519D55AD-DA6A-4D92-9BAE-1EC431A17F1F}" srcOrd="0" destOrd="0" parTransId="{CC73AD7A-4713-4BBF-AF5B-CFFBFAFAE1D3}" sibTransId="{FABC6BD2-66CF-4CF7-BBDF-9CACCC63B657}"/>
    <dgm:cxn modelId="{B11AAD26-BDF7-480B-82B6-B5A21D773C19}" srcId="{5BEABEE3-1727-4455-A650-02F8062F1DB2}" destId="{733C7CDF-D79C-4997-AE7C-0AA115E9B37D}" srcOrd="1" destOrd="0" parTransId="{876DAFC0-1E1B-4003-A119-F62A87E007AA}" sibTransId="{193819F3-3CEF-4150-9338-7E70F85A58E0}"/>
    <dgm:cxn modelId="{3CAA1342-CD84-461B-ADA2-59907A698CCD}" srcId="{5BEABEE3-1727-4455-A650-02F8062F1DB2}" destId="{1D2EDD16-77B5-4180-9186-7D04A2E0FDE9}" srcOrd="2" destOrd="0" parTransId="{1D6D448F-D28C-4B9A-BDB6-435CBF659AB0}" sibTransId="{51335CE9-5EDD-45AE-A69A-0AE33CB10A57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C681A575-FAAF-4CE1-A146-C5DB7848240A}" type="presOf" srcId="{9BB12580-585C-4D0B-A189-1D1CC59F132E}" destId="{5150A35B-B304-4C3C-8BCE-ADFEFE63D401}" srcOrd="0" destOrd="0" presId="urn:microsoft.com/office/officeart/2005/8/layout/hList1"/>
    <dgm:cxn modelId="{4930447E-EC40-461E-A27E-970726E6EF84}" type="presOf" srcId="{B5321914-0046-4212-B6C1-981A6C5C5BDE}" destId="{52982DCB-31B4-4B9A-9096-43BE6F508B52}" srcOrd="0" destOrd="0" presId="urn:microsoft.com/office/officeart/2005/8/layout/hList1"/>
    <dgm:cxn modelId="{406D4788-EF92-4644-BE5F-5171BFE615B8}" type="presOf" srcId="{519D55AD-DA6A-4D92-9BAE-1EC431A17F1F}" destId="{AD423238-9BB4-400E-8A17-60392CB4CA8A}" srcOrd="0" destOrd="0" presId="urn:microsoft.com/office/officeart/2005/8/layout/hList1"/>
    <dgm:cxn modelId="{2E39548D-7ECF-472E-A6F7-8FE6F1E7E9DF}" srcId="{5BEABEE3-1727-4455-A650-02F8062F1DB2}" destId="{9BB12580-585C-4D0B-A189-1D1CC59F132E}" srcOrd="0" destOrd="0" parTransId="{0C7148DF-BA08-40BF-B513-4E1515C46C9D}" sibTransId="{91172A2A-45E4-4302-A342-B6542289DEE9}"/>
    <dgm:cxn modelId="{27A9538E-F1B7-4FFD-8EB4-B2BA272BE437}" type="presOf" srcId="{733C7CDF-D79C-4997-AE7C-0AA115E9B37D}" destId="{C69EBD1D-33B8-41A3-9F1A-B18E772B4FED}" srcOrd="0" destOrd="0" presId="urn:microsoft.com/office/officeart/2005/8/layout/hList1"/>
    <dgm:cxn modelId="{DEFC6390-12D5-4DE8-BCF0-11D78B797F72}" type="presOf" srcId="{1D2EDD16-77B5-4180-9186-7D04A2E0FDE9}" destId="{57BCF1C9-8773-4798-B4A7-D1ED852BB8F5}" srcOrd="0" destOrd="0" presId="urn:microsoft.com/office/officeart/2005/8/layout/hList1"/>
    <dgm:cxn modelId="{899F2092-2C6D-4856-BE43-9C02A2DC1D0E}" srcId="{1D2EDD16-77B5-4180-9186-7D04A2E0FDE9}" destId="{B5321914-0046-4212-B6C1-981A6C5C5BDE}" srcOrd="0" destOrd="0" parTransId="{911042A3-3BE3-4A65-B5EE-ED8A31CA2D0D}" sibTransId="{4EEAB52D-4CC9-48E9-A6FA-88A7BC22CB53}"/>
    <dgm:cxn modelId="{B8DA82C1-5D89-4683-A301-2E59C91A85B8}" type="presOf" srcId="{3CF98947-2C36-4655-B25E-8BA32034AAAD}" destId="{5ADA738D-7366-4CF7-9EEF-48BD3EE37EB5}" srcOrd="0" destOrd="0" presId="urn:microsoft.com/office/officeart/2005/8/layout/hList1"/>
    <dgm:cxn modelId="{853B55D4-3A36-4767-A80F-93B86AF47769}" srcId="{733C7CDF-D79C-4997-AE7C-0AA115E9B37D}" destId="{3CF98947-2C36-4655-B25E-8BA32034AAAD}" srcOrd="0" destOrd="0" parTransId="{4F295F12-F087-4251-AC9C-53DB54E60442}" sibTransId="{04714A32-C2C5-44B9-82BD-A130BF32F053}"/>
    <dgm:cxn modelId="{79375E6B-C48E-4B4E-B41A-F4F4A0AC6D0D}" type="presParOf" srcId="{3AE4E8EB-BFAC-4B8C-A3D0-FACA322E6019}" destId="{7AC12045-90A6-46F5-B7F6-6A583B22754C}" srcOrd="0" destOrd="0" presId="urn:microsoft.com/office/officeart/2005/8/layout/hList1"/>
    <dgm:cxn modelId="{70C91D5C-8058-4F2E-A791-32DA279F3DD1}" type="presParOf" srcId="{7AC12045-90A6-46F5-B7F6-6A583B22754C}" destId="{5150A35B-B304-4C3C-8BCE-ADFEFE63D401}" srcOrd="0" destOrd="0" presId="urn:microsoft.com/office/officeart/2005/8/layout/hList1"/>
    <dgm:cxn modelId="{525FC9C0-39C3-4092-857F-BF6D2D39EEB0}" type="presParOf" srcId="{7AC12045-90A6-46F5-B7F6-6A583B22754C}" destId="{AD423238-9BB4-400E-8A17-60392CB4CA8A}" srcOrd="1" destOrd="0" presId="urn:microsoft.com/office/officeart/2005/8/layout/hList1"/>
    <dgm:cxn modelId="{1E916CA1-11C7-42B7-9983-BA64E6979F75}" type="presParOf" srcId="{3AE4E8EB-BFAC-4B8C-A3D0-FACA322E6019}" destId="{3114DE04-1B91-461A-BBD1-BDC47E197AF4}" srcOrd="1" destOrd="0" presId="urn:microsoft.com/office/officeart/2005/8/layout/hList1"/>
    <dgm:cxn modelId="{B6FEA5FD-5F6B-4C7F-8764-335690ED8598}" type="presParOf" srcId="{3AE4E8EB-BFAC-4B8C-A3D0-FACA322E6019}" destId="{AF335FA8-937C-493B-B7D7-FD38C3579FFD}" srcOrd="2" destOrd="0" presId="urn:microsoft.com/office/officeart/2005/8/layout/hList1"/>
    <dgm:cxn modelId="{AE19A07B-EB75-498C-8432-350E1FAC0387}" type="presParOf" srcId="{AF335FA8-937C-493B-B7D7-FD38C3579FFD}" destId="{C69EBD1D-33B8-41A3-9F1A-B18E772B4FED}" srcOrd="0" destOrd="0" presId="urn:microsoft.com/office/officeart/2005/8/layout/hList1"/>
    <dgm:cxn modelId="{D3432FC5-B881-4FC0-8735-FEC8488A84E6}" type="presParOf" srcId="{AF335FA8-937C-493B-B7D7-FD38C3579FFD}" destId="{5ADA738D-7366-4CF7-9EEF-48BD3EE37EB5}" srcOrd="1" destOrd="0" presId="urn:microsoft.com/office/officeart/2005/8/layout/hList1"/>
    <dgm:cxn modelId="{76175003-5170-4518-8C16-A287B3C044B8}" type="presParOf" srcId="{3AE4E8EB-BFAC-4B8C-A3D0-FACA322E6019}" destId="{D165425E-2DFC-4B60-A7D9-23A3C632121D}" srcOrd="3" destOrd="0" presId="urn:microsoft.com/office/officeart/2005/8/layout/hList1"/>
    <dgm:cxn modelId="{B3562182-FA2B-4665-83BE-E29336188D00}" type="presParOf" srcId="{3AE4E8EB-BFAC-4B8C-A3D0-FACA322E6019}" destId="{26B23081-1C05-493F-83BB-E7C6CC4B79DD}" srcOrd="4" destOrd="0" presId="urn:microsoft.com/office/officeart/2005/8/layout/hList1"/>
    <dgm:cxn modelId="{243FF073-4450-45FF-88AE-10DF80F6EE27}" type="presParOf" srcId="{26B23081-1C05-493F-83BB-E7C6CC4B79DD}" destId="{57BCF1C9-8773-4798-B4A7-D1ED852BB8F5}" srcOrd="0" destOrd="0" presId="urn:microsoft.com/office/officeart/2005/8/layout/hList1"/>
    <dgm:cxn modelId="{39B768CC-1695-4F64-ADE2-F37F706F4013}" type="presParOf" srcId="{26B23081-1C05-493F-83BB-E7C6CC4B79DD}" destId="{52982DCB-31B4-4B9A-9096-43BE6F508B5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BEABEE3-1727-4455-A650-02F8062F1DB2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3EC860-95FD-43BA-916C-E452EB9C8131}">
      <dgm:prSet/>
      <dgm:spPr/>
      <dgm:t>
        <a:bodyPr/>
        <a:lstStyle/>
        <a:p>
          <a:r>
            <a:rPr lang="en-US" sz="3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Unit Testing</a:t>
          </a:r>
        </a:p>
      </dgm:t>
    </dgm:pt>
    <dgm:pt modelId="{D6DA2D09-0525-436A-B7E5-E9B34EB946B9}" type="parTrans" cxnId="{89BFCA27-E73D-4FDF-AAB1-522FEF6423BD}">
      <dgm:prSet/>
      <dgm:spPr/>
      <dgm:t>
        <a:bodyPr/>
        <a:lstStyle/>
        <a:p>
          <a:endParaRPr lang="en-US"/>
        </a:p>
      </dgm:t>
    </dgm:pt>
    <dgm:pt modelId="{B117D5D8-E3C7-494C-8285-EE2385586C57}" type="sibTrans" cxnId="{89BFCA27-E73D-4FDF-AAB1-522FEF6423BD}">
      <dgm:prSet/>
      <dgm:spPr/>
      <dgm:t>
        <a:bodyPr/>
        <a:lstStyle/>
        <a:p>
          <a:endParaRPr lang="en-US"/>
        </a:p>
      </dgm:t>
    </dgm:pt>
    <dgm:pt modelId="{F4718CA4-384D-4A76-B15A-2A46F8DF8945}">
      <dgm:prSet/>
      <dgm:spPr/>
      <dgm:t>
        <a:bodyPr/>
        <a:lstStyle/>
        <a:p>
          <a:r>
            <a:rPr lang="en-US" sz="3000" err="1">
              <a:latin typeface="Corbel"/>
            </a:rPr>
            <a:t>Xdrop's</a:t>
          </a:r>
          <a:r>
            <a:rPr lang="en-US" sz="3000">
              <a:latin typeface="Corbel"/>
            </a:rPr>
            <a:t> </a:t>
          </a:r>
          <a:r>
            <a:rPr lang="en-US" sz="3000" err="1">
              <a:latin typeface="Corbel"/>
            </a:rPr>
            <a:t>FuzzyWuzzy</a:t>
          </a:r>
          <a:r>
            <a:rPr lang="en-US" sz="3000">
              <a:latin typeface="Corbel"/>
            </a:rPr>
            <a:t> Library</a:t>
          </a:r>
        </a:p>
      </dgm:t>
    </dgm:pt>
    <dgm:pt modelId="{2648790F-6523-4CC9-9251-AEB47C03FB12}" type="parTrans" cxnId="{E3CBFCDA-5928-4779-A658-3DFDFA622B94}">
      <dgm:prSet/>
      <dgm:spPr/>
      <dgm:t>
        <a:bodyPr/>
        <a:lstStyle/>
        <a:p>
          <a:endParaRPr lang="en-US"/>
        </a:p>
      </dgm:t>
    </dgm:pt>
    <dgm:pt modelId="{99437D3D-874A-4EC7-AF2D-D1E9ACDEB264}" type="sibTrans" cxnId="{E3CBFCDA-5928-4779-A658-3DFDFA622B94}">
      <dgm:prSet/>
      <dgm:spPr/>
      <dgm:t>
        <a:bodyPr/>
        <a:lstStyle/>
        <a:p>
          <a:endParaRPr lang="en-US"/>
        </a:p>
      </dgm:t>
    </dgm:pt>
    <dgm:pt modelId="{50DE0A83-B742-42CA-B0B9-8E6201CDCB22}">
      <dgm:prSet/>
      <dgm:spPr/>
      <dgm:t>
        <a:bodyPr/>
        <a:lstStyle/>
        <a:p>
          <a:r>
            <a:rPr lang="en-US" sz="30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gm:t>
    </dgm:pt>
    <dgm:pt modelId="{44DCAD1B-B4F8-4519-A31D-51D2A99DB896}" type="parTrans" cxnId="{0301D2EA-1065-4D59-B712-A38C31DAC18C}">
      <dgm:prSet/>
      <dgm:spPr/>
      <dgm:t>
        <a:bodyPr/>
        <a:lstStyle/>
        <a:p>
          <a:endParaRPr lang="en-US"/>
        </a:p>
      </dgm:t>
    </dgm:pt>
    <dgm:pt modelId="{1C40E035-68F8-4B69-ABFF-5F5DD07A26A6}" type="sibTrans" cxnId="{0301D2EA-1065-4D59-B712-A38C31DAC18C}">
      <dgm:prSet/>
      <dgm:spPr/>
      <dgm:t>
        <a:bodyPr/>
        <a:lstStyle/>
        <a:p>
          <a:endParaRPr lang="en-US"/>
        </a:p>
      </dgm:t>
    </dgm:pt>
    <dgm:pt modelId="{95F5072A-EE61-4366-8696-6625714AD05C}">
      <dgm:prSet/>
      <dgm:spPr/>
      <dgm:t>
        <a:bodyPr/>
        <a:lstStyle/>
        <a:p>
          <a:r>
            <a:rPr lang="en-US" sz="3000">
              <a:latin typeface="Corbel"/>
            </a:rPr>
            <a:t>Junit's JUnit Library</a:t>
          </a:r>
        </a:p>
      </dgm:t>
    </dgm:pt>
    <dgm:pt modelId="{D0FEC776-8E46-441D-9054-E5BBC68E4B50}" type="parTrans" cxnId="{05E42E2C-CE0E-44CC-B805-BBF06BC20E42}">
      <dgm:prSet/>
      <dgm:spPr/>
      <dgm:t>
        <a:bodyPr/>
        <a:lstStyle/>
        <a:p>
          <a:endParaRPr lang="en-US"/>
        </a:p>
      </dgm:t>
    </dgm:pt>
    <dgm:pt modelId="{12D02B6F-F25B-4F1D-86A3-54AB6985FFAC}" type="sibTrans" cxnId="{05E42E2C-CE0E-44CC-B805-BBF06BC20E42}">
      <dgm:prSet/>
      <dgm:spPr/>
      <dgm:t>
        <a:bodyPr/>
        <a:lstStyle/>
        <a:p>
          <a:endParaRPr lang="en-US"/>
        </a:p>
      </dgm:t>
    </dgm:pt>
    <dgm:pt modelId="{3AE4E8EB-BFAC-4B8C-A3D0-FACA322E6019}" type="pres">
      <dgm:prSet presAssocID="{5BEABEE3-1727-4455-A650-02F8062F1DB2}" presName="Name0" presStyleCnt="0">
        <dgm:presLayoutVars>
          <dgm:dir/>
          <dgm:animLvl val="lvl"/>
          <dgm:resizeHandles val="exact"/>
        </dgm:presLayoutVars>
      </dgm:prSet>
      <dgm:spPr/>
    </dgm:pt>
    <dgm:pt modelId="{E036B603-64C1-4CFD-BBBF-8B9E87A226CB}" type="pres">
      <dgm:prSet presAssocID="{E83EC860-95FD-43BA-916C-E452EB9C8131}" presName="composite" presStyleCnt="0"/>
      <dgm:spPr/>
    </dgm:pt>
    <dgm:pt modelId="{F28959F5-21BC-4ECA-8151-32F3AD73D994}" type="pres">
      <dgm:prSet presAssocID="{E83EC860-95FD-43BA-916C-E452EB9C813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F3E92F-B4AB-4EF1-96A1-BA44489E7CBF}" type="pres">
      <dgm:prSet presAssocID="{E83EC860-95FD-43BA-916C-E452EB9C8131}" presName="desTx" presStyleLbl="alignAccFollowNode1" presStyleIdx="0" presStyleCnt="2">
        <dgm:presLayoutVars>
          <dgm:bulletEnabled val="1"/>
        </dgm:presLayoutVars>
      </dgm:prSet>
      <dgm:spPr/>
    </dgm:pt>
    <dgm:pt modelId="{469B7AB9-37E9-4C94-9B38-3EFEE8920C93}" type="pres">
      <dgm:prSet presAssocID="{B117D5D8-E3C7-494C-8285-EE2385586C57}" presName="space" presStyleCnt="0"/>
      <dgm:spPr/>
    </dgm:pt>
    <dgm:pt modelId="{7A7896C4-13F9-4AE9-B8F0-89508873BC2E}" type="pres">
      <dgm:prSet presAssocID="{50DE0A83-B742-42CA-B0B9-8E6201CDCB22}" presName="composite" presStyleCnt="0"/>
      <dgm:spPr/>
    </dgm:pt>
    <dgm:pt modelId="{5732E45B-D372-4721-8183-AA5B7E19B777}" type="pres">
      <dgm:prSet presAssocID="{50DE0A83-B742-42CA-B0B9-8E6201CDCB2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1812548-A25A-4654-8437-FB566D117311}" type="pres">
      <dgm:prSet presAssocID="{50DE0A83-B742-42CA-B0B9-8E6201CDCB2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70FF310-EC3B-427B-810B-03840DDC534F}" type="presOf" srcId="{E83EC860-95FD-43BA-916C-E452EB9C8131}" destId="{F28959F5-21BC-4ECA-8151-32F3AD73D994}" srcOrd="0" destOrd="0" presId="urn:microsoft.com/office/officeart/2005/8/layout/hList1"/>
    <dgm:cxn modelId="{89BFCA27-E73D-4FDF-AAB1-522FEF6423BD}" srcId="{5BEABEE3-1727-4455-A650-02F8062F1DB2}" destId="{E83EC860-95FD-43BA-916C-E452EB9C8131}" srcOrd="0" destOrd="0" parTransId="{D6DA2D09-0525-436A-B7E5-E9B34EB946B9}" sibTransId="{B117D5D8-E3C7-494C-8285-EE2385586C57}"/>
    <dgm:cxn modelId="{05E42E2C-CE0E-44CC-B805-BBF06BC20E42}" srcId="{E83EC860-95FD-43BA-916C-E452EB9C8131}" destId="{95F5072A-EE61-4366-8696-6625714AD05C}" srcOrd="0" destOrd="0" parTransId="{D0FEC776-8E46-441D-9054-E5BBC68E4B50}" sibTransId="{12D02B6F-F25B-4F1D-86A3-54AB6985FFAC}"/>
    <dgm:cxn modelId="{62D28370-4929-4A91-9044-119CA2813E27}" type="presOf" srcId="{5BEABEE3-1727-4455-A650-02F8062F1DB2}" destId="{3AE4E8EB-BFAC-4B8C-A3D0-FACA322E6019}" srcOrd="0" destOrd="0" presId="urn:microsoft.com/office/officeart/2005/8/layout/hList1"/>
    <dgm:cxn modelId="{203C0754-F29C-4645-83AE-CF0F37104074}" type="presOf" srcId="{95F5072A-EE61-4366-8696-6625714AD05C}" destId="{21F3E92F-B4AB-4EF1-96A1-BA44489E7CBF}" srcOrd="0" destOrd="0" presId="urn:microsoft.com/office/officeart/2005/8/layout/hList1"/>
    <dgm:cxn modelId="{F18EE056-A8AE-4F4F-B25D-E6979C84564F}" type="presOf" srcId="{50DE0A83-B742-42CA-B0B9-8E6201CDCB22}" destId="{5732E45B-D372-4721-8183-AA5B7E19B777}" srcOrd="0" destOrd="0" presId="urn:microsoft.com/office/officeart/2005/8/layout/hList1"/>
    <dgm:cxn modelId="{851B287E-D65D-4BA5-97AE-56811F69D08C}" type="presOf" srcId="{F4718CA4-384D-4A76-B15A-2A46F8DF8945}" destId="{D1812548-A25A-4654-8437-FB566D117311}" srcOrd="0" destOrd="0" presId="urn:microsoft.com/office/officeart/2005/8/layout/hList1"/>
    <dgm:cxn modelId="{E3CBFCDA-5928-4779-A658-3DFDFA622B94}" srcId="{50DE0A83-B742-42CA-B0B9-8E6201CDCB22}" destId="{F4718CA4-384D-4A76-B15A-2A46F8DF8945}" srcOrd="0" destOrd="0" parTransId="{2648790F-6523-4CC9-9251-AEB47C03FB12}" sibTransId="{99437D3D-874A-4EC7-AF2D-D1E9ACDEB264}"/>
    <dgm:cxn modelId="{0301D2EA-1065-4D59-B712-A38C31DAC18C}" srcId="{5BEABEE3-1727-4455-A650-02F8062F1DB2}" destId="{50DE0A83-B742-42CA-B0B9-8E6201CDCB22}" srcOrd="1" destOrd="0" parTransId="{44DCAD1B-B4F8-4519-A31D-51D2A99DB896}" sibTransId="{1C40E035-68F8-4B69-ABFF-5F5DD07A26A6}"/>
    <dgm:cxn modelId="{84419002-37A0-4F06-BD68-335C8D00DAE6}" type="presParOf" srcId="{3AE4E8EB-BFAC-4B8C-A3D0-FACA322E6019}" destId="{E036B603-64C1-4CFD-BBBF-8B9E87A226CB}" srcOrd="0" destOrd="0" presId="urn:microsoft.com/office/officeart/2005/8/layout/hList1"/>
    <dgm:cxn modelId="{5EB6D2CB-FEC3-4817-85F3-E37364EA332F}" type="presParOf" srcId="{E036B603-64C1-4CFD-BBBF-8B9E87A226CB}" destId="{F28959F5-21BC-4ECA-8151-32F3AD73D994}" srcOrd="0" destOrd="0" presId="urn:microsoft.com/office/officeart/2005/8/layout/hList1"/>
    <dgm:cxn modelId="{ED28169A-9F05-4032-AD28-F1CAA50A613A}" type="presParOf" srcId="{E036B603-64C1-4CFD-BBBF-8B9E87A226CB}" destId="{21F3E92F-B4AB-4EF1-96A1-BA44489E7CBF}" srcOrd="1" destOrd="0" presId="urn:microsoft.com/office/officeart/2005/8/layout/hList1"/>
    <dgm:cxn modelId="{7DE060C5-C2E7-4B2E-B690-698FD488C349}" type="presParOf" srcId="{3AE4E8EB-BFAC-4B8C-A3D0-FACA322E6019}" destId="{469B7AB9-37E9-4C94-9B38-3EFEE8920C93}" srcOrd="1" destOrd="0" presId="urn:microsoft.com/office/officeart/2005/8/layout/hList1"/>
    <dgm:cxn modelId="{E61AB547-A3B1-48DC-AD36-20F09DA55257}" type="presParOf" srcId="{3AE4E8EB-BFAC-4B8C-A3D0-FACA322E6019}" destId="{7A7896C4-13F9-4AE9-B8F0-89508873BC2E}" srcOrd="2" destOrd="0" presId="urn:microsoft.com/office/officeart/2005/8/layout/hList1"/>
    <dgm:cxn modelId="{6A8A77BF-ABB0-43F4-BB24-D4BA9AA293D5}" type="presParOf" srcId="{7A7896C4-13F9-4AE9-B8F0-89508873BC2E}" destId="{5732E45B-D372-4721-8183-AA5B7E19B777}" srcOrd="0" destOrd="0" presId="urn:microsoft.com/office/officeart/2005/8/layout/hList1"/>
    <dgm:cxn modelId="{C6AC5034-CB88-43D6-B5F2-A0E0143D87C4}" type="presParOf" srcId="{7A7896C4-13F9-4AE9-B8F0-89508873BC2E}" destId="{D1812548-A25A-4654-8437-FB566D1173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D1B473-F5AF-473D-9A02-417DB009D46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5EBC1F6-C9CE-4D3E-AF3E-5A7549998B12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gm:t>
    </dgm:pt>
    <dgm:pt modelId="{864B5E17-F0C8-4059-9FAD-C3C2C782CB9D}" type="par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18C8B7D-F275-4E4E-A39F-D4D632A7B20B}" type="sibTrans" cxnId="{7F39AAA9-AD01-4610-A946-39A5F59952F5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AA9DF5-B60A-4EEC-BF3D-7CE602EA118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gm:t>
    </dgm:pt>
    <dgm:pt modelId="{9C5AA746-C8A4-4E7F-9018-61C6C50DB68A}" type="par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46B3AF-9D67-4D46-BD9C-C8335BB61FD7}" type="sibTrans" cxnId="{96A7199F-4DF7-4C92-9A96-B5AC014D9774}">
      <dgm:prSet/>
      <dgm:spPr/>
      <dgm:t>
        <a:bodyPr/>
        <a:lstStyle/>
        <a:p>
          <a:endParaRPr lang="en-US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D2A722-9564-4B54-ABAE-EE59D725E5E3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</dgm:t>
    </dgm:pt>
    <dgm:pt modelId="{FD7E9378-F9B7-4990-ADE4-E8D6C904A36B}" type="parTrans" cxnId="{F46179B9-C689-439C-A2A8-F1C7D0104927}">
      <dgm:prSet/>
      <dgm:spPr/>
      <dgm:t>
        <a:bodyPr/>
        <a:lstStyle/>
        <a:p>
          <a:endParaRPr lang="en-US"/>
        </a:p>
      </dgm:t>
    </dgm:pt>
    <dgm:pt modelId="{2641E0EF-E7F8-4FD4-AD5A-930A0DB4B0F7}" type="sibTrans" cxnId="{F46179B9-C689-439C-A2A8-F1C7D0104927}">
      <dgm:prSet/>
      <dgm:spPr/>
      <dgm:t>
        <a:bodyPr/>
        <a:lstStyle/>
        <a:p>
          <a:endParaRPr lang="en-US"/>
        </a:p>
      </dgm:t>
    </dgm:pt>
    <dgm:pt modelId="{CA82E7E9-7FA2-41D3-AFED-B884C67F5DB4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Flexibility</a:t>
          </a:r>
        </a:p>
      </dgm:t>
    </dgm:pt>
    <dgm:pt modelId="{2332FBE9-DDBC-4438-B53C-AEF23F4486C9}" type="parTrans" cxnId="{C6E26E2D-9A76-4F29-9A41-2C32E6C92246}">
      <dgm:prSet/>
      <dgm:spPr/>
      <dgm:t>
        <a:bodyPr/>
        <a:lstStyle/>
        <a:p>
          <a:endParaRPr lang="en-US"/>
        </a:p>
      </dgm:t>
    </dgm:pt>
    <dgm:pt modelId="{232F1EBD-E8F2-4A82-BB33-660F90D459E8}" type="sibTrans" cxnId="{C6E26E2D-9A76-4F29-9A41-2C32E6C92246}">
      <dgm:prSet/>
      <dgm:spPr/>
      <dgm:t>
        <a:bodyPr/>
        <a:lstStyle/>
        <a:p>
          <a:endParaRPr lang="en-US"/>
        </a:p>
      </dgm:t>
    </dgm:pt>
    <dgm:pt modelId="{AC933968-A58E-484B-9C3D-46C9976275F8}" type="pres">
      <dgm:prSet presAssocID="{E8D1B473-F5AF-473D-9A02-417DB009D46F}" presName="vert0" presStyleCnt="0">
        <dgm:presLayoutVars>
          <dgm:dir/>
          <dgm:animOne val="branch"/>
          <dgm:animLvl val="lvl"/>
        </dgm:presLayoutVars>
      </dgm:prSet>
      <dgm:spPr/>
    </dgm:pt>
    <dgm:pt modelId="{D8F9760B-C131-4D10-8E5E-058EEC7C4C8F}" type="pres">
      <dgm:prSet presAssocID="{54D2A722-9564-4B54-ABAE-EE59D725E5E3}" presName="thickLine" presStyleLbl="alignNode1" presStyleIdx="0" presStyleCnt="4"/>
      <dgm:spPr/>
    </dgm:pt>
    <dgm:pt modelId="{10E0B303-4400-48A8-9471-3AB74A54DA79}" type="pres">
      <dgm:prSet presAssocID="{54D2A722-9564-4B54-ABAE-EE59D725E5E3}" presName="horz1" presStyleCnt="0"/>
      <dgm:spPr/>
    </dgm:pt>
    <dgm:pt modelId="{9E04E698-8F27-48AA-9C99-CD635CA2305C}" type="pres">
      <dgm:prSet presAssocID="{54D2A722-9564-4B54-ABAE-EE59D725E5E3}" presName="tx1" presStyleLbl="revTx" presStyleIdx="0" presStyleCnt="4"/>
      <dgm:spPr/>
    </dgm:pt>
    <dgm:pt modelId="{329AAC9F-B4DB-487A-B4A7-3C7D62393427}" type="pres">
      <dgm:prSet presAssocID="{54D2A722-9564-4B54-ABAE-EE59D725E5E3}" presName="vert1" presStyleCnt="0"/>
      <dgm:spPr/>
    </dgm:pt>
    <dgm:pt modelId="{495EFAFE-2419-4578-ABFB-2294DE55C769}" type="pres">
      <dgm:prSet presAssocID="{CA82E7E9-7FA2-41D3-AFED-B884C67F5DB4}" presName="thickLine" presStyleLbl="alignNode1" presStyleIdx="1" presStyleCnt="4"/>
      <dgm:spPr/>
    </dgm:pt>
    <dgm:pt modelId="{98CD235C-A1FE-4856-B92D-D06F1D97F14D}" type="pres">
      <dgm:prSet presAssocID="{CA82E7E9-7FA2-41D3-AFED-B884C67F5DB4}" presName="horz1" presStyleCnt="0"/>
      <dgm:spPr/>
    </dgm:pt>
    <dgm:pt modelId="{067F1DF1-AA26-4DF2-8ADF-9199E9E879B8}" type="pres">
      <dgm:prSet presAssocID="{CA82E7E9-7FA2-41D3-AFED-B884C67F5DB4}" presName="tx1" presStyleLbl="revTx" presStyleIdx="1" presStyleCnt="4"/>
      <dgm:spPr/>
    </dgm:pt>
    <dgm:pt modelId="{161882E4-2DBC-45BA-AEB5-7D1E73927AB2}" type="pres">
      <dgm:prSet presAssocID="{CA82E7E9-7FA2-41D3-AFED-B884C67F5DB4}" presName="vert1" presStyleCnt="0"/>
      <dgm:spPr/>
    </dgm:pt>
    <dgm:pt modelId="{7B450178-9414-4CB0-BF61-F36A8A1EE1CD}" type="pres">
      <dgm:prSet presAssocID="{35EBC1F6-C9CE-4D3E-AF3E-5A7549998B12}" presName="thickLine" presStyleLbl="alignNode1" presStyleIdx="2" presStyleCnt="4"/>
      <dgm:spPr/>
    </dgm:pt>
    <dgm:pt modelId="{4C601EF3-218D-45B3-9605-A2A6678B24A1}" type="pres">
      <dgm:prSet presAssocID="{35EBC1F6-C9CE-4D3E-AF3E-5A7549998B12}" presName="horz1" presStyleCnt="0"/>
      <dgm:spPr/>
    </dgm:pt>
    <dgm:pt modelId="{6BDAC395-5E9D-4F5C-84D1-B66E4F379ACE}" type="pres">
      <dgm:prSet presAssocID="{35EBC1F6-C9CE-4D3E-AF3E-5A7549998B12}" presName="tx1" presStyleLbl="revTx" presStyleIdx="2" presStyleCnt="4"/>
      <dgm:spPr/>
    </dgm:pt>
    <dgm:pt modelId="{0338D6E3-08E0-412B-BCED-5E72AA4BD2FD}" type="pres">
      <dgm:prSet presAssocID="{35EBC1F6-C9CE-4D3E-AF3E-5A7549998B12}" presName="vert1" presStyleCnt="0"/>
      <dgm:spPr/>
    </dgm:pt>
    <dgm:pt modelId="{65FB1179-9DD4-434F-AA22-5F98BE6DF225}" type="pres">
      <dgm:prSet presAssocID="{54AA9DF5-B60A-4EEC-BF3D-7CE602EA1185}" presName="thickLine" presStyleLbl="alignNode1" presStyleIdx="3" presStyleCnt="4"/>
      <dgm:spPr/>
    </dgm:pt>
    <dgm:pt modelId="{02AD084C-7CFE-4FFB-8118-CCA508580017}" type="pres">
      <dgm:prSet presAssocID="{54AA9DF5-B60A-4EEC-BF3D-7CE602EA1185}" presName="horz1" presStyleCnt="0"/>
      <dgm:spPr/>
    </dgm:pt>
    <dgm:pt modelId="{6369BC0B-787B-4CEB-9FE0-B789DA836B12}" type="pres">
      <dgm:prSet presAssocID="{54AA9DF5-B60A-4EEC-BF3D-7CE602EA1185}" presName="tx1" presStyleLbl="revTx" presStyleIdx="3" presStyleCnt="4"/>
      <dgm:spPr/>
    </dgm:pt>
    <dgm:pt modelId="{5DF2C1D8-0937-4A9E-9503-56C6BCC0127F}" type="pres">
      <dgm:prSet presAssocID="{54AA9DF5-B60A-4EEC-BF3D-7CE602EA1185}" presName="vert1" presStyleCnt="0"/>
      <dgm:spPr/>
    </dgm:pt>
  </dgm:ptLst>
  <dgm:cxnLst>
    <dgm:cxn modelId="{C726A604-FB57-42FF-95AC-DB13D88ED511}" type="presOf" srcId="{E8D1B473-F5AF-473D-9A02-417DB009D46F}" destId="{AC933968-A58E-484B-9C3D-46C9976275F8}" srcOrd="0" destOrd="0" presId="urn:microsoft.com/office/officeart/2008/layout/LinedList"/>
    <dgm:cxn modelId="{C6E26E2D-9A76-4F29-9A41-2C32E6C92246}" srcId="{E8D1B473-F5AF-473D-9A02-417DB009D46F}" destId="{CA82E7E9-7FA2-41D3-AFED-B884C67F5DB4}" srcOrd="1" destOrd="0" parTransId="{2332FBE9-DDBC-4438-B53C-AEF23F4486C9}" sibTransId="{232F1EBD-E8F2-4A82-BB33-660F90D459E8}"/>
    <dgm:cxn modelId="{72837E40-3C82-46BB-816A-312D2EC405AE}" type="presOf" srcId="{CA82E7E9-7FA2-41D3-AFED-B884C67F5DB4}" destId="{067F1DF1-AA26-4DF2-8ADF-9199E9E879B8}" srcOrd="0" destOrd="0" presId="urn:microsoft.com/office/officeart/2008/layout/LinedList"/>
    <dgm:cxn modelId="{3E8FF553-3C33-4E50-8B7A-5E685087FF88}" type="presOf" srcId="{54D2A722-9564-4B54-ABAE-EE59D725E5E3}" destId="{9E04E698-8F27-48AA-9C99-CD635CA2305C}" srcOrd="0" destOrd="0" presId="urn:microsoft.com/office/officeart/2008/layout/LinedList"/>
    <dgm:cxn modelId="{30FE8377-A025-4C87-A263-E1C35172CB7B}" type="presOf" srcId="{54AA9DF5-B60A-4EEC-BF3D-7CE602EA1185}" destId="{6369BC0B-787B-4CEB-9FE0-B789DA836B12}" srcOrd="0" destOrd="0" presId="urn:microsoft.com/office/officeart/2008/layout/LinedList"/>
    <dgm:cxn modelId="{9D5A1778-CF93-493E-A70A-331119D3B7E8}" type="presOf" srcId="{35EBC1F6-C9CE-4D3E-AF3E-5A7549998B12}" destId="{6BDAC395-5E9D-4F5C-84D1-B66E4F379ACE}" srcOrd="0" destOrd="0" presId="urn:microsoft.com/office/officeart/2008/layout/LinedList"/>
    <dgm:cxn modelId="{96A7199F-4DF7-4C92-9A96-B5AC014D9774}" srcId="{E8D1B473-F5AF-473D-9A02-417DB009D46F}" destId="{54AA9DF5-B60A-4EEC-BF3D-7CE602EA1185}" srcOrd="3" destOrd="0" parTransId="{9C5AA746-C8A4-4E7F-9018-61C6C50DB68A}" sibTransId="{3546B3AF-9D67-4D46-BD9C-C8335BB61FD7}"/>
    <dgm:cxn modelId="{7F39AAA9-AD01-4610-A946-39A5F59952F5}" srcId="{E8D1B473-F5AF-473D-9A02-417DB009D46F}" destId="{35EBC1F6-C9CE-4D3E-AF3E-5A7549998B12}" srcOrd="2" destOrd="0" parTransId="{864B5E17-F0C8-4059-9FAD-C3C2C782CB9D}" sibTransId="{818C8B7D-F275-4E4E-A39F-D4D632A7B20B}"/>
    <dgm:cxn modelId="{F46179B9-C689-439C-A2A8-F1C7D0104927}" srcId="{E8D1B473-F5AF-473D-9A02-417DB009D46F}" destId="{54D2A722-9564-4B54-ABAE-EE59D725E5E3}" srcOrd="0" destOrd="0" parTransId="{FD7E9378-F9B7-4990-ADE4-E8D6C904A36B}" sibTransId="{2641E0EF-E7F8-4FD4-AD5A-930A0DB4B0F7}"/>
    <dgm:cxn modelId="{D097CEDB-04DD-491C-AD86-85320C7EDB53}" type="presParOf" srcId="{AC933968-A58E-484B-9C3D-46C9976275F8}" destId="{D8F9760B-C131-4D10-8E5E-058EEC7C4C8F}" srcOrd="0" destOrd="0" presId="urn:microsoft.com/office/officeart/2008/layout/LinedList"/>
    <dgm:cxn modelId="{46A4E8D3-7F88-40FD-A417-811FCC6172C9}" type="presParOf" srcId="{AC933968-A58E-484B-9C3D-46C9976275F8}" destId="{10E0B303-4400-48A8-9471-3AB74A54DA79}" srcOrd="1" destOrd="0" presId="urn:microsoft.com/office/officeart/2008/layout/LinedList"/>
    <dgm:cxn modelId="{2F21C75E-9AD7-44AF-8293-D74450844B43}" type="presParOf" srcId="{10E0B303-4400-48A8-9471-3AB74A54DA79}" destId="{9E04E698-8F27-48AA-9C99-CD635CA2305C}" srcOrd="0" destOrd="0" presId="urn:microsoft.com/office/officeart/2008/layout/LinedList"/>
    <dgm:cxn modelId="{1AD6464A-7AAA-4A6E-9DCD-41747756CD5F}" type="presParOf" srcId="{10E0B303-4400-48A8-9471-3AB74A54DA79}" destId="{329AAC9F-B4DB-487A-B4A7-3C7D62393427}" srcOrd="1" destOrd="0" presId="urn:microsoft.com/office/officeart/2008/layout/LinedList"/>
    <dgm:cxn modelId="{61D8E646-B58D-48DB-B41A-CCF540EE0FB2}" type="presParOf" srcId="{AC933968-A58E-484B-9C3D-46C9976275F8}" destId="{495EFAFE-2419-4578-ABFB-2294DE55C769}" srcOrd="2" destOrd="0" presId="urn:microsoft.com/office/officeart/2008/layout/LinedList"/>
    <dgm:cxn modelId="{85BCF619-9F5E-401B-A494-5636376D1441}" type="presParOf" srcId="{AC933968-A58E-484B-9C3D-46C9976275F8}" destId="{98CD235C-A1FE-4856-B92D-D06F1D97F14D}" srcOrd="3" destOrd="0" presId="urn:microsoft.com/office/officeart/2008/layout/LinedList"/>
    <dgm:cxn modelId="{36BBC947-4277-454B-B115-88505FD62B59}" type="presParOf" srcId="{98CD235C-A1FE-4856-B92D-D06F1D97F14D}" destId="{067F1DF1-AA26-4DF2-8ADF-9199E9E879B8}" srcOrd="0" destOrd="0" presId="urn:microsoft.com/office/officeart/2008/layout/LinedList"/>
    <dgm:cxn modelId="{643AA70D-36DD-4E60-8EC2-E2287136764B}" type="presParOf" srcId="{98CD235C-A1FE-4856-B92D-D06F1D97F14D}" destId="{161882E4-2DBC-45BA-AEB5-7D1E73927AB2}" srcOrd="1" destOrd="0" presId="urn:microsoft.com/office/officeart/2008/layout/LinedList"/>
    <dgm:cxn modelId="{CB0A2DA2-E6BD-425B-AD3F-BB9D2F89752C}" type="presParOf" srcId="{AC933968-A58E-484B-9C3D-46C9976275F8}" destId="{7B450178-9414-4CB0-BF61-F36A8A1EE1CD}" srcOrd="4" destOrd="0" presId="urn:microsoft.com/office/officeart/2008/layout/LinedList"/>
    <dgm:cxn modelId="{7F895873-0A6B-496A-93B3-DBC1A1C5D9F2}" type="presParOf" srcId="{AC933968-A58E-484B-9C3D-46C9976275F8}" destId="{4C601EF3-218D-45B3-9605-A2A6678B24A1}" srcOrd="5" destOrd="0" presId="urn:microsoft.com/office/officeart/2008/layout/LinedList"/>
    <dgm:cxn modelId="{54D97941-FDCA-4537-866B-DDB307DB0D33}" type="presParOf" srcId="{4C601EF3-218D-45B3-9605-A2A6678B24A1}" destId="{6BDAC395-5E9D-4F5C-84D1-B66E4F379ACE}" srcOrd="0" destOrd="0" presId="urn:microsoft.com/office/officeart/2008/layout/LinedList"/>
    <dgm:cxn modelId="{8F7AEB26-1892-4A76-8202-621FB0804CBB}" type="presParOf" srcId="{4C601EF3-218D-45B3-9605-A2A6678B24A1}" destId="{0338D6E3-08E0-412B-BCED-5E72AA4BD2FD}" srcOrd="1" destOrd="0" presId="urn:microsoft.com/office/officeart/2008/layout/LinedList"/>
    <dgm:cxn modelId="{0B8203DD-BCD9-4B4D-965C-33F2B590E05F}" type="presParOf" srcId="{AC933968-A58E-484B-9C3D-46C9976275F8}" destId="{65FB1179-9DD4-434F-AA22-5F98BE6DF225}" srcOrd="6" destOrd="0" presId="urn:microsoft.com/office/officeart/2008/layout/LinedList"/>
    <dgm:cxn modelId="{E5CDE7FD-91BC-47F4-A6B3-91500F17373E}" type="presParOf" srcId="{AC933968-A58E-484B-9C3D-46C9976275F8}" destId="{02AD084C-7CFE-4FFB-8118-CCA508580017}" srcOrd="7" destOrd="0" presId="urn:microsoft.com/office/officeart/2008/layout/LinedList"/>
    <dgm:cxn modelId="{6A9AD75D-6389-4DB0-8031-662C9ED74746}" type="presParOf" srcId="{02AD084C-7CFE-4FFB-8118-CCA508580017}" destId="{6369BC0B-787B-4CEB-9FE0-B789DA836B12}" srcOrd="0" destOrd="0" presId="urn:microsoft.com/office/officeart/2008/layout/LinedList"/>
    <dgm:cxn modelId="{7EB44B45-0CB1-4FB5-9325-1D9D02451AAB}" type="presParOf" srcId="{02AD084C-7CFE-4FFB-8118-CCA508580017}" destId="{5DF2C1D8-0937-4A9E-9503-56C6BCC012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4BE5AF1-EDB3-4158-8BEE-9DBB0DAA5C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5DA8E8-9421-425C-9803-8E4B2C4C1675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gm:t>
    </dgm:pt>
    <dgm:pt modelId="{A87A9182-11F0-46B7-92DF-33439BCA7C2F}" type="parTrans" cxnId="{622687F0-D659-4944-BFEA-B3004E46EFB9}">
      <dgm:prSet/>
      <dgm:spPr/>
      <dgm:t>
        <a:bodyPr/>
        <a:lstStyle/>
        <a:p>
          <a:endParaRPr lang="en-US"/>
        </a:p>
      </dgm:t>
    </dgm:pt>
    <dgm:pt modelId="{C5B5AE23-74C1-4FFC-A7F4-DA6E78F2A31E}" type="sibTrans" cxnId="{622687F0-D659-4944-BFEA-B3004E46EFB9}">
      <dgm:prSet/>
      <dgm:spPr/>
      <dgm:t>
        <a:bodyPr/>
        <a:lstStyle/>
        <a:p>
          <a:endParaRPr lang="en-US"/>
        </a:p>
      </dgm:t>
    </dgm:pt>
    <dgm:pt modelId="{0F8D5AA0-E54D-41AA-9D2D-E5246FE15C89}">
      <dgm:prSet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gm:t>
    </dgm:pt>
    <dgm:pt modelId="{2F34DCBD-1AC7-4AAC-91D6-7B1874E0342C}" type="parTrans" cxnId="{95729B99-1C84-40D3-B5BE-6CD340CA5B65}">
      <dgm:prSet/>
      <dgm:spPr/>
      <dgm:t>
        <a:bodyPr/>
        <a:lstStyle/>
        <a:p>
          <a:endParaRPr lang="en-US"/>
        </a:p>
      </dgm:t>
    </dgm:pt>
    <dgm:pt modelId="{314B8E77-E97B-4317-890D-B353360E57E4}" type="sibTrans" cxnId="{95729B99-1C84-40D3-B5BE-6CD340CA5B65}">
      <dgm:prSet/>
      <dgm:spPr/>
      <dgm:t>
        <a:bodyPr/>
        <a:lstStyle/>
        <a:p>
          <a:endParaRPr lang="en-US"/>
        </a:p>
      </dgm:t>
    </dgm:pt>
    <dgm:pt modelId="{F03CF01E-E5DF-484E-BC42-24CC2AC23379}">
      <dgm:prSet/>
      <dgm:spPr/>
      <dgm:t>
        <a:bodyPr/>
        <a:lstStyle/>
        <a:p>
          <a:r>
            <a:rPr lang="en-US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SalesPage</a:t>
          </a:r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is very impressed and happy with the results</a:t>
          </a:r>
        </a:p>
      </dgm:t>
    </dgm:pt>
    <dgm:pt modelId="{0D352B04-EFD2-4C80-B5A3-3B749A99AA68}" type="parTrans" cxnId="{242D9567-EBC3-436D-B4A7-659086243714}">
      <dgm:prSet/>
      <dgm:spPr/>
    </dgm:pt>
    <dgm:pt modelId="{38553BBD-9B78-4CDD-BBD9-79C29BBDA6F7}" type="sibTrans" cxnId="{242D9567-EBC3-436D-B4A7-659086243714}">
      <dgm:prSet/>
      <dgm:spPr/>
    </dgm:pt>
    <dgm:pt modelId="{5C4B2163-CA44-4A2E-8B36-034420C8816D}" type="pres">
      <dgm:prSet presAssocID="{94BE5AF1-EDB3-4158-8BEE-9DBB0DAA5C1D}" presName="vert0" presStyleCnt="0">
        <dgm:presLayoutVars>
          <dgm:dir/>
          <dgm:animOne val="branch"/>
          <dgm:animLvl val="lvl"/>
        </dgm:presLayoutVars>
      </dgm:prSet>
      <dgm:spPr/>
    </dgm:pt>
    <dgm:pt modelId="{5A27C5F5-23B6-4F45-823A-8F5E25CB4C94}" type="pres">
      <dgm:prSet presAssocID="{8D5DA8E8-9421-425C-9803-8E4B2C4C1675}" presName="thickLine" presStyleLbl="alignNode1" presStyleIdx="0" presStyleCnt="3"/>
      <dgm:spPr/>
    </dgm:pt>
    <dgm:pt modelId="{6DE39A97-5DFE-4AF8-AD34-B70D1B30343A}" type="pres">
      <dgm:prSet presAssocID="{8D5DA8E8-9421-425C-9803-8E4B2C4C1675}" presName="horz1" presStyleCnt="0"/>
      <dgm:spPr/>
    </dgm:pt>
    <dgm:pt modelId="{7B820E58-8935-4162-B0A9-66A2EDC98EF6}" type="pres">
      <dgm:prSet presAssocID="{8D5DA8E8-9421-425C-9803-8E4B2C4C1675}" presName="tx1" presStyleLbl="revTx" presStyleIdx="0" presStyleCnt="3"/>
      <dgm:spPr/>
    </dgm:pt>
    <dgm:pt modelId="{5CE5AF70-9FC4-4670-B269-6F45461B5354}" type="pres">
      <dgm:prSet presAssocID="{8D5DA8E8-9421-425C-9803-8E4B2C4C1675}" presName="vert1" presStyleCnt="0"/>
      <dgm:spPr/>
    </dgm:pt>
    <dgm:pt modelId="{587F11C3-042B-43C1-B268-958CF08A1755}" type="pres">
      <dgm:prSet presAssocID="{0F8D5AA0-E54D-41AA-9D2D-E5246FE15C89}" presName="thickLine" presStyleLbl="alignNode1" presStyleIdx="1" presStyleCnt="3"/>
      <dgm:spPr/>
    </dgm:pt>
    <dgm:pt modelId="{F3277A29-5EAE-4DC7-8F67-F8A600FA91D3}" type="pres">
      <dgm:prSet presAssocID="{0F8D5AA0-E54D-41AA-9D2D-E5246FE15C89}" presName="horz1" presStyleCnt="0"/>
      <dgm:spPr/>
    </dgm:pt>
    <dgm:pt modelId="{A16E4504-CD5C-4A87-892F-8498B9CCCE66}" type="pres">
      <dgm:prSet presAssocID="{0F8D5AA0-E54D-41AA-9D2D-E5246FE15C89}" presName="tx1" presStyleLbl="revTx" presStyleIdx="1" presStyleCnt="3"/>
      <dgm:spPr/>
    </dgm:pt>
    <dgm:pt modelId="{F085E433-F6F7-4EE5-80BC-077C76F28332}" type="pres">
      <dgm:prSet presAssocID="{0F8D5AA0-E54D-41AA-9D2D-E5246FE15C89}" presName="vert1" presStyleCnt="0"/>
      <dgm:spPr/>
    </dgm:pt>
    <dgm:pt modelId="{A1DD9C9D-BFCF-4995-AE38-30132D2C7DA2}" type="pres">
      <dgm:prSet presAssocID="{F03CF01E-E5DF-484E-BC42-24CC2AC23379}" presName="thickLine" presStyleLbl="alignNode1" presStyleIdx="2" presStyleCnt="3"/>
      <dgm:spPr/>
    </dgm:pt>
    <dgm:pt modelId="{4731F81B-8084-4FC4-B34E-CEBE9B046FD7}" type="pres">
      <dgm:prSet presAssocID="{F03CF01E-E5DF-484E-BC42-24CC2AC23379}" presName="horz1" presStyleCnt="0"/>
      <dgm:spPr/>
    </dgm:pt>
    <dgm:pt modelId="{70512697-0A68-48A3-8674-8DE4172E88FF}" type="pres">
      <dgm:prSet presAssocID="{F03CF01E-E5DF-484E-BC42-24CC2AC23379}" presName="tx1" presStyleLbl="revTx" presStyleIdx="2" presStyleCnt="3"/>
      <dgm:spPr/>
    </dgm:pt>
    <dgm:pt modelId="{2FD0CBF0-9DD0-4761-A87C-DF73B2C07806}" type="pres">
      <dgm:prSet presAssocID="{F03CF01E-E5DF-484E-BC42-24CC2AC23379}" presName="vert1" presStyleCnt="0"/>
      <dgm:spPr/>
    </dgm:pt>
  </dgm:ptLst>
  <dgm:cxnLst>
    <dgm:cxn modelId="{242D9567-EBC3-436D-B4A7-659086243714}" srcId="{94BE5AF1-EDB3-4158-8BEE-9DBB0DAA5C1D}" destId="{F03CF01E-E5DF-484E-BC42-24CC2AC23379}" srcOrd="2" destOrd="0" parTransId="{0D352B04-EFD2-4C80-B5A3-3B749A99AA68}" sibTransId="{38553BBD-9B78-4CDD-BBD9-79C29BBDA6F7}"/>
    <dgm:cxn modelId="{9C102886-0758-432E-B9A3-21AE71F87E52}" type="presOf" srcId="{94BE5AF1-EDB3-4158-8BEE-9DBB0DAA5C1D}" destId="{5C4B2163-CA44-4A2E-8B36-034420C8816D}" srcOrd="0" destOrd="0" presId="urn:microsoft.com/office/officeart/2008/layout/LinedList"/>
    <dgm:cxn modelId="{95729B99-1C84-40D3-B5BE-6CD340CA5B65}" srcId="{94BE5AF1-EDB3-4158-8BEE-9DBB0DAA5C1D}" destId="{0F8D5AA0-E54D-41AA-9D2D-E5246FE15C89}" srcOrd="1" destOrd="0" parTransId="{2F34DCBD-1AC7-4AAC-91D6-7B1874E0342C}" sibTransId="{314B8E77-E97B-4317-890D-B353360E57E4}"/>
    <dgm:cxn modelId="{46FC53A4-6C0C-4553-8FE7-4994C1118531}" type="presOf" srcId="{F03CF01E-E5DF-484E-BC42-24CC2AC23379}" destId="{70512697-0A68-48A3-8674-8DE4172E88FF}" srcOrd="0" destOrd="0" presId="urn:microsoft.com/office/officeart/2008/layout/LinedList"/>
    <dgm:cxn modelId="{5E0183D6-E07F-4100-8356-9EC43CACE049}" type="presOf" srcId="{8D5DA8E8-9421-425C-9803-8E4B2C4C1675}" destId="{7B820E58-8935-4162-B0A9-66A2EDC98EF6}" srcOrd="0" destOrd="0" presId="urn:microsoft.com/office/officeart/2008/layout/LinedList"/>
    <dgm:cxn modelId="{622687F0-D659-4944-BFEA-B3004E46EFB9}" srcId="{94BE5AF1-EDB3-4158-8BEE-9DBB0DAA5C1D}" destId="{8D5DA8E8-9421-425C-9803-8E4B2C4C1675}" srcOrd="0" destOrd="0" parTransId="{A87A9182-11F0-46B7-92DF-33439BCA7C2F}" sibTransId="{C5B5AE23-74C1-4FFC-A7F4-DA6E78F2A31E}"/>
    <dgm:cxn modelId="{B6ABA8F8-18A4-4E59-8072-AD8513AB6021}" type="presOf" srcId="{0F8D5AA0-E54D-41AA-9D2D-E5246FE15C89}" destId="{A16E4504-CD5C-4A87-892F-8498B9CCCE66}" srcOrd="0" destOrd="0" presId="urn:microsoft.com/office/officeart/2008/layout/LinedList"/>
    <dgm:cxn modelId="{F324B066-6970-4E4F-BDAB-5B3268FB97D0}" type="presParOf" srcId="{5C4B2163-CA44-4A2E-8B36-034420C8816D}" destId="{5A27C5F5-23B6-4F45-823A-8F5E25CB4C94}" srcOrd="0" destOrd="0" presId="urn:microsoft.com/office/officeart/2008/layout/LinedList"/>
    <dgm:cxn modelId="{436BDC09-BBC0-4048-A7E7-92BAA744DBA5}" type="presParOf" srcId="{5C4B2163-CA44-4A2E-8B36-034420C8816D}" destId="{6DE39A97-5DFE-4AF8-AD34-B70D1B30343A}" srcOrd="1" destOrd="0" presId="urn:microsoft.com/office/officeart/2008/layout/LinedList"/>
    <dgm:cxn modelId="{B1CE87E9-F1BE-4230-B896-650432884BE5}" type="presParOf" srcId="{6DE39A97-5DFE-4AF8-AD34-B70D1B30343A}" destId="{7B820E58-8935-4162-B0A9-66A2EDC98EF6}" srcOrd="0" destOrd="0" presId="urn:microsoft.com/office/officeart/2008/layout/LinedList"/>
    <dgm:cxn modelId="{8891EAE8-07DA-4AEB-8BA3-C42BDB8BD510}" type="presParOf" srcId="{6DE39A97-5DFE-4AF8-AD34-B70D1B30343A}" destId="{5CE5AF70-9FC4-4670-B269-6F45461B5354}" srcOrd="1" destOrd="0" presId="urn:microsoft.com/office/officeart/2008/layout/LinedList"/>
    <dgm:cxn modelId="{A35B8D0C-5924-4D33-86BB-848B3D17BE5E}" type="presParOf" srcId="{5C4B2163-CA44-4A2E-8B36-034420C8816D}" destId="{587F11C3-042B-43C1-B268-958CF08A1755}" srcOrd="2" destOrd="0" presId="urn:microsoft.com/office/officeart/2008/layout/LinedList"/>
    <dgm:cxn modelId="{D40BDAF9-C12A-45EC-9A12-53AA914B0C5A}" type="presParOf" srcId="{5C4B2163-CA44-4A2E-8B36-034420C8816D}" destId="{F3277A29-5EAE-4DC7-8F67-F8A600FA91D3}" srcOrd="3" destOrd="0" presId="urn:microsoft.com/office/officeart/2008/layout/LinedList"/>
    <dgm:cxn modelId="{E8E716B1-86B9-4AE2-BE3C-BF885D92418C}" type="presParOf" srcId="{F3277A29-5EAE-4DC7-8F67-F8A600FA91D3}" destId="{A16E4504-CD5C-4A87-892F-8498B9CCCE66}" srcOrd="0" destOrd="0" presId="urn:microsoft.com/office/officeart/2008/layout/LinedList"/>
    <dgm:cxn modelId="{A39E443F-A7C7-44EF-9A32-B2BE67CD069F}" type="presParOf" srcId="{F3277A29-5EAE-4DC7-8F67-F8A600FA91D3}" destId="{F085E433-F6F7-4EE5-80BC-077C76F28332}" srcOrd="1" destOrd="0" presId="urn:microsoft.com/office/officeart/2008/layout/LinedList"/>
    <dgm:cxn modelId="{E3307434-0E18-4AE0-93F2-63730B8E1F67}" type="presParOf" srcId="{5C4B2163-CA44-4A2E-8B36-034420C8816D}" destId="{A1DD9C9D-BFCF-4995-AE38-30132D2C7DA2}" srcOrd="4" destOrd="0" presId="urn:microsoft.com/office/officeart/2008/layout/LinedList"/>
    <dgm:cxn modelId="{3C29F303-89F9-4C0A-B630-9377D7740EF9}" type="presParOf" srcId="{5C4B2163-CA44-4A2E-8B36-034420C8816D}" destId="{4731F81B-8084-4FC4-B34E-CEBE9B046FD7}" srcOrd="5" destOrd="0" presId="urn:microsoft.com/office/officeart/2008/layout/LinedList"/>
    <dgm:cxn modelId="{6D686290-5F06-4027-A228-49576AAD8048}" type="presParOf" srcId="{4731F81B-8084-4FC4-B34E-CEBE9B046FD7}" destId="{70512697-0A68-48A3-8674-8DE4172E88FF}" srcOrd="0" destOrd="0" presId="urn:microsoft.com/office/officeart/2008/layout/LinedList"/>
    <dgm:cxn modelId="{DC607AB4-E0C2-4396-8D68-7F14E27BCA6A}" type="presParOf" srcId="{4731F81B-8084-4FC4-B34E-CEBE9B046FD7}" destId="{2FD0CBF0-9DD0-4761-A87C-DF73B2C078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0B775-DCD6-4BEB-BA96-7746953A2534}">
      <dsp:nvSpPr>
        <dsp:cNvPr id="0" name=""/>
        <dsp:cNvSpPr/>
      </dsp:nvSpPr>
      <dsp:spPr>
        <a:xfrm>
          <a:off x="5299645" y="1173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 Info</a:t>
          </a:r>
        </a:p>
      </dsp:txBody>
      <dsp:txXfrm>
        <a:off x="5320042" y="21570"/>
        <a:ext cx="5921307" cy="377044"/>
      </dsp:txXfrm>
    </dsp:sp>
    <dsp:sp modelId="{8D870C57-7ADF-4ADA-A8C8-8067E4E1AA9C}">
      <dsp:nvSpPr>
        <dsp:cNvPr id="0" name=""/>
        <dsp:cNvSpPr/>
      </dsp:nvSpPr>
      <dsp:spPr>
        <a:xfrm>
          <a:off x="5299645" y="43990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4"/>
                <a:satOff val="2471"/>
                <a:lumOff val="-70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4"/>
                <a:satOff val="2471"/>
                <a:lumOff val="-70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4"/>
                <a:satOff val="2471"/>
                <a:lumOff val="-70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Problem</a:t>
          </a:r>
        </a:p>
      </dsp:txBody>
      <dsp:txXfrm>
        <a:off x="5320042" y="460301"/>
        <a:ext cx="5921307" cy="377044"/>
      </dsp:txXfrm>
    </dsp:sp>
    <dsp:sp modelId="{6588EB65-C784-423D-AE18-E3CF6265C1D6}">
      <dsp:nvSpPr>
        <dsp:cNvPr id="0" name=""/>
        <dsp:cNvSpPr/>
      </dsp:nvSpPr>
      <dsp:spPr>
        <a:xfrm>
          <a:off x="5299645" y="878634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Requirements</a:t>
          </a:r>
        </a:p>
      </dsp:txBody>
      <dsp:txXfrm>
        <a:off x="5320042" y="899031"/>
        <a:ext cx="5921307" cy="377044"/>
      </dsp:txXfrm>
    </dsp:sp>
    <dsp:sp modelId="{70189A93-22F1-4B00-BD68-876AE5271AAE}">
      <dsp:nvSpPr>
        <dsp:cNvPr id="0" name=""/>
        <dsp:cNvSpPr/>
      </dsp:nvSpPr>
      <dsp:spPr>
        <a:xfrm>
          <a:off x="5299645" y="1317365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420692"/>
                <a:satOff val="7412"/>
                <a:lumOff val="-2117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420692"/>
                <a:satOff val="7412"/>
                <a:lumOff val="-2117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420692"/>
                <a:satOff val="7412"/>
                <a:lumOff val="-2117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Design</a:t>
          </a:r>
        </a:p>
      </dsp:txBody>
      <dsp:txXfrm>
        <a:off x="5320042" y="1337762"/>
        <a:ext cx="5921307" cy="377044"/>
      </dsp:txXfrm>
    </dsp:sp>
    <dsp:sp modelId="{356775C3-4D34-450A-8B44-7D86E93032A5}">
      <dsp:nvSpPr>
        <dsp:cNvPr id="0" name=""/>
        <dsp:cNvSpPr/>
      </dsp:nvSpPr>
      <dsp:spPr>
        <a:xfrm>
          <a:off x="5299645" y="175609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Implementation</a:t>
          </a:r>
        </a:p>
      </dsp:txBody>
      <dsp:txXfrm>
        <a:off x="5320042" y="1776493"/>
        <a:ext cx="5921307" cy="377044"/>
      </dsp:txXfrm>
    </dsp:sp>
    <dsp:sp modelId="{D22C1773-3F60-41BD-805D-C07FE4D5F633}">
      <dsp:nvSpPr>
        <dsp:cNvPr id="0" name=""/>
        <dsp:cNvSpPr/>
      </dsp:nvSpPr>
      <dsp:spPr>
        <a:xfrm>
          <a:off x="5299645" y="2194826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Dependencies</a:t>
          </a:r>
        </a:p>
      </dsp:txBody>
      <dsp:txXfrm>
        <a:off x="5320042" y="2215223"/>
        <a:ext cx="5921307" cy="377044"/>
      </dsp:txXfrm>
    </dsp:sp>
    <dsp:sp modelId="{18232ADC-C076-49B0-9CD3-41278FA6D915}">
      <dsp:nvSpPr>
        <dsp:cNvPr id="0" name=""/>
        <dsp:cNvSpPr/>
      </dsp:nvSpPr>
      <dsp:spPr>
        <a:xfrm>
          <a:off x="5299645" y="263355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Demo</a:t>
          </a:r>
        </a:p>
      </dsp:txBody>
      <dsp:txXfrm>
        <a:off x="5320042" y="2653954"/>
        <a:ext cx="5921307" cy="377044"/>
      </dsp:txXfrm>
    </dsp:sp>
    <dsp:sp modelId="{C2175BCC-CBB7-4BF3-9511-2D8C3F0FE10F}">
      <dsp:nvSpPr>
        <dsp:cNvPr id="0" name=""/>
        <dsp:cNvSpPr/>
      </dsp:nvSpPr>
      <dsp:spPr>
        <a:xfrm>
          <a:off x="5299645" y="3072287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314947"/>
                <a:satOff val="17295"/>
                <a:lumOff val="-4941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314947"/>
                <a:satOff val="17295"/>
                <a:lumOff val="-4941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314947"/>
                <a:satOff val="17295"/>
                <a:lumOff val="-4941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Testing</a:t>
          </a:r>
        </a:p>
      </dsp:txBody>
      <dsp:txXfrm>
        <a:off x="5320042" y="3092684"/>
        <a:ext cx="5921307" cy="377044"/>
      </dsp:txXfrm>
    </dsp:sp>
    <dsp:sp modelId="{1A5ED826-5D00-4CB2-87B5-BEC5EC62E772}">
      <dsp:nvSpPr>
        <dsp:cNvPr id="0" name=""/>
        <dsp:cNvSpPr/>
      </dsp:nvSpPr>
      <dsp:spPr>
        <a:xfrm>
          <a:off x="5299645" y="3511018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Maintainability</a:t>
          </a:r>
        </a:p>
      </dsp:txBody>
      <dsp:txXfrm>
        <a:off x="5320042" y="3531415"/>
        <a:ext cx="5921307" cy="377044"/>
      </dsp:txXfrm>
    </dsp:sp>
    <dsp:sp modelId="{9A56D476-57EC-4DAE-8286-533FD3497850}">
      <dsp:nvSpPr>
        <dsp:cNvPr id="0" name=""/>
        <dsp:cNvSpPr/>
      </dsp:nvSpPr>
      <dsp:spPr>
        <a:xfrm>
          <a:off x="5299645" y="394974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262075"/>
                <a:satOff val="22236"/>
                <a:lumOff val="-635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262075"/>
                <a:satOff val="22236"/>
                <a:lumOff val="-635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262075"/>
                <a:satOff val="22236"/>
                <a:lumOff val="-635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Achieved Goals</a:t>
          </a:r>
        </a:p>
      </dsp:txBody>
      <dsp:txXfrm>
        <a:off x="5320042" y="3970146"/>
        <a:ext cx="5921307" cy="377044"/>
      </dsp:txXfrm>
    </dsp:sp>
    <dsp:sp modelId="{DD9B7236-1E08-409A-9F65-F940323D19C0}">
      <dsp:nvSpPr>
        <dsp:cNvPr id="0" name=""/>
        <dsp:cNvSpPr/>
      </dsp:nvSpPr>
      <dsp:spPr>
        <a:xfrm>
          <a:off x="5299645" y="4388479"/>
          <a:ext cx="5962101" cy="417838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Conclusion</a:t>
          </a:r>
        </a:p>
      </dsp:txBody>
      <dsp:txXfrm>
        <a:off x="5320042" y="4408876"/>
        <a:ext cx="5921307" cy="377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91D1-6D80-409C-8DD3-C5355BCA161E}">
      <dsp:nvSpPr>
        <dsp:cNvPr id="0" name=""/>
        <dsp:cNvSpPr/>
      </dsp:nvSpPr>
      <dsp:spPr>
        <a:xfrm>
          <a:off x="1194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Java is used as the language to create the functionality.</a:t>
          </a:r>
          <a:endParaRPr lang="en-US" sz="2600" kern="1200">
            <a:latin typeface="Calibri Light"/>
            <a:cs typeface="Calibri Light"/>
          </a:endParaRPr>
        </a:p>
      </dsp:txBody>
      <dsp:txXfrm>
        <a:off x="1194" y="1298157"/>
        <a:ext cx="4657797" cy="2049723"/>
      </dsp:txXfrm>
    </dsp:sp>
    <dsp:sp modelId="{597195F3-8CB3-4811-882F-FE6D6334DA6A}">
      <dsp:nvSpPr>
        <dsp:cNvPr id="0" name=""/>
        <dsp:cNvSpPr/>
      </dsp:nvSpPr>
      <dsp:spPr>
        <a:xfrm>
          <a:off x="181766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967749" y="491707"/>
        <a:ext cx="724687" cy="724687"/>
      </dsp:txXfrm>
    </dsp:sp>
    <dsp:sp modelId="{A1922B38-34AD-4EB6-B9CC-FE8971C3AAC2}">
      <dsp:nvSpPr>
        <dsp:cNvPr id="0" name=""/>
        <dsp:cNvSpPr/>
      </dsp:nvSpPr>
      <dsp:spPr>
        <a:xfrm>
          <a:off x="1194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7FC83B-2369-4F8B-9C52-B676CFE5B04C}">
      <dsp:nvSpPr>
        <dsp:cNvPr id="0" name=""/>
        <dsp:cNvSpPr/>
      </dsp:nvSpPr>
      <dsp:spPr>
        <a:xfrm>
          <a:off x="5124771" y="0"/>
          <a:ext cx="4657797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>
              <a:latin typeface="Calibri Light"/>
              <a:cs typeface="Calibri Light"/>
            </a:rPr>
            <a:t>Only freely distributed, open-source dependencies are used. </a:t>
          </a:r>
          <a:endParaRPr lang="en-US" sz="2600" kern="1200">
            <a:latin typeface="Calibri Light"/>
            <a:cs typeface="Calibri Light"/>
          </a:endParaRPr>
        </a:p>
      </dsp:txBody>
      <dsp:txXfrm>
        <a:off x="5124771" y="1298157"/>
        <a:ext cx="4657797" cy="2049723"/>
      </dsp:txXfrm>
    </dsp:sp>
    <dsp:sp modelId="{27F42628-A9E3-444D-91AB-F8D40662D298}">
      <dsp:nvSpPr>
        <dsp:cNvPr id="0" name=""/>
        <dsp:cNvSpPr/>
      </dsp:nvSpPr>
      <dsp:spPr>
        <a:xfrm>
          <a:off x="694123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091326" y="491707"/>
        <a:ext cx="724687" cy="724687"/>
      </dsp:txXfrm>
    </dsp:sp>
    <dsp:sp modelId="{5CD7EB34-BB3F-4D6C-B97C-E64F78A6C3B5}">
      <dsp:nvSpPr>
        <dsp:cNvPr id="0" name=""/>
        <dsp:cNvSpPr/>
      </dsp:nvSpPr>
      <dsp:spPr>
        <a:xfrm>
          <a:off x="5124771" y="3416133"/>
          <a:ext cx="4657797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9120F-1E05-42E6-A610-BD48279A0F66}">
      <dsp:nvSpPr>
        <dsp:cNvPr id="0" name=""/>
        <dsp:cNvSpPr/>
      </dsp:nvSpPr>
      <dsp:spPr>
        <a:xfrm>
          <a:off x="0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Intellij IDEA IDE</a:t>
          </a:r>
        </a:p>
      </dsp:txBody>
      <dsp:txXfrm>
        <a:off x="0" y="1298157"/>
        <a:ext cx="3057425" cy="2049723"/>
      </dsp:txXfrm>
    </dsp:sp>
    <dsp:sp modelId="{9125B8CB-13B2-402B-9231-DDC610FF1139}">
      <dsp:nvSpPr>
        <dsp:cNvPr id="0" name=""/>
        <dsp:cNvSpPr/>
      </dsp:nvSpPr>
      <dsp:spPr>
        <a:xfrm>
          <a:off x="1016282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6369" y="491707"/>
        <a:ext cx="724687" cy="724687"/>
      </dsp:txXfrm>
    </dsp:sp>
    <dsp:sp modelId="{2C6FFCC4-FB97-4C0D-84E8-2722192A5E8F}">
      <dsp:nvSpPr>
        <dsp:cNvPr id="0" name=""/>
        <dsp:cNvSpPr/>
      </dsp:nvSpPr>
      <dsp:spPr>
        <a:xfrm>
          <a:off x="0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947128"/>
              <a:satOff val="4941"/>
              <a:lumOff val="-141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2D977C-D6B3-464A-97F1-DF3FDA6A2E39}">
      <dsp:nvSpPr>
        <dsp:cNvPr id="0" name=""/>
        <dsp:cNvSpPr/>
      </dsp:nvSpPr>
      <dsp:spPr>
        <a:xfrm>
          <a:off x="3363168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Github used for version control</a:t>
          </a:r>
        </a:p>
      </dsp:txBody>
      <dsp:txXfrm>
        <a:off x="3363168" y="1298157"/>
        <a:ext cx="3057425" cy="2049723"/>
      </dsp:txXfrm>
    </dsp:sp>
    <dsp:sp modelId="{5AE3BE9A-4EC7-45F6-AEFA-9D31E36A7278}">
      <dsp:nvSpPr>
        <dsp:cNvPr id="0" name=""/>
        <dsp:cNvSpPr/>
      </dsp:nvSpPr>
      <dsp:spPr>
        <a:xfrm>
          <a:off x="4379450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894255"/>
              <a:satOff val="9883"/>
              <a:lumOff val="-2823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29537" y="491707"/>
        <a:ext cx="724687" cy="724687"/>
      </dsp:txXfrm>
    </dsp:sp>
    <dsp:sp modelId="{33F60D37-6698-4EC7-85BD-05040EA7977C}">
      <dsp:nvSpPr>
        <dsp:cNvPr id="0" name=""/>
        <dsp:cNvSpPr/>
      </dsp:nvSpPr>
      <dsp:spPr>
        <a:xfrm>
          <a:off x="3363168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841383"/>
              <a:satOff val="14824"/>
              <a:lumOff val="-423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1EA95A-D553-4606-9EB2-C2AD26934FB6}">
      <dsp:nvSpPr>
        <dsp:cNvPr id="0" name=""/>
        <dsp:cNvSpPr/>
      </dsp:nvSpPr>
      <dsp:spPr>
        <a:xfrm>
          <a:off x="6726337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Maven for building and testing tool</a:t>
          </a:r>
        </a:p>
      </dsp:txBody>
      <dsp:txXfrm>
        <a:off x="6726337" y="1298157"/>
        <a:ext cx="3057425" cy="2049723"/>
      </dsp:txXfrm>
    </dsp:sp>
    <dsp:sp modelId="{986096A8-28E9-431E-AA16-BDE49059006D}">
      <dsp:nvSpPr>
        <dsp:cNvPr id="0" name=""/>
        <dsp:cNvSpPr/>
      </dsp:nvSpPr>
      <dsp:spPr>
        <a:xfrm>
          <a:off x="7742619" y="341620"/>
          <a:ext cx="1024861" cy="1024861"/>
        </a:xfrm>
        <a:prstGeom prst="ellipse">
          <a:avLst/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788511"/>
              <a:satOff val="19766"/>
              <a:lumOff val="-5646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92706" y="491707"/>
        <a:ext cx="724687" cy="724687"/>
      </dsp:txXfrm>
    </dsp:sp>
    <dsp:sp modelId="{6E74E5CC-C196-476E-8348-7C03C1004B93}">
      <dsp:nvSpPr>
        <dsp:cNvPr id="0" name=""/>
        <dsp:cNvSpPr/>
      </dsp:nvSpPr>
      <dsp:spPr>
        <a:xfrm>
          <a:off x="6726337" y="3416133"/>
          <a:ext cx="3057425" cy="72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FD602-6992-490D-8424-29A694C2BCA3}">
      <dsp:nvSpPr>
        <dsp:cNvPr id="0" name=""/>
        <dsp:cNvSpPr/>
      </dsp:nvSpPr>
      <dsp:spPr>
        <a:xfrm>
          <a:off x="1194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 Build automation tool</a:t>
          </a:r>
        </a:p>
      </dsp:txBody>
      <dsp:txXfrm>
        <a:off x="1194" y="310763"/>
        <a:ext cx="4657797" cy="2794678"/>
      </dsp:txXfrm>
    </dsp:sp>
    <dsp:sp modelId="{B64C096F-9544-49B5-8B76-40DCCF61827C}">
      <dsp:nvSpPr>
        <dsp:cNvPr id="0" name=""/>
        <dsp:cNvSpPr/>
      </dsp:nvSpPr>
      <dsp:spPr>
        <a:xfrm>
          <a:off x="5124771" y="310763"/>
          <a:ext cx="4657797" cy="2794678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Dependency manager</a:t>
          </a:r>
        </a:p>
      </dsp:txBody>
      <dsp:txXfrm>
        <a:off x="5124771" y="310763"/>
        <a:ext cx="4657797" cy="2794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987C-D8CE-4332-BA7D-8983D89FA10F}">
      <dsp:nvSpPr>
        <dsp:cNvPr id="0" name=""/>
        <dsp:cNvSpPr/>
      </dsp:nvSpPr>
      <dsp:spPr>
        <a:xfrm>
          <a:off x="0" y="417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40A18C-9C61-4D54-BB9F-FE89015E4786}">
      <dsp:nvSpPr>
        <dsp:cNvPr id="0" name=""/>
        <dsp:cNvSpPr/>
      </dsp:nvSpPr>
      <dsp:spPr>
        <a:xfrm>
          <a:off x="0" y="417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Pre-processing</a:t>
          </a:r>
          <a:endParaRPr lang="en-US" sz="31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417"/>
        <a:ext cx="9783763" cy="683074"/>
      </dsp:txXfrm>
    </dsp:sp>
    <dsp:sp modelId="{11DD5ED6-9BB8-447E-8556-157E784CD8AF}">
      <dsp:nvSpPr>
        <dsp:cNvPr id="0" name=""/>
        <dsp:cNvSpPr/>
      </dsp:nvSpPr>
      <dsp:spPr>
        <a:xfrm>
          <a:off x="0" y="683491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A3326-E388-4201-9561-6C28C521A61B}">
      <dsp:nvSpPr>
        <dsp:cNvPr id="0" name=""/>
        <dsp:cNvSpPr/>
      </dsp:nvSpPr>
      <dsp:spPr>
        <a:xfrm>
          <a:off x="0" y="683491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683491"/>
        <a:ext cx="9783763" cy="683074"/>
      </dsp:txXfrm>
    </dsp:sp>
    <dsp:sp modelId="{EACD4E7D-D4AC-4EF7-BD19-BC7258C20134}">
      <dsp:nvSpPr>
        <dsp:cNvPr id="0" name=""/>
        <dsp:cNvSpPr/>
      </dsp:nvSpPr>
      <dsp:spPr>
        <a:xfrm>
          <a:off x="0" y="1366565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F658D-09D9-4683-8D76-50174549155A}">
      <dsp:nvSpPr>
        <dsp:cNvPr id="0" name=""/>
        <dsp:cNvSpPr/>
      </dsp:nvSpPr>
      <dsp:spPr>
        <a:xfrm>
          <a:off x="0" y="1366565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Record pair comparison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1366565"/>
        <a:ext cx="9783763" cy="683074"/>
      </dsp:txXfrm>
    </dsp:sp>
    <dsp:sp modelId="{43B8489A-53E0-4BE7-A7F4-17D913E34C3D}">
      <dsp:nvSpPr>
        <dsp:cNvPr id="0" name=""/>
        <dsp:cNvSpPr/>
      </dsp:nvSpPr>
      <dsp:spPr>
        <a:xfrm>
          <a:off x="0" y="2049639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3582-217B-4127-B7D7-D3EB58FF463E}">
      <dsp:nvSpPr>
        <dsp:cNvPr id="0" name=""/>
        <dsp:cNvSpPr/>
      </dsp:nvSpPr>
      <dsp:spPr>
        <a:xfrm>
          <a:off x="0" y="2049639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Classification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049639"/>
        <a:ext cx="9783763" cy="683074"/>
      </dsp:txXfrm>
    </dsp:sp>
    <dsp:sp modelId="{17BF2038-1D1F-4B6C-9D88-0E9961FF9C31}">
      <dsp:nvSpPr>
        <dsp:cNvPr id="0" name=""/>
        <dsp:cNvSpPr/>
      </dsp:nvSpPr>
      <dsp:spPr>
        <a:xfrm>
          <a:off x="0" y="2732713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BC6428-097E-4D3A-A1AB-135F884857CF}">
      <dsp:nvSpPr>
        <dsp:cNvPr id="0" name=""/>
        <dsp:cNvSpPr/>
      </dsp:nvSpPr>
      <dsp:spPr>
        <a:xfrm>
          <a:off x="0" y="2732713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Evaluation</a:t>
          </a:r>
          <a:endParaRPr lang="en-US" sz="31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732713"/>
        <a:ext cx="9783763" cy="683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06326-FBB7-404D-9842-5E50458CA793}">
      <dsp:nvSpPr>
        <dsp:cNvPr id="0" name=""/>
        <dsp:cNvSpPr/>
      </dsp:nvSpPr>
      <dsp:spPr>
        <a:xfrm>
          <a:off x="3952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Remove</a:t>
          </a:r>
        </a:p>
      </dsp:txBody>
      <dsp:txXfrm>
        <a:off x="3952" y="85347"/>
        <a:ext cx="2376667" cy="576000"/>
      </dsp:txXfrm>
    </dsp:sp>
    <dsp:sp modelId="{F9C3E665-B8BB-4E61-BAC8-B3A52C325D35}">
      <dsp:nvSpPr>
        <dsp:cNvPr id="0" name=""/>
        <dsp:cNvSpPr/>
      </dsp:nvSpPr>
      <dsp:spPr>
        <a:xfrm>
          <a:off x="3952" y="671853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Unwanted characters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Punctuation, tabs, new lines</a:t>
          </a:r>
        </a:p>
      </dsp:txBody>
      <dsp:txXfrm>
        <a:off x="3952" y="671853"/>
        <a:ext cx="2376667" cy="3293303"/>
      </dsp:txXfrm>
    </dsp:sp>
    <dsp:sp modelId="{F42C6B58-D9EE-448A-948D-50CDFC4BDCA9}">
      <dsp:nvSpPr>
        <dsp:cNvPr id="0" name=""/>
        <dsp:cNvSpPr/>
      </dsp:nvSpPr>
      <dsp:spPr>
        <a:xfrm>
          <a:off x="2713353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Trim</a:t>
          </a:r>
        </a:p>
      </dsp:txBody>
      <dsp:txXfrm>
        <a:off x="2713353" y="85347"/>
        <a:ext cx="2376667" cy="576000"/>
      </dsp:txXfrm>
    </dsp:sp>
    <dsp:sp modelId="{AD9DE300-977E-4F8C-9E3C-5D6C98F0CBE0}">
      <dsp:nvSpPr>
        <dsp:cNvPr id="0" name=""/>
        <dsp:cNvSpPr/>
      </dsp:nvSpPr>
      <dsp:spPr>
        <a:xfrm>
          <a:off x="2713353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All unnecessary whitespace</a:t>
          </a:r>
        </a:p>
      </dsp:txBody>
      <dsp:txXfrm>
        <a:off x="2713353" y="661347"/>
        <a:ext cx="2376667" cy="3293303"/>
      </dsp:txXfrm>
    </dsp:sp>
    <dsp:sp modelId="{A9488153-CE7A-4FE3-887C-2CFC8E597351}">
      <dsp:nvSpPr>
        <dsp:cNvPr id="0" name=""/>
        <dsp:cNvSpPr/>
      </dsp:nvSpPr>
      <dsp:spPr>
        <a:xfrm>
          <a:off x="5422754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Combine</a:t>
          </a:r>
        </a:p>
      </dsp:txBody>
      <dsp:txXfrm>
        <a:off x="5422754" y="85347"/>
        <a:ext cx="2376667" cy="576000"/>
      </dsp:txXfrm>
    </dsp:sp>
    <dsp:sp modelId="{CE2966C5-A7A0-404F-8C3A-2B9C75C5BC41}">
      <dsp:nvSpPr>
        <dsp:cNvPr id="0" name=""/>
        <dsp:cNvSpPr/>
      </dsp:nvSpPr>
      <dsp:spPr>
        <a:xfrm>
          <a:off x="5422754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Related fields into a single field 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Address_1 &amp; Address_2 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Address</a:t>
          </a:r>
        </a:p>
      </dsp:txBody>
      <dsp:txXfrm>
        <a:off x="5422754" y="661347"/>
        <a:ext cx="2376667" cy="3293303"/>
      </dsp:txXfrm>
    </dsp:sp>
    <dsp:sp modelId="{C002646F-ED7E-4E38-BE1B-E290CE09F2CD}">
      <dsp:nvSpPr>
        <dsp:cNvPr id="0" name=""/>
        <dsp:cNvSpPr/>
      </dsp:nvSpPr>
      <dsp:spPr>
        <a:xfrm>
          <a:off x="8132155" y="85347"/>
          <a:ext cx="2376667" cy="5760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Standardize</a:t>
          </a:r>
        </a:p>
      </dsp:txBody>
      <dsp:txXfrm>
        <a:off x="8132155" y="85347"/>
        <a:ext cx="2376667" cy="576000"/>
      </dsp:txXfrm>
    </dsp:sp>
    <dsp:sp modelId="{F6A86B51-9EDB-46C6-9470-D3F22EDEADA5}">
      <dsp:nvSpPr>
        <dsp:cNvPr id="0" name=""/>
        <dsp:cNvSpPr/>
      </dsp:nvSpPr>
      <dsp:spPr>
        <a:xfrm>
          <a:off x="8132155" y="661347"/>
          <a:ext cx="2376667" cy="3293303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Common address abbreviations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Ex. </a:t>
          </a:r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 State St</a:t>
          </a:r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914400" lvl="4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123 NORTH STATE STREET</a:t>
          </a:r>
        </a:p>
      </dsp:txBody>
      <dsp:txXfrm>
        <a:off x="8132155" y="661347"/>
        <a:ext cx="2376667" cy="32933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66695"/>
          <a:ext cx="6765925" cy="264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N*M comparisons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Master data set– 21,450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Match data set– 29,585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634,598,250 comparisons!</a:t>
          </a:r>
        </a:p>
      </dsp:txBody>
      <dsp:txXfrm>
        <a:off x="0" y="466695"/>
        <a:ext cx="6765925" cy="2649150"/>
      </dsp:txXfrm>
    </dsp:sp>
    <dsp:sp modelId="{028E6A7E-23BA-4F12-8DC1-7FD956608DDD}">
      <dsp:nvSpPr>
        <dsp:cNvPr id="0" name=""/>
        <dsp:cNvSpPr/>
      </dsp:nvSpPr>
      <dsp:spPr>
        <a:xfrm>
          <a:off x="338296" y="38655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 complexity</a:t>
          </a:r>
        </a:p>
      </dsp:txBody>
      <dsp:txXfrm>
        <a:off x="380086" y="80445"/>
        <a:ext cx="4652567" cy="772500"/>
      </dsp:txXfrm>
    </dsp:sp>
    <dsp:sp modelId="{07B3EA0B-0A65-415B-9037-DA23320F68C7}">
      <dsp:nvSpPr>
        <dsp:cNvPr id="0" name=""/>
        <dsp:cNvSpPr/>
      </dsp:nvSpPr>
      <dsp:spPr>
        <a:xfrm>
          <a:off x="0" y="3700486"/>
          <a:ext cx="6765925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Over 25 minutes!</a:t>
          </a:r>
        </a:p>
      </dsp:txBody>
      <dsp:txXfrm>
        <a:off x="0" y="3700486"/>
        <a:ext cx="6765925" cy="1233225"/>
      </dsp:txXfrm>
    </dsp:sp>
    <dsp:sp modelId="{6A9ADE83-535F-402B-8DB7-34B1937E93A9}">
      <dsp:nvSpPr>
        <dsp:cNvPr id="0" name=""/>
        <dsp:cNvSpPr/>
      </dsp:nvSpPr>
      <dsp:spPr>
        <a:xfrm>
          <a:off x="338296" y="3272446"/>
          <a:ext cx="4736147" cy="85608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0086" y="3314236"/>
        <a:ext cx="4652567" cy="772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11653"/>
          <a:ext cx="6918636" cy="289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62356" rIns="53696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Group similar records together by phonetic encoding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Parallel processing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841,138 comparisons!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Reduced # of comparisons by </a:t>
          </a:r>
          <a:r>
            <a:rPr lang="en-US" sz="2700" b="1" kern="1200" dirty="0"/>
            <a:t>99.9</a:t>
          </a:r>
          <a:r>
            <a:rPr lang="en-US" sz="2700" kern="1200" dirty="0"/>
            <a:t>%</a:t>
          </a:r>
        </a:p>
      </dsp:txBody>
      <dsp:txXfrm>
        <a:off x="0" y="411653"/>
        <a:ext cx="6918636" cy="2891700"/>
      </dsp:txXfrm>
    </dsp:sp>
    <dsp:sp modelId="{028E6A7E-23BA-4F12-8DC1-7FD956608DDD}">
      <dsp:nvSpPr>
        <dsp:cNvPr id="0" name=""/>
        <dsp:cNvSpPr/>
      </dsp:nvSpPr>
      <dsp:spPr>
        <a:xfrm>
          <a:off x="345931" y="13133"/>
          <a:ext cx="4843045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Indexing approach</a:t>
          </a:r>
        </a:p>
      </dsp:txBody>
      <dsp:txXfrm>
        <a:off x="384839" y="52041"/>
        <a:ext cx="4765229" cy="719224"/>
      </dsp:txXfrm>
    </dsp:sp>
    <dsp:sp modelId="{07B3EA0B-0A65-415B-9037-DA23320F68C7}">
      <dsp:nvSpPr>
        <dsp:cNvPr id="0" name=""/>
        <dsp:cNvSpPr/>
      </dsp:nvSpPr>
      <dsp:spPr>
        <a:xfrm>
          <a:off x="0" y="3847674"/>
          <a:ext cx="6918636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963" tIns="562356" rIns="536963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~1</a:t>
          </a:r>
          <a:r>
            <a:rPr lang="en-US" sz="2700" kern="1200" dirty="0"/>
            <a:t> second!</a:t>
          </a:r>
        </a:p>
      </dsp:txBody>
      <dsp:txXfrm>
        <a:off x="0" y="3847674"/>
        <a:ext cx="6918636" cy="1148175"/>
      </dsp:txXfrm>
    </dsp:sp>
    <dsp:sp modelId="{6A9ADE83-535F-402B-8DB7-34B1937E93A9}">
      <dsp:nvSpPr>
        <dsp:cNvPr id="0" name=""/>
        <dsp:cNvSpPr/>
      </dsp:nvSpPr>
      <dsp:spPr>
        <a:xfrm>
          <a:off x="345931" y="3449154"/>
          <a:ext cx="4843045" cy="797040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3056" tIns="0" rIns="18305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Time</a:t>
          </a:r>
        </a:p>
      </dsp:txBody>
      <dsp:txXfrm>
        <a:off x="384839" y="3488062"/>
        <a:ext cx="4765229" cy="7192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6F640-564D-441D-A5AD-C0C40062C324}">
      <dsp:nvSpPr>
        <dsp:cNvPr id="0" name=""/>
        <dsp:cNvSpPr/>
      </dsp:nvSpPr>
      <dsp:spPr>
        <a:xfrm>
          <a:off x="798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Similarity Metric</a:t>
          </a:r>
        </a:p>
      </dsp:txBody>
      <dsp:txXfrm>
        <a:off x="26752" y="534306"/>
        <a:ext cx="3492664" cy="834235"/>
      </dsp:txXfrm>
    </dsp:sp>
    <dsp:sp modelId="{F7B44F27-8D32-48FF-8826-BD05CF95E4AE}">
      <dsp:nvSpPr>
        <dsp:cNvPr id="0" name=""/>
        <dsp:cNvSpPr/>
      </dsp:nvSpPr>
      <dsp:spPr>
        <a:xfrm rot="5400000">
          <a:off x="1695547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DF8A16-CCFA-4B31-91B6-8CA6DA9C939B}">
      <dsp:nvSpPr>
        <dsp:cNvPr id="0" name=""/>
        <dsp:cNvSpPr/>
      </dsp:nvSpPr>
      <dsp:spPr>
        <a:xfrm>
          <a:off x="798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Century Gothic" panose="020B0502020202020204"/>
            </a:rPr>
            <a:t>Levenshtein</a:t>
          </a:r>
          <a:r>
            <a:rPr lang="en-US" sz="2300" kern="1200" dirty="0">
              <a:latin typeface="Century Gothic" panose="020B0502020202020204"/>
            </a:rPr>
            <a:t> Distance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entury Gothic" panose="020B0502020202020204"/>
            </a:rPr>
            <a:t>Ex. Axel ~ Axe = 75</a:t>
          </a:r>
        </a:p>
      </dsp:txBody>
      <dsp:txXfrm>
        <a:off x="26752" y="1730599"/>
        <a:ext cx="3492664" cy="834235"/>
      </dsp:txXfrm>
    </dsp:sp>
    <dsp:sp modelId="{3EBF592A-E30A-45DE-9EDD-356D40AF341D}">
      <dsp:nvSpPr>
        <dsp:cNvPr id="0" name=""/>
        <dsp:cNvSpPr/>
      </dsp:nvSpPr>
      <dsp:spPr>
        <a:xfrm rot="5400000">
          <a:off x="1695547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947128"/>
                <a:satOff val="4941"/>
                <a:lumOff val="-1412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947128"/>
                <a:satOff val="4941"/>
                <a:lumOff val="-1412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947128"/>
                <a:satOff val="4941"/>
                <a:lumOff val="-1412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F371C-8A38-4E55-8551-896D7E61BD98}">
      <dsp:nvSpPr>
        <dsp:cNvPr id="0" name=""/>
        <dsp:cNvSpPr/>
      </dsp:nvSpPr>
      <dsp:spPr>
        <a:xfrm>
          <a:off x="798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673773"/>
            <a:satOff val="-399"/>
            <a:lumOff val="-9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673773"/>
              <a:satOff val="-399"/>
              <a:lumOff val="-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Ratio between 0 – 100</a:t>
          </a:r>
        </a:p>
      </dsp:txBody>
      <dsp:txXfrm>
        <a:off x="26752" y="2926893"/>
        <a:ext cx="3492664" cy="834235"/>
      </dsp:txXfrm>
    </dsp:sp>
    <dsp:sp modelId="{2A6CC642-ED98-477F-800C-E6B8666570A2}">
      <dsp:nvSpPr>
        <dsp:cNvPr id="0" name=""/>
        <dsp:cNvSpPr/>
      </dsp:nvSpPr>
      <dsp:spPr>
        <a:xfrm>
          <a:off x="4041611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Weights</a:t>
          </a:r>
        </a:p>
      </dsp:txBody>
      <dsp:txXfrm>
        <a:off x="4067565" y="534306"/>
        <a:ext cx="3492664" cy="834235"/>
      </dsp:txXfrm>
    </dsp:sp>
    <dsp:sp modelId="{34EFB7F3-3D94-4ACA-BB41-7CF507BC2021}">
      <dsp:nvSpPr>
        <dsp:cNvPr id="0" name=""/>
        <dsp:cNvSpPr/>
      </dsp:nvSpPr>
      <dsp:spPr>
        <a:xfrm rot="5400000">
          <a:off x="5736360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1894255"/>
                <a:satOff val="9883"/>
                <a:lumOff val="-282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894255"/>
                <a:satOff val="9883"/>
                <a:lumOff val="-282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894255"/>
                <a:satOff val="9883"/>
                <a:lumOff val="-282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09AAB9-0315-4ECC-8A96-AD7827E02F8F}">
      <dsp:nvSpPr>
        <dsp:cNvPr id="0" name=""/>
        <dsp:cNvSpPr/>
      </dsp:nvSpPr>
      <dsp:spPr>
        <a:xfrm>
          <a:off x="4041611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1347545"/>
            <a:satOff val="-798"/>
            <a:lumOff val="-193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347545"/>
              <a:satOff val="-798"/>
              <a:lumOff val="-1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Weights per field</a:t>
          </a:r>
        </a:p>
      </dsp:txBody>
      <dsp:txXfrm>
        <a:off x="4067565" y="1730599"/>
        <a:ext cx="3492664" cy="834235"/>
      </dsp:txXfrm>
    </dsp:sp>
    <dsp:sp modelId="{24B1C36D-6622-401D-9D69-1D125DD8F20D}">
      <dsp:nvSpPr>
        <dsp:cNvPr id="0" name=""/>
        <dsp:cNvSpPr/>
      </dsp:nvSpPr>
      <dsp:spPr>
        <a:xfrm rot="5400000">
          <a:off x="5736360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2841383"/>
                <a:satOff val="14824"/>
                <a:lumOff val="-423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841383"/>
                <a:satOff val="14824"/>
                <a:lumOff val="-423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841383"/>
                <a:satOff val="14824"/>
                <a:lumOff val="-423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E052A0-552E-4CF4-869D-0B9EB1893BF1}">
      <dsp:nvSpPr>
        <dsp:cNvPr id="0" name=""/>
        <dsp:cNvSpPr/>
      </dsp:nvSpPr>
      <dsp:spPr>
        <a:xfrm>
          <a:off x="4041611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021318"/>
            <a:satOff val="-1198"/>
            <a:lumOff val="-289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021318"/>
              <a:satOff val="-1198"/>
              <a:lumOff val="-28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Sum of weights equal to 1</a:t>
          </a:r>
        </a:p>
      </dsp:txBody>
      <dsp:txXfrm>
        <a:off x="4067565" y="2926893"/>
        <a:ext cx="3492664" cy="834235"/>
      </dsp:txXfrm>
    </dsp:sp>
    <dsp:sp modelId="{FE29B2E6-0DFD-4E8D-8A1D-A3FEE9155C59}">
      <dsp:nvSpPr>
        <dsp:cNvPr id="0" name=""/>
        <dsp:cNvSpPr/>
      </dsp:nvSpPr>
      <dsp:spPr>
        <a:xfrm>
          <a:off x="8082424" y="508352"/>
          <a:ext cx="3544572" cy="886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Confidence</a:t>
          </a:r>
        </a:p>
      </dsp:txBody>
      <dsp:txXfrm>
        <a:off x="8108378" y="534306"/>
        <a:ext cx="3492664" cy="834235"/>
      </dsp:txXfrm>
    </dsp:sp>
    <dsp:sp modelId="{F27FDEDF-EFBC-406B-845C-1BC921088F27}">
      <dsp:nvSpPr>
        <dsp:cNvPr id="0" name=""/>
        <dsp:cNvSpPr/>
      </dsp:nvSpPr>
      <dsp:spPr>
        <a:xfrm rot="5400000">
          <a:off x="9777173" y="1472033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3788511"/>
                <a:satOff val="19766"/>
                <a:lumOff val="-5646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788511"/>
                <a:satOff val="19766"/>
                <a:lumOff val="-5646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788511"/>
                <a:satOff val="19766"/>
                <a:lumOff val="-5646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7C6C62-E4C1-4262-ABF0-82E969C3FF31}">
      <dsp:nvSpPr>
        <dsp:cNvPr id="0" name=""/>
        <dsp:cNvSpPr/>
      </dsp:nvSpPr>
      <dsp:spPr>
        <a:xfrm>
          <a:off x="8082424" y="1704645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2695091"/>
            <a:satOff val="-1597"/>
            <a:lumOff val="-38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695091"/>
              <a:satOff val="-1597"/>
              <a:lumOff val="-38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000000"/>
              </a:solidFill>
              <a:latin typeface="Century Gothic" panose="020B0502020202020204"/>
            </a:rPr>
            <a:t>Sum of each field's similarity * weight</a:t>
          </a:r>
        </a:p>
      </dsp:txBody>
      <dsp:txXfrm>
        <a:off x="8108378" y="1730599"/>
        <a:ext cx="3492664" cy="834235"/>
      </dsp:txXfrm>
    </dsp:sp>
    <dsp:sp modelId="{280C6913-0113-4971-8841-173AD483A080}">
      <dsp:nvSpPr>
        <dsp:cNvPr id="0" name=""/>
        <dsp:cNvSpPr/>
      </dsp:nvSpPr>
      <dsp:spPr>
        <a:xfrm rot="5400000">
          <a:off x="9777173" y="2668326"/>
          <a:ext cx="155075" cy="15507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132EA2-E65B-47AF-8306-9F33DDC80205}">
      <dsp:nvSpPr>
        <dsp:cNvPr id="0" name=""/>
        <dsp:cNvSpPr/>
      </dsp:nvSpPr>
      <dsp:spPr>
        <a:xfrm>
          <a:off x="8082424" y="2900939"/>
          <a:ext cx="3544572" cy="886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entury Gothic" panose="020B0502020202020204"/>
            </a:rPr>
            <a:t>A score of 100 is a perfect match</a:t>
          </a:r>
        </a:p>
      </dsp:txBody>
      <dsp:txXfrm>
        <a:off x="8108378" y="2926893"/>
        <a:ext cx="3492664" cy="8342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B8A2A-4198-4E63-8C84-DD8797087684}">
      <dsp:nvSpPr>
        <dsp:cNvPr id="0" name=""/>
        <dsp:cNvSpPr/>
      </dsp:nvSpPr>
      <dsp:spPr>
        <a:xfrm>
          <a:off x="3007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</a:rPr>
            <a:t>Non-match 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</a:endParaRPr>
        </a:p>
      </dsp:txBody>
      <dsp:txXfrm>
        <a:off x="3007" y="429933"/>
        <a:ext cx="2932733" cy="1157375"/>
      </dsp:txXfrm>
    </dsp:sp>
    <dsp:sp modelId="{9C8415EA-9F97-423D-85D6-1361494AF506}">
      <dsp:nvSpPr>
        <dsp:cNvPr id="0" name=""/>
        <dsp:cNvSpPr/>
      </dsp:nvSpPr>
      <dsp:spPr>
        <a:xfrm>
          <a:off x="3007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[ 0, 70)</a:t>
          </a:r>
          <a:endParaRPr lang="en-US" sz="3200" kern="1200">
            <a:latin typeface="Century Gothic"/>
          </a:endParaRPr>
        </a:p>
      </dsp:txBody>
      <dsp:txXfrm>
        <a:off x="3007" y="1587309"/>
        <a:ext cx="2932733" cy="1405440"/>
      </dsp:txXfrm>
    </dsp:sp>
    <dsp:sp modelId="{5B6DAA36-6AD9-4290-97AA-8B4D841F7619}">
      <dsp:nvSpPr>
        <dsp:cNvPr id="0" name=""/>
        <dsp:cNvSpPr/>
      </dsp:nvSpPr>
      <dsp:spPr>
        <a:xfrm>
          <a:off x="3346324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Potential 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3346324" y="429933"/>
        <a:ext cx="2932733" cy="1157375"/>
      </dsp:txXfrm>
    </dsp:sp>
    <dsp:sp modelId="{D49AED09-BD53-4876-9BBC-040D753C6882}">
      <dsp:nvSpPr>
        <dsp:cNvPr id="0" name=""/>
        <dsp:cNvSpPr/>
      </dsp:nvSpPr>
      <dsp:spPr>
        <a:xfrm>
          <a:off x="3346324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[70, 90)</a:t>
          </a:r>
          <a:endParaRPr lang="en-US" sz="3200" kern="1200">
            <a:latin typeface="Century Gothic"/>
          </a:endParaRPr>
        </a:p>
      </dsp:txBody>
      <dsp:txXfrm>
        <a:off x="3346324" y="1587309"/>
        <a:ext cx="2932733" cy="1405440"/>
      </dsp:txXfrm>
    </dsp:sp>
    <dsp:sp modelId="{7AC0FAFC-06CC-4EA6-BFFE-D92CC0A8CE68}">
      <dsp:nvSpPr>
        <dsp:cNvPr id="0" name=""/>
        <dsp:cNvSpPr/>
      </dsp:nvSpPr>
      <dsp:spPr>
        <a:xfrm>
          <a:off x="6689641" y="429933"/>
          <a:ext cx="2932733" cy="1157375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rPr>
            <a:t>Match</a:t>
          </a:r>
          <a:endParaRPr lang="en-US" sz="3200" b="1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/>
          </a:endParaRPr>
        </a:p>
      </dsp:txBody>
      <dsp:txXfrm>
        <a:off x="6689641" y="429933"/>
        <a:ext cx="2932733" cy="1157375"/>
      </dsp:txXfrm>
    </dsp:sp>
    <dsp:sp modelId="{0F324DFC-98A1-4870-B3E1-F4078E06D589}">
      <dsp:nvSpPr>
        <dsp:cNvPr id="0" name=""/>
        <dsp:cNvSpPr/>
      </dsp:nvSpPr>
      <dsp:spPr>
        <a:xfrm>
          <a:off x="6689641" y="1587309"/>
          <a:ext cx="2932733" cy="140544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>
              <a:latin typeface="Century Gothic"/>
            </a:rPr>
            <a:t>[ 90, 100]</a:t>
          </a:r>
          <a:endParaRPr lang="en-US" sz="3200" kern="1200">
            <a:latin typeface="Century Gothic"/>
          </a:endParaRPr>
        </a:p>
      </dsp:txBody>
      <dsp:txXfrm>
        <a:off x="6689641" y="1587309"/>
        <a:ext cx="2932733" cy="14054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5665-7172-4967-8403-C1D1F690DF17}">
      <dsp:nvSpPr>
        <dsp:cNvPr id="0" name=""/>
        <dsp:cNvSpPr/>
      </dsp:nvSpPr>
      <dsp:spPr>
        <a:xfrm rot="5400000">
          <a:off x="6324015" y="-2717915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Unique identifier match between records</a:t>
          </a:r>
        </a:p>
      </dsp:txBody>
      <dsp:txXfrm rot="-5400000">
        <a:off x="3522155" y="116060"/>
        <a:ext cx="6229493" cy="593656"/>
      </dsp:txXfrm>
    </dsp:sp>
    <dsp:sp modelId="{A91254AD-F405-4B3F-BCD3-3CE06633B6D5}">
      <dsp:nvSpPr>
        <dsp:cNvPr id="0" name=""/>
        <dsp:cNvSpPr/>
      </dsp:nvSpPr>
      <dsp:spPr>
        <a:xfrm>
          <a:off x="0" y="1709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known matches</a:t>
          </a:r>
        </a:p>
      </dsp:txBody>
      <dsp:txXfrm>
        <a:off x="40144" y="41853"/>
        <a:ext cx="3441866" cy="742069"/>
      </dsp:txXfrm>
    </dsp:sp>
    <dsp:sp modelId="{A704DB6B-0B7F-4E21-BBE8-A68CEFBAB172}">
      <dsp:nvSpPr>
        <dsp:cNvPr id="0" name=""/>
        <dsp:cNvSpPr/>
      </dsp:nvSpPr>
      <dsp:spPr>
        <a:xfrm rot="5400000">
          <a:off x="6324015" y="-1854439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If a known match is in our top list</a:t>
          </a:r>
        </a:p>
      </dsp:txBody>
      <dsp:txXfrm rot="-5400000">
        <a:off x="3522155" y="979536"/>
        <a:ext cx="6229493" cy="593656"/>
      </dsp:txXfrm>
    </dsp:sp>
    <dsp:sp modelId="{12E32F0A-5744-4109-BDDD-75E38CF90A72}">
      <dsp:nvSpPr>
        <dsp:cNvPr id="0" name=""/>
        <dsp:cNvSpPr/>
      </dsp:nvSpPr>
      <dsp:spPr>
        <a:xfrm>
          <a:off x="0" y="865185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1578546"/>
                <a:satOff val="8236"/>
                <a:lumOff val="-2353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578546"/>
                <a:satOff val="8236"/>
                <a:lumOff val="-2353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578546"/>
                <a:satOff val="8236"/>
                <a:lumOff val="-2353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Count how many matches we identified</a:t>
          </a:r>
        </a:p>
      </dsp:txBody>
      <dsp:txXfrm>
        <a:off x="40144" y="905329"/>
        <a:ext cx="3441866" cy="742069"/>
      </dsp:txXfrm>
    </dsp:sp>
    <dsp:sp modelId="{97101DB0-F1F4-4313-B9F7-D8FFEDA2522A}">
      <dsp:nvSpPr>
        <dsp:cNvPr id="0" name=""/>
        <dsp:cNvSpPr/>
      </dsp:nvSpPr>
      <dsp:spPr>
        <a:xfrm rot="5400000">
          <a:off x="6324015" y="-990963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Identified matches / Total known matches</a:t>
          </a:r>
        </a:p>
      </dsp:txBody>
      <dsp:txXfrm rot="-5400000">
        <a:off x="3522155" y="1843012"/>
        <a:ext cx="6229493" cy="593656"/>
      </dsp:txXfrm>
    </dsp:sp>
    <dsp:sp modelId="{036C813C-8BB0-4D5F-B745-64D6A9A0F8D3}">
      <dsp:nvSpPr>
        <dsp:cNvPr id="0" name=""/>
        <dsp:cNvSpPr/>
      </dsp:nvSpPr>
      <dsp:spPr>
        <a:xfrm>
          <a:off x="0" y="1728661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3157092"/>
                <a:satOff val="16471"/>
                <a:lumOff val="-470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157092"/>
                <a:satOff val="16471"/>
                <a:lumOff val="-470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157092"/>
                <a:satOff val="16471"/>
                <a:lumOff val="-470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Accuracy score</a:t>
          </a:r>
        </a:p>
      </dsp:txBody>
      <dsp:txXfrm>
        <a:off x="40144" y="1768805"/>
        <a:ext cx="3441866" cy="742069"/>
      </dsp:txXfrm>
    </dsp:sp>
    <dsp:sp modelId="{EF071A64-3702-4678-BD02-B206B9D8951C}">
      <dsp:nvSpPr>
        <dsp:cNvPr id="0" name=""/>
        <dsp:cNvSpPr/>
      </dsp:nvSpPr>
      <dsp:spPr>
        <a:xfrm rot="5400000">
          <a:off x="6324015" y="-127487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To ensure matches make sense</a:t>
          </a:r>
        </a:p>
      </dsp:txBody>
      <dsp:txXfrm rot="-5400000">
        <a:off x="3522155" y="2706488"/>
        <a:ext cx="6229493" cy="593656"/>
      </dsp:txXfrm>
    </dsp:sp>
    <dsp:sp modelId="{F7A1FEFD-C75F-4BCD-A03B-14CC2242D8FF}">
      <dsp:nvSpPr>
        <dsp:cNvPr id="0" name=""/>
        <dsp:cNvSpPr/>
      </dsp:nvSpPr>
      <dsp:spPr>
        <a:xfrm>
          <a:off x="0" y="2592137"/>
          <a:ext cx="3522154" cy="822357"/>
        </a:xfrm>
        <a:prstGeom prst="round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Manual review</a:t>
          </a:r>
        </a:p>
      </dsp:txBody>
      <dsp:txXfrm>
        <a:off x="40144" y="2632281"/>
        <a:ext cx="3441866" cy="7420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0A35B-B304-4C3C-8BCE-ADFEFE63D401}">
      <dsp:nvSpPr>
        <dsp:cNvPr id="0" name=""/>
        <dsp:cNvSpPr/>
      </dsp:nvSpPr>
      <dsp:spPr>
        <a:xfrm>
          <a:off x="3280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CSV Parsing</a:t>
          </a:r>
          <a:endParaRPr lang="en-US" sz="2300" b="1" kern="1200" dirty="0">
            <a:solidFill>
              <a:srgbClr val="01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orbel"/>
          </a:endParaRPr>
        </a:p>
      </dsp:txBody>
      <dsp:txXfrm>
        <a:off x="3280" y="7245"/>
        <a:ext cx="3198279" cy="662400"/>
      </dsp:txXfrm>
    </dsp:sp>
    <dsp:sp modelId="{AD423238-9BB4-400E-8A17-60392CB4CA8A}">
      <dsp:nvSpPr>
        <dsp:cNvPr id="0" name=""/>
        <dsp:cNvSpPr/>
      </dsp:nvSpPr>
      <dsp:spPr>
        <a:xfrm>
          <a:off x="3280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Apache's Commons-CSV Library</a:t>
          </a:r>
        </a:p>
      </dsp:txBody>
      <dsp:txXfrm>
        <a:off x="3280" y="669646"/>
        <a:ext cx="3198279" cy="1010160"/>
      </dsp:txXfrm>
    </dsp:sp>
    <dsp:sp modelId="{C69EBD1D-33B8-41A3-9F1A-B18E772B4FED}">
      <dsp:nvSpPr>
        <dsp:cNvPr id="0" name=""/>
        <dsp:cNvSpPr/>
      </dsp:nvSpPr>
      <dsp:spPr>
        <a:xfrm>
          <a:off x="3649318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Phonetic Encoding</a:t>
          </a:r>
        </a:p>
      </dsp:txBody>
      <dsp:txXfrm>
        <a:off x="3649318" y="7245"/>
        <a:ext cx="3198279" cy="662400"/>
      </dsp:txXfrm>
    </dsp:sp>
    <dsp:sp modelId="{5ADA738D-7366-4CF7-9EEF-48BD3EE37EB5}">
      <dsp:nvSpPr>
        <dsp:cNvPr id="0" name=""/>
        <dsp:cNvSpPr/>
      </dsp:nvSpPr>
      <dsp:spPr>
        <a:xfrm>
          <a:off x="3649318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Apache's Commons-Codec Library</a:t>
          </a:r>
        </a:p>
      </dsp:txBody>
      <dsp:txXfrm>
        <a:off x="3649318" y="669646"/>
        <a:ext cx="3198279" cy="1010160"/>
      </dsp:txXfrm>
    </dsp:sp>
    <dsp:sp modelId="{57BCF1C9-8773-4798-B4A7-D1ED852BB8F5}">
      <dsp:nvSpPr>
        <dsp:cNvPr id="0" name=""/>
        <dsp:cNvSpPr/>
      </dsp:nvSpPr>
      <dsp:spPr>
        <a:xfrm>
          <a:off x="7295357" y="7245"/>
          <a:ext cx="3198279" cy="6624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Json Parsing</a:t>
          </a:r>
        </a:p>
      </dsp:txBody>
      <dsp:txXfrm>
        <a:off x="7295357" y="7245"/>
        <a:ext cx="3198279" cy="662400"/>
      </dsp:txXfrm>
    </dsp:sp>
    <dsp:sp modelId="{52982DCB-31B4-4B9A-9096-43BE6F508B52}">
      <dsp:nvSpPr>
        <dsp:cNvPr id="0" name=""/>
        <dsp:cNvSpPr/>
      </dsp:nvSpPr>
      <dsp:spPr>
        <a:xfrm>
          <a:off x="7295357" y="669646"/>
          <a:ext cx="3198279" cy="10101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err="1"/>
            <a:t>Org.json's</a:t>
          </a:r>
          <a:r>
            <a:rPr lang="en-US" sz="2300" kern="1200"/>
            <a:t> JSON library</a:t>
          </a:r>
        </a:p>
      </dsp:txBody>
      <dsp:txXfrm>
        <a:off x="7295357" y="669646"/>
        <a:ext cx="3198279" cy="101016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959F5-21BC-4ECA-8151-32F3AD73D994}">
      <dsp:nvSpPr>
        <dsp:cNvPr id="0" name=""/>
        <dsp:cNvSpPr/>
      </dsp:nvSpPr>
      <dsp:spPr>
        <a:xfrm>
          <a:off x="38" y="1484039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Unit Testing</a:t>
          </a:r>
        </a:p>
      </dsp:txBody>
      <dsp:txXfrm>
        <a:off x="38" y="1484039"/>
        <a:ext cx="3667934" cy="604800"/>
      </dsp:txXfrm>
    </dsp:sp>
    <dsp:sp modelId="{21F3E92F-B4AB-4EF1-96A1-BA44489E7CBF}">
      <dsp:nvSpPr>
        <dsp:cNvPr id="0" name=""/>
        <dsp:cNvSpPr/>
      </dsp:nvSpPr>
      <dsp:spPr>
        <a:xfrm>
          <a:off x="38" y="2088839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>
              <a:latin typeface="Corbel"/>
            </a:rPr>
            <a:t>Junit's JUnit Library</a:t>
          </a:r>
        </a:p>
      </dsp:txBody>
      <dsp:txXfrm>
        <a:off x="38" y="2088839"/>
        <a:ext cx="3667934" cy="922320"/>
      </dsp:txXfrm>
    </dsp:sp>
    <dsp:sp modelId="{5732E45B-D372-4721-8183-AA5B7E19B777}">
      <dsp:nvSpPr>
        <dsp:cNvPr id="0" name=""/>
        <dsp:cNvSpPr/>
      </dsp:nvSpPr>
      <dsp:spPr>
        <a:xfrm>
          <a:off x="4181483" y="1484039"/>
          <a:ext cx="3667934" cy="604800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Levenshtein</a:t>
          </a:r>
          <a:r>
            <a:rPr lang="en-US" sz="21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rPr>
            <a:t> Distance Ratio</a:t>
          </a:r>
        </a:p>
      </dsp:txBody>
      <dsp:txXfrm>
        <a:off x="4181483" y="1484039"/>
        <a:ext cx="3667934" cy="604800"/>
      </dsp:txXfrm>
    </dsp:sp>
    <dsp:sp modelId="{D1812548-A25A-4654-8437-FB566D117311}">
      <dsp:nvSpPr>
        <dsp:cNvPr id="0" name=""/>
        <dsp:cNvSpPr/>
      </dsp:nvSpPr>
      <dsp:spPr>
        <a:xfrm>
          <a:off x="4181483" y="2088839"/>
          <a:ext cx="3667934" cy="92232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err="1">
              <a:latin typeface="Corbel"/>
            </a:rPr>
            <a:t>Xdrop's</a:t>
          </a:r>
          <a:r>
            <a:rPr lang="en-US" sz="2100" kern="1200">
              <a:latin typeface="Corbel"/>
            </a:rPr>
            <a:t> </a:t>
          </a:r>
          <a:r>
            <a:rPr lang="en-US" sz="2100" kern="1200" err="1">
              <a:latin typeface="Corbel"/>
            </a:rPr>
            <a:t>FuzzyWuzzy</a:t>
          </a:r>
          <a:r>
            <a:rPr lang="en-US" sz="2100" kern="1200">
              <a:latin typeface="Corbel"/>
            </a:rPr>
            <a:t> Library</a:t>
          </a:r>
        </a:p>
      </dsp:txBody>
      <dsp:txXfrm>
        <a:off x="4181483" y="2088839"/>
        <a:ext cx="3667934" cy="92232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9760B-C131-4D10-8E5E-058EEC7C4C8F}">
      <dsp:nvSpPr>
        <dsp:cNvPr id="0" name=""/>
        <dsp:cNvSpPr/>
      </dsp:nvSpPr>
      <dsp:spPr>
        <a:xfrm>
          <a:off x="0" y="0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4E698-8F27-48AA-9C99-CD635CA2305C}">
      <dsp:nvSpPr>
        <dsp:cNvPr id="0" name=""/>
        <dsp:cNvSpPr/>
      </dsp:nvSpPr>
      <dsp:spPr>
        <a:xfrm>
          <a:off x="0" y="0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Simplicity</a:t>
          </a:r>
        </a:p>
      </dsp:txBody>
      <dsp:txXfrm>
        <a:off x="0" y="0"/>
        <a:ext cx="9783763" cy="854051"/>
      </dsp:txXfrm>
    </dsp:sp>
    <dsp:sp modelId="{495EFAFE-2419-4578-ABFB-2294DE55C769}">
      <dsp:nvSpPr>
        <dsp:cNvPr id="0" name=""/>
        <dsp:cNvSpPr/>
      </dsp:nvSpPr>
      <dsp:spPr>
        <a:xfrm>
          <a:off x="0" y="854051"/>
          <a:ext cx="9783763" cy="0"/>
        </a:xfrm>
        <a:prstGeom prst="line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F1DF1-AA26-4DF2-8ADF-9199E9E879B8}">
      <dsp:nvSpPr>
        <dsp:cNvPr id="0" name=""/>
        <dsp:cNvSpPr/>
      </dsp:nvSpPr>
      <dsp:spPr>
        <a:xfrm>
          <a:off x="0" y="854051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Flexibility</a:t>
          </a:r>
        </a:p>
      </dsp:txBody>
      <dsp:txXfrm>
        <a:off x="0" y="854051"/>
        <a:ext cx="9783763" cy="854051"/>
      </dsp:txXfrm>
    </dsp:sp>
    <dsp:sp modelId="{7B450178-9414-4CB0-BF61-F36A8A1EE1CD}">
      <dsp:nvSpPr>
        <dsp:cNvPr id="0" name=""/>
        <dsp:cNvSpPr/>
      </dsp:nvSpPr>
      <dsp:spPr>
        <a:xfrm>
          <a:off x="0" y="1708102"/>
          <a:ext cx="9783763" cy="0"/>
        </a:xfrm>
        <a:prstGeom prst="line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AC395-5E9D-4F5C-84D1-B66E4F379ACE}">
      <dsp:nvSpPr>
        <dsp:cNvPr id="0" name=""/>
        <dsp:cNvSpPr/>
      </dsp:nvSpPr>
      <dsp:spPr>
        <a:xfrm>
          <a:off x="0" y="1708102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Readability</a:t>
          </a:r>
        </a:p>
      </dsp:txBody>
      <dsp:txXfrm>
        <a:off x="0" y="1708102"/>
        <a:ext cx="9783763" cy="854051"/>
      </dsp:txXfrm>
    </dsp:sp>
    <dsp:sp modelId="{65FB1179-9DD4-434F-AA22-5F98BE6DF225}">
      <dsp:nvSpPr>
        <dsp:cNvPr id="0" name=""/>
        <dsp:cNvSpPr/>
      </dsp:nvSpPr>
      <dsp:spPr>
        <a:xfrm>
          <a:off x="0" y="256215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69BC0B-787B-4CEB-9FE0-B789DA836B12}">
      <dsp:nvSpPr>
        <dsp:cNvPr id="0" name=""/>
        <dsp:cNvSpPr/>
      </dsp:nvSpPr>
      <dsp:spPr>
        <a:xfrm>
          <a:off x="0" y="2562153"/>
          <a:ext cx="9783763" cy="85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Documentation</a:t>
          </a:r>
        </a:p>
      </dsp:txBody>
      <dsp:txXfrm>
        <a:off x="0" y="2562153"/>
        <a:ext cx="9783763" cy="85405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7C5F5-23B6-4F45-823A-8F5E25CB4C94}">
      <dsp:nvSpPr>
        <dsp:cNvPr id="0" name=""/>
        <dsp:cNvSpPr/>
      </dsp:nvSpPr>
      <dsp:spPr>
        <a:xfrm>
          <a:off x="0" y="1668"/>
          <a:ext cx="978376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0E58-8935-4162-B0A9-66A2EDC98EF6}">
      <dsp:nvSpPr>
        <dsp:cNvPr id="0" name=""/>
        <dsp:cNvSpPr/>
      </dsp:nvSpPr>
      <dsp:spPr>
        <a:xfrm>
          <a:off x="0" y="1668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Met client's requirements</a:t>
          </a:r>
        </a:p>
      </dsp:txBody>
      <dsp:txXfrm>
        <a:off x="0" y="1668"/>
        <a:ext cx="9783763" cy="1137622"/>
      </dsp:txXfrm>
    </dsp:sp>
    <dsp:sp modelId="{587F11C3-042B-43C1-B268-958CF08A1755}">
      <dsp:nvSpPr>
        <dsp:cNvPr id="0" name=""/>
        <dsp:cNvSpPr/>
      </dsp:nvSpPr>
      <dsp:spPr>
        <a:xfrm>
          <a:off x="0" y="1139291"/>
          <a:ext cx="9783763" cy="0"/>
        </a:xfrm>
        <a:prstGeom prst="line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E4504-CD5C-4A87-892F-8498B9CCCE66}">
      <dsp:nvSpPr>
        <dsp:cNvPr id="0" name=""/>
        <dsp:cNvSpPr/>
      </dsp:nvSpPr>
      <dsp:spPr>
        <a:xfrm>
          <a:off x="0" y="1139291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Created an efficient and scalable solution to the problem</a:t>
          </a:r>
        </a:p>
      </dsp:txBody>
      <dsp:txXfrm>
        <a:off x="0" y="1139291"/>
        <a:ext cx="9783763" cy="1137622"/>
      </dsp:txXfrm>
    </dsp:sp>
    <dsp:sp modelId="{A1DD9C9D-BFCF-4995-AE38-30132D2C7DA2}">
      <dsp:nvSpPr>
        <dsp:cNvPr id="0" name=""/>
        <dsp:cNvSpPr/>
      </dsp:nvSpPr>
      <dsp:spPr>
        <a:xfrm>
          <a:off x="0" y="2276913"/>
          <a:ext cx="9783763" cy="0"/>
        </a:xfrm>
        <a:prstGeom prst="line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12697-0A68-48A3-8674-8DE4172E88FF}">
      <dsp:nvSpPr>
        <dsp:cNvPr id="0" name=""/>
        <dsp:cNvSpPr/>
      </dsp:nvSpPr>
      <dsp:spPr>
        <a:xfrm>
          <a:off x="0" y="2276913"/>
          <a:ext cx="9783763" cy="1137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SalesPage</a:t>
          </a:r>
          <a:r>
            <a:rPr lang="en-US" sz="3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is very impressed and happy with the results</a:t>
          </a:r>
        </a:p>
      </dsp:txBody>
      <dsp:txXfrm>
        <a:off x="0" y="2276913"/>
        <a:ext cx="9783763" cy="1137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1ED0-DD9C-442B-8AC3-97D41B5157C2}" type="datetimeFigureOut">
              <a:rPr lang="en-US"/>
              <a:t>4/15/2019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2F694-2DAC-417B-91B2-2791DD09F1C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14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is a build automation tool used primarily for Java projects. Maven addresses two aspects of building software: first, it describes how software is built, and second, it describes its dependencies.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Maven Phases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Although hardly a comprehensive list, these are the most common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lifecycle phases executed.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validate the project is correct and all necessary information is available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compile the source code of the project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test the compiled source code using a suitable unit testing framework. These tests should not require the code be packaged or deployed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take the compiled code and package it in its distributable format, such as a JAR.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integration-test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process and deploy the package if necessary into an environment where integration tests can be run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run any checks to verify the package is valid and meets quality criteria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install the package into the local repository, for use as a dependency in other projects locally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 in an integration or release environment, copies the final package to the remote repository for sharing with other developers and projects.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other Maven lifecycles of note beyond the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list above. They are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cleans up artifacts created by prior builds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generates site documentation for this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9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4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55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2F694-2DAC-417B-91B2-2791DD09F1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4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8170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1600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0552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93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3428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52598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1926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2635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806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2755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 spd="med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lespage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8000"/>
              <a:t>Fuzzy Record Linkage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/>
              <a:t>By Gregory Smith &amp; Axel Solano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7">
            <a:extLst>
              <a:ext uri="{FF2B5EF4-FFF2-40B4-BE49-F238E27FC236}">
                <a16:creationId xmlns:a16="http://schemas.microsoft.com/office/drawing/2014/main" id="{B383374D-9EA7-4E1A-B621-AC981791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8080A-BE41-489E-8E6E-DE2ED9E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F813DEE-4D70-4B55-9F13-64FFBB376E7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49602622"/>
              </p:ext>
            </p:extLst>
          </p:nvPr>
        </p:nvGraphicFramePr>
        <p:xfrm>
          <a:off x="-2192678" y="1934679"/>
          <a:ext cx="16561393" cy="4807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33498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34-E4C6-E148-9EA1-2BB1FC96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Client info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37E1154-2245-4340-ACC9-A4604B346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47" y="4769931"/>
            <a:ext cx="6456706" cy="115409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8C1F55-8ADE-46D5-BB1E-94A5AD63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827" y="2566952"/>
            <a:ext cx="6697782" cy="20060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dirty="0"/>
              <a:t>Local company based in Kalamazoo, MI</a:t>
            </a:r>
          </a:p>
          <a:p>
            <a:pPr algn="ctr"/>
            <a:r>
              <a:rPr lang="en-US" sz="3000" dirty="0"/>
              <a:t> Master data management platform</a:t>
            </a:r>
          </a:p>
          <a:p>
            <a:pPr algn="ctr"/>
            <a:r>
              <a:rPr lang="en-US" sz="30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https://www.salespage.com/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106242819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D13FF-D9E1-421B-AC1F-24D74587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tx2"/>
                </a:solidFill>
              </a:rPr>
              <a:t>The problem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B14-8370-4B53-85FE-29D280D6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2"/>
                </a:solidFill>
              </a:rPr>
              <a:t>Given two sets of contact data, find duplicate contacts between the two by measuring contact’s similarity.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6344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131C-910D-46BC-828B-4BD1199A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5E97E2-1BDA-4A67-9F12-DEE3F22376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0743413"/>
              </p:ext>
            </p:extLst>
          </p:nvPr>
        </p:nvGraphicFramePr>
        <p:xfrm>
          <a:off x="2148289" y="2182657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b="1"/>
                        <a:t>Data Set 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Grand Rapids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11111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22222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Detroit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33333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82B48639-1E95-40CA-BB13-BE23D35180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812913"/>
              </p:ext>
            </p:extLst>
          </p:nvPr>
        </p:nvGraphicFramePr>
        <p:xfrm>
          <a:off x="2145205" y="4501001"/>
          <a:ext cx="8074850" cy="20319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6598">
                  <a:extLst>
                    <a:ext uri="{9D8B030D-6E8A-4147-A177-3AD203B41FA5}">
                      <a16:colId xmlns:a16="http://schemas.microsoft.com/office/drawing/2014/main" val="3193687645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2359767382"/>
                    </a:ext>
                  </a:extLst>
                </a:gridCol>
                <a:gridCol w="1576598">
                  <a:extLst>
                    <a:ext uri="{9D8B030D-6E8A-4147-A177-3AD203B41FA5}">
                      <a16:colId xmlns:a16="http://schemas.microsoft.com/office/drawing/2014/main" val="3065465647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2445136985"/>
                    </a:ext>
                  </a:extLst>
                </a:gridCol>
                <a:gridCol w="1672528">
                  <a:extLst>
                    <a:ext uri="{9D8B030D-6E8A-4147-A177-3AD203B41FA5}">
                      <a16:colId xmlns:a16="http://schemas.microsoft.com/office/drawing/2014/main" val="1601639182"/>
                    </a:ext>
                  </a:extLst>
                </a:gridCol>
              </a:tblGrid>
              <a:tr h="370839">
                <a:tc gridSpan="5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000" dirty="0"/>
                        <a:t>Data Set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908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Unique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74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(616) 123-4567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1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Kalamazoo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(269) 456-7890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56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(313) 987-6543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461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4DCEE6A-CCE5-4D4F-8EF0-B17F43101D5E}"/>
              </a:ext>
            </a:extLst>
          </p:cNvPr>
          <p:cNvGrpSpPr/>
          <p:nvPr/>
        </p:nvGrpSpPr>
        <p:grpSpPr>
          <a:xfrm>
            <a:off x="1633490" y="3098307"/>
            <a:ext cx="5176121" cy="2709169"/>
            <a:chOff x="1633490" y="3098307"/>
            <a:chExt cx="5176121" cy="27091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39DCAAC-9618-4AB1-B152-49EDEBB175C8}"/>
                </a:ext>
              </a:extLst>
            </p:cNvPr>
            <p:cNvSpPr/>
            <p:nvPr/>
          </p:nvSpPr>
          <p:spPr>
            <a:xfrm>
              <a:off x="5380307" y="309830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C7A4F77-9BE6-44E5-9F65-6DD9F41E04AC}"/>
                </a:ext>
              </a:extLst>
            </p:cNvPr>
            <p:cNvSpPr/>
            <p:nvPr/>
          </p:nvSpPr>
          <p:spPr>
            <a:xfrm>
              <a:off x="5380307" y="5407981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7824EA97-15B0-4637-A75B-0288391CE316}"/>
                </a:ext>
              </a:extLst>
            </p:cNvPr>
            <p:cNvSpPr/>
            <p:nvPr/>
          </p:nvSpPr>
          <p:spPr>
            <a:xfrm>
              <a:off x="1633491" y="309830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4C9DEC9-F812-48A3-8067-FC0825A35978}"/>
                </a:ext>
              </a:extLst>
            </p:cNvPr>
            <p:cNvSpPr/>
            <p:nvPr/>
          </p:nvSpPr>
          <p:spPr>
            <a:xfrm>
              <a:off x="1633490" y="5407981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AAC0CA-535A-4840-B0BF-BE3D8A0AA050}"/>
              </a:ext>
            </a:extLst>
          </p:cNvPr>
          <p:cNvGrpSpPr/>
          <p:nvPr/>
        </p:nvGrpSpPr>
        <p:grpSpPr>
          <a:xfrm>
            <a:off x="1633490" y="3453413"/>
            <a:ext cx="3551508" cy="2709169"/>
            <a:chOff x="1633490" y="3453413"/>
            <a:chExt cx="3551508" cy="270916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26B895F-8CE7-4FE9-903D-741458444F0B}"/>
                </a:ext>
              </a:extLst>
            </p:cNvPr>
            <p:cNvSpPr/>
            <p:nvPr/>
          </p:nvSpPr>
          <p:spPr>
            <a:xfrm>
              <a:off x="3755694" y="3464510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BB47990-1C9C-4E0E-8276-206C9E4F888C}"/>
                </a:ext>
              </a:extLst>
            </p:cNvPr>
            <p:cNvSpPr/>
            <p:nvPr/>
          </p:nvSpPr>
          <p:spPr>
            <a:xfrm>
              <a:off x="3755694" y="5763087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A84AC8D9-93C4-492E-B688-1FDF8CBC4612}"/>
                </a:ext>
              </a:extLst>
            </p:cNvPr>
            <p:cNvSpPr/>
            <p:nvPr/>
          </p:nvSpPr>
          <p:spPr>
            <a:xfrm>
              <a:off x="1633491" y="3453413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6B6C01D6-6E3F-41C0-9275-A250A1E7192F}"/>
                </a:ext>
              </a:extLst>
            </p:cNvPr>
            <p:cNvSpPr/>
            <p:nvPr/>
          </p:nvSpPr>
          <p:spPr>
            <a:xfrm>
              <a:off x="1633490" y="5763087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D2FAAA-19CA-4368-B892-66B93A2404BD}"/>
              </a:ext>
            </a:extLst>
          </p:cNvPr>
          <p:cNvGrpSpPr/>
          <p:nvPr/>
        </p:nvGrpSpPr>
        <p:grpSpPr>
          <a:xfrm>
            <a:off x="1633490" y="3837356"/>
            <a:ext cx="5158913" cy="2724721"/>
            <a:chOff x="1633490" y="3837356"/>
            <a:chExt cx="5158913" cy="27247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E3DE6D-129F-4210-A341-F34ADCD3D875}"/>
                </a:ext>
              </a:extLst>
            </p:cNvPr>
            <p:cNvSpPr/>
            <p:nvPr/>
          </p:nvSpPr>
          <p:spPr>
            <a:xfrm>
              <a:off x="5363099" y="3837356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0F7C1EE-BE89-4229-9F28-E108949DA1C9}"/>
                </a:ext>
              </a:extLst>
            </p:cNvPr>
            <p:cNvSpPr/>
            <p:nvPr/>
          </p:nvSpPr>
          <p:spPr>
            <a:xfrm>
              <a:off x="5363099" y="6162582"/>
              <a:ext cx="1429304" cy="3994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5206654A-A2C6-439A-9599-79834B04F3C4}"/>
                </a:ext>
              </a:extLst>
            </p:cNvPr>
            <p:cNvSpPr/>
            <p:nvPr/>
          </p:nvSpPr>
          <p:spPr>
            <a:xfrm>
              <a:off x="1633491" y="3837356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AF7C647B-FD26-4B73-8557-C5D1FE672F82}"/>
                </a:ext>
              </a:extLst>
            </p:cNvPr>
            <p:cNvSpPr/>
            <p:nvPr/>
          </p:nvSpPr>
          <p:spPr>
            <a:xfrm>
              <a:off x="1633490" y="6147030"/>
              <a:ext cx="443883" cy="355106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20876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B997-41F0-49A9-8C40-55D4A9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Requirements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BB43BFB-C993-429F-8FE7-ECD82CA2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45259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60089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AEC-E455-404E-A00A-CB67DE07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158B1-0B4A-450B-A537-05157B88C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8296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51962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9081-290F-AC4D-9800-6BE6CBD3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D9299-9791-4DCB-B085-A1C18457C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68683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5533838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13D9-0A5C-45BB-9ED4-74F0C346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>
            <a:normAutofit/>
          </a:bodyPr>
          <a:lstStyle/>
          <a:p>
            <a:r>
              <a:rPr lang="en-US" dirty="0"/>
              <a:t>Our Design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00A06706-08AA-4671-859A-9C9719FC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4" y="2123784"/>
            <a:ext cx="2973093" cy="4436354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59D16F6-7985-4975-BC57-737026EC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35" y="-842"/>
            <a:ext cx="7289843" cy="68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7039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117C-B6F5-4437-82B2-3CBF77B4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19" y="238819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E5EDD1-A9DE-4E53-9521-4D3BF626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98085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41604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8AFA-23C4-47EE-9E5C-FF0256A9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82" y="571622"/>
            <a:ext cx="8761413" cy="926039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2000"/>
            </a:br>
            <a:r>
              <a:rPr lang="en-US" sz="2000" dirty="0"/>
              <a:t>                                        Pre-Processing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4AADE-FD6A-4793-BA6E-9EDB324B1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819073"/>
              </p:ext>
            </p:extLst>
          </p:nvPr>
        </p:nvGraphicFramePr>
        <p:xfrm>
          <a:off x="987921" y="2189062"/>
          <a:ext cx="10512775" cy="403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7" name="Arrow: Down 276">
            <a:extLst>
              <a:ext uri="{FF2B5EF4-FFF2-40B4-BE49-F238E27FC236}">
                <a16:creationId xmlns:a16="http://schemas.microsoft.com/office/drawing/2014/main" id="{E9A3C151-2FED-416A-BCC5-9167FB06C0A1}"/>
              </a:ext>
            </a:extLst>
          </p:cNvPr>
          <p:cNvSpPr/>
          <p:nvPr/>
        </p:nvSpPr>
        <p:spPr>
          <a:xfrm>
            <a:off x="7175894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  <p:sp>
        <p:nvSpPr>
          <p:cNvPr id="315" name="Arrow: Down 314">
            <a:extLst>
              <a:ext uri="{FF2B5EF4-FFF2-40B4-BE49-F238E27FC236}">
                <a16:creationId xmlns:a16="http://schemas.microsoft.com/office/drawing/2014/main" id="{9DD5ED7F-FF54-4E68-BB91-7EB9083D3498}"/>
              </a:ext>
            </a:extLst>
          </p:cNvPr>
          <p:cNvSpPr/>
          <p:nvPr/>
        </p:nvSpPr>
        <p:spPr>
          <a:xfrm>
            <a:off x="9925649" y="4473777"/>
            <a:ext cx="947620" cy="62152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285710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27" y="39069"/>
            <a:ext cx="5371507" cy="1974183"/>
          </a:xfrm>
        </p:spPr>
        <p:txBody>
          <a:bodyPr anchor="ctr">
            <a:normAutofit/>
          </a:bodyPr>
          <a:lstStyle/>
          <a:p>
            <a:r>
              <a:rPr lang="en-US" u="sng" err="1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 Indexing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364249"/>
              </p:ext>
            </p:extLst>
          </p:nvPr>
        </p:nvGraphicFramePr>
        <p:xfrm>
          <a:off x="3152140" y="1691958"/>
          <a:ext cx="6765925" cy="497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863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033794F-9869-49D7-BF9B-396DAC42E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064294"/>
              </p:ext>
            </p:extLst>
          </p:nvPr>
        </p:nvGraphicFramePr>
        <p:xfrm>
          <a:off x="635154" y="2503788"/>
          <a:ext cx="4433997" cy="24774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7999">
                  <a:extLst>
                    <a:ext uri="{9D8B030D-6E8A-4147-A177-3AD203B41FA5}">
                      <a16:colId xmlns:a16="http://schemas.microsoft.com/office/drawing/2014/main" val="1350672735"/>
                    </a:ext>
                  </a:extLst>
                </a:gridCol>
                <a:gridCol w="1477999">
                  <a:extLst>
                    <a:ext uri="{9D8B030D-6E8A-4147-A177-3AD203B41FA5}">
                      <a16:colId xmlns:a16="http://schemas.microsoft.com/office/drawing/2014/main" val="1488975924"/>
                    </a:ext>
                  </a:extLst>
                </a:gridCol>
                <a:gridCol w="1477999">
                  <a:extLst>
                    <a:ext uri="{9D8B030D-6E8A-4147-A177-3AD203B41FA5}">
                      <a16:colId xmlns:a16="http://schemas.microsoft.com/office/drawing/2014/main" val="976378822"/>
                    </a:ext>
                  </a:extLst>
                </a:gridCol>
              </a:tblGrid>
              <a:tr h="45934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52158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John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8145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673407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160293"/>
                  </a:ext>
                </a:extLst>
              </a:tr>
              <a:tr h="459348">
                <a:tc>
                  <a:txBody>
                    <a:bodyPr/>
                    <a:lstStyle/>
                    <a:p>
                      <a:r>
                        <a:rPr lang="en-US" b="1" dirty="0"/>
                        <a:t>Kyle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1276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F187D5-992A-4A24-B16B-F80DB734C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65875"/>
              </p:ext>
            </p:extLst>
          </p:nvPr>
        </p:nvGraphicFramePr>
        <p:xfrm>
          <a:off x="6169981" y="2169365"/>
          <a:ext cx="5220069" cy="46229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0021">
                  <a:extLst>
                    <a:ext uri="{9D8B030D-6E8A-4147-A177-3AD203B41FA5}">
                      <a16:colId xmlns:a16="http://schemas.microsoft.com/office/drawing/2014/main" val="4118545069"/>
                    </a:ext>
                  </a:extLst>
                </a:gridCol>
                <a:gridCol w="1740024">
                  <a:extLst>
                    <a:ext uri="{9D8B030D-6E8A-4147-A177-3AD203B41FA5}">
                      <a16:colId xmlns:a16="http://schemas.microsoft.com/office/drawing/2014/main" val="1672038400"/>
                    </a:ext>
                  </a:extLst>
                </a:gridCol>
                <a:gridCol w="1740024">
                  <a:extLst>
                    <a:ext uri="{9D8B030D-6E8A-4147-A177-3AD203B41FA5}">
                      <a16:colId xmlns:a16="http://schemas.microsoft.com/office/drawing/2014/main" val="4071668740"/>
                    </a:ext>
                  </a:extLst>
                </a:gridCol>
              </a:tblGrid>
              <a:tr h="4978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Last Name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360953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785362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Sarah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10260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Hannah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Hilkens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9477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Syndey</a:t>
                      </a:r>
                      <a:r>
                        <a:rPr lang="en-US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Hilkins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HLKNS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922409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Drake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843451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Nieveen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NFN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84564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Megan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Grand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327"/>
                  </a:ext>
                </a:extLst>
              </a:tr>
              <a:tr h="497857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James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Grent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KRNT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39187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C39C621-4684-4197-8DC6-5A86E77B2CC7}"/>
              </a:ext>
            </a:extLst>
          </p:cNvPr>
          <p:cNvSpPr txBox="1">
            <a:spLocks/>
          </p:cNvSpPr>
          <p:nvPr/>
        </p:nvSpPr>
        <p:spPr>
          <a:xfrm>
            <a:off x="358727" y="-1220771"/>
            <a:ext cx="5452787" cy="4686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/>
              <a:t>Implementation</a:t>
            </a:r>
            <a:br>
              <a:rPr lang="en-US" sz="4800" u="sng"/>
            </a:br>
            <a:r>
              <a:rPr lang="en-US" sz="2000"/>
              <a:t>                                                         Indexing</a:t>
            </a: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0052F6-E6A9-4951-B184-E6D1D6295749}"/>
              </a:ext>
            </a:extLst>
          </p:cNvPr>
          <p:cNvGrpSpPr/>
          <p:nvPr/>
        </p:nvGrpSpPr>
        <p:grpSpPr>
          <a:xfrm>
            <a:off x="591441" y="2787400"/>
            <a:ext cx="10808027" cy="1003177"/>
            <a:chOff x="591441" y="2787400"/>
            <a:chExt cx="10808027" cy="10031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571B33-7C01-438F-8309-EB045859F56D}"/>
                </a:ext>
              </a:extLst>
            </p:cNvPr>
            <p:cNvSpPr/>
            <p:nvPr/>
          </p:nvSpPr>
          <p:spPr>
            <a:xfrm>
              <a:off x="6179399" y="2787400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0F1A2B-A34E-4170-87F2-BEB87B611EC5}"/>
                </a:ext>
              </a:extLst>
            </p:cNvPr>
            <p:cNvSpPr/>
            <p:nvPr/>
          </p:nvSpPr>
          <p:spPr>
            <a:xfrm>
              <a:off x="591441" y="3115986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78DB18-F7AA-4CDA-AEA8-BF61B45D6B8E}"/>
              </a:ext>
            </a:extLst>
          </p:cNvPr>
          <p:cNvGrpSpPr/>
          <p:nvPr/>
        </p:nvGrpSpPr>
        <p:grpSpPr>
          <a:xfrm>
            <a:off x="591446" y="3567493"/>
            <a:ext cx="10808022" cy="1224553"/>
            <a:chOff x="591446" y="3429000"/>
            <a:chExt cx="10808022" cy="122455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AC333AC-D1BA-4B10-B7D3-2643BBFA6CA2}"/>
                </a:ext>
              </a:extLst>
            </p:cNvPr>
            <p:cNvSpPr/>
            <p:nvPr/>
          </p:nvSpPr>
          <p:spPr>
            <a:xfrm>
              <a:off x="6179399" y="3650376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546B73-1A0E-4988-A9C4-7438D4E4CBCC}"/>
                </a:ext>
              </a:extLst>
            </p:cNvPr>
            <p:cNvSpPr/>
            <p:nvPr/>
          </p:nvSpPr>
          <p:spPr>
            <a:xfrm>
              <a:off x="591446" y="3429000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28292CF-7B20-4796-BF1F-A81E01247918}"/>
              </a:ext>
            </a:extLst>
          </p:cNvPr>
          <p:cNvGrpSpPr/>
          <p:nvPr/>
        </p:nvGrpSpPr>
        <p:grpSpPr>
          <a:xfrm>
            <a:off x="591441" y="4021944"/>
            <a:ext cx="10798604" cy="1794461"/>
            <a:chOff x="591445" y="3881476"/>
            <a:chExt cx="10798604" cy="179446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71774C-342B-4382-B242-67956382FCB6}"/>
                </a:ext>
              </a:extLst>
            </p:cNvPr>
            <p:cNvSpPr/>
            <p:nvPr/>
          </p:nvSpPr>
          <p:spPr>
            <a:xfrm>
              <a:off x="6169980" y="4672760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2775BA-3C85-4041-8CF6-83D467F201C1}"/>
                </a:ext>
              </a:extLst>
            </p:cNvPr>
            <p:cNvSpPr/>
            <p:nvPr/>
          </p:nvSpPr>
          <p:spPr>
            <a:xfrm>
              <a:off x="591445" y="3881476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60CC4E-1DC6-4FB3-B89F-D5AD3F63709A}"/>
              </a:ext>
            </a:extLst>
          </p:cNvPr>
          <p:cNvGrpSpPr/>
          <p:nvPr/>
        </p:nvGrpSpPr>
        <p:grpSpPr>
          <a:xfrm>
            <a:off x="591442" y="4503011"/>
            <a:ext cx="10798603" cy="2345851"/>
            <a:chOff x="591445" y="4347269"/>
            <a:chExt cx="10798603" cy="234585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3020BCC-D609-418A-807F-8080727D61CD}"/>
                </a:ext>
              </a:extLst>
            </p:cNvPr>
            <p:cNvSpPr/>
            <p:nvPr/>
          </p:nvSpPr>
          <p:spPr>
            <a:xfrm>
              <a:off x="6169979" y="5689943"/>
              <a:ext cx="5220069" cy="100317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07EEA1-8438-409D-B545-B9FF36BC86BF}"/>
                </a:ext>
              </a:extLst>
            </p:cNvPr>
            <p:cNvSpPr/>
            <p:nvPr/>
          </p:nvSpPr>
          <p:spPr>
            <a:xfrm>
              <a:off x="591445" y="4347269"/>
              <a:ext cx="4477706" cy="472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27D8003-5F26-4891-9CEB-92651D9F5E20}"/>
              </a:ext>
            </a:extLst>
          </p:cNvPr>
          <p:cNvGrpSpPr/>
          <p:nvPr/>
        </p:nvGrpSpPr>
        <p:grpSpPr>
          <a:xfrm>
            <a:off x="600868" y="2768587"/>
            <a:ext cx="10798600" cy="4033421"/>
            <a:chOff x="600859" y="2775146"/>
            <a:chExt cx="10798600" cy="403342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FC1928D-CE20-4612-922E-9E27D4273AB0}"/>
                </a:ext>
              </a:extLst>
            </p:cNvPr>
            <p:cNvSpPr/>
            <p:nvPr/>
          </p:nvSpPr>
          <p:spPr>
            <a:xfrm>
              <a:off x="600859" y="3113042"/>
              <a:ext cx="4477706" cy="509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E58E8D-8638-4C71-9F98-45DCAFE2694C}"/>
                </a:ext>
              </a:extLst>
            </p:cNvPr>
            <p:cNvSpPr/>
            <p:nvPr/>
          </p:nvSpPr>
          <p:spPr>
            <a:xfrm>
              <a:off x="6179390" y="2775146"/>
              <a:ext cx="5220069" cy="403342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FD8173B-12EF-4760-BD07-07C22AD181E2}"/>
              </a:ext>
            </a:extLst>
          </p:cNvPr>
          <p:cNvSpPr txBox="1"/>
          <p:nvPr/>
        </p:nvSpPr>
        <p:spPr>
          <a:xfrm>
            <a:off x="0" y="4934256"/>
            <a:ext cx="36078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1</a:t>
            </a:r>
            <a:r>
              <a:rPr lang="en-US" sz="2600" b="1" baseline="30000" dirty="0"/>
              <a:t>st</a:t>
            </a:r>
            <a:r>
              <a:rPr lang="en-US" sz="2600" b="1" dirty="0"/>
              <a:t> approach: 4 x 8 = 32</a:t>
            </a:r>
          </a:p>
          <a:p>
            <a:endParaRPr lang="en-US" sz="2600" b="1" dirty="0"/>
          </a:p>
          <a:p>
            <a:r>
              <a:rPr lang="en-US" sz="2600" b="1" dirty="0"/>
              <a:t>2</a:t>
            </a:r>
            <a:r>
              <a:rPr lang="en-US" sz="2600" b="1" baseline="30000" dirty="0"/>
              <a:t>nd</a:t>
            </a:r>
            <a:r>
              <a:rPr lang="en-US" sz="2600" b="1" dirty="0"/>
              <a:t> approach: 2*4 = 8</a:t>
            </a:r>
          </a:p>
          <a:p>
            <a:endParaRPr lang="en-US" sz="2600" b="1" dirty="0"/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AA801-688C-4F38-81C9-DB58FD867A19}"/>
              </a:ext>
            </a:extLst>
          </p:cNvPr>
          <p:cNvSpPr txBox="1"/>
          <p:nvPr/>
        </p:nvSpPr>
        <p:spPr>
          <a:xfrm>
            <a:off x="3566573" y="5292694"/>
            <a:ext cx="25939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32/8 = </a:t>
            </a:r>
          </a:p>
          <a:p>
            <a:r>
              <a:rPr lang="en-US" sz="3200" b="1" dirty="0"/>
              <a:t>4 times faster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9381471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7" y="-1220771"/>
            <a:ext cx="5452787" cy="4686903"/>
          </a:xfrm>
        </p:spPr>
        <p:txBody>
          <a:bodyPr anchor="ctr"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9" y="105506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564454"/>
              </p:ext>
            </p:extLst>
          </p:nvPr>
        </p:nvGraphicFramePr>
        <p:xfrm>
          <a:off x="2978653" y="1666461"/>
          <a:ext cx="6918636" cy="5008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0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82D6-6EF0-4EE9-9BF2-D69B2129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19" y="247890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Record pair comparison</a:t>
            </a:r>
            <a:endParaRPr lang="en-US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8CE8C4A-8384-4FCD-8F5E-0EB18CB33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391821"/>
              </p:ext>
            </p:extLst>
          </p:nvPr>
        </p:nvGraphicFramePr>
        <p:xfrm>
          <a:off x="289223" y="2058002"/>
          <a:ext cx="11627796" cy="429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20738"/>
      </p:ext>
    </p:extLst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7C2-F8D2-4E24-9566-2BD1DE4F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85" y="462765"/>
            <a:ext cx="8761413" cy="10117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u="sng"/>
              <a:t>Implementation</a:t>
            </a:r>
            <a:br>
              <a:rPr lang="en-US" sz="2000"/>
            </a:br>
            <a:r>
              <a:rPr lang="en-US" sz="2000"/>
              <a:t>                                           Score Classification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B22E1F6-7137-469E-B51F-D17C9B86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125703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28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3-3EAE-4463-ABA9-5F6CB0B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90" y="256962"/>
            <a:ext cx="9784080" cy="1508760"/>
          </a:xfrm>
        </p:spPr>
        <p:txBody>
          <a:bodyPr>
            <a:normAutofit/>
          </a:bodyPr>
          <a:lstStyle/>
          <a:p>
            <a:r>
              <a:rPr lang="en-US" u="sng"/>
              <a:t>Implementation</a:t>
            </a:r>
            <a:br>
              <a:rPr lang="en-US"/>
            </a:br>
            <a:r>
              <a:rPr lang="en-US" sz="2000"/>
              <a:t>                                                 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8D3E0-7FD5-44A9-88D0-1BCED47D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687563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76324"/>
      </p:ext>
    </p:extLst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5000-3253-4E9B-A418-54E97DE1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Core Dependencies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B958D69-3203-40F1-9D49-D74BCEAF9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43848"/>
              </p:ext>
            </p:extLst>
          </p:nvPr>
        </p:nvGraphicFramePr>
        <p:xfrm>
          <a:off x="783247" y="4352285"/>
          <a:ext cx="10496917" cy="1687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89" name="Content Placeholder 2">
            <a:extLst>
              <a:ext uri="{FF2B5EF4-FFF2-40B4-BE49-F238E27FC236}">
                <a16:creationId xmlns:a16="http://schemas.microsoft.com/office/drawing/2014/main" id="{11036D18-2528-42D6-8D1A-3B40A5023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555504"/>
              </p:ext>
            </p:extLst>
          </p:nvPr>
        </p:nvGraphicFramePr>
        <p:xfrm>
          <a:off x="2029799" y="665381"/>
          <a:ext cx="7849457" cy="4495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02493049"/>
      </p:ext>
    </p:extLst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7">
            <a:extLst>
              <a:ext uri="{FF2B5EF4-FFF2-40B4-BE49-F238E27FC236}">
                <a16:creationId xmlns:a16="http://schemas.microsoft.com/office/drawing/2014/main" id="{5F9F5EB8-AB42-47FD-8F4A-176C0A4B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CA758F27-EB0A-4675-AACF-0CD47C9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3B6C-2329-D843-BCE2-6DEC6AC9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710696"/>
            <a:ext cx="10905065" cy="6626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i="0" spc="150" dirty="0">
                <a:solidFill>
                  <a:schemeClr val="tx2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  <a:endParaRPr lang="en-US" b="1" i="0" spc="150" dirty="0">
              <a:solidFill>
                <a:schemeClr val="tx2"/>
              </a:solidFill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FDF506A-FD4E-4BBC-A10A-DEB94F9BA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73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6D93BB7-3971-4971-9BB9-8F3DA7276A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59"/>
          <a:stretch/>
        </p:blipFill>
        <p:spPr>
          <a:xfrm>
            <a:off x="341166" y="392770"/>
            <a:ext cx="11509666" cy="5317926"/>
          </a:xfrm>
          <a:prstGeom prst="rect">
            <a:avLst/>
          </a:prstGeom>
        </p:spPr>
      </p:pic>
      <p:sp>
        <p:nvSpPr>
          <p:cNvPr id="30" name="Rectangle 23">
            <a:extLst>
              <a:ext uri="{FF2B5EF4-FFF2-40B4-BE49-F238E27FC236}">
                <a16:creationId xmlns:a16="http://schemas.microsoft.com/office/drawing/2014/main" id="{3571FB1B-4FFC-43D6-8121-390B3A44E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3369"/>
            <a:ext cx="12192000" cy="4846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7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E59D7C1-6E25-48C3-B420-ED45FFDB7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7262" y="0"/>
            <a:ext cx="60647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74EBE0-04D0-42B1-93D5-4FC7C9EBA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9691" y="2054942"/>
            <a:ext cx="6072309" cy="1828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B0B3C-25BB-804A-81C1-D232FBDC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9950" y="2194560"/>
            <a:ext cx="5418961" cy="173934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EAEB6D-60FF-455D-B8CC-2AC963CE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54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461B10E-5EB2-9041-BE1A-36DAFD76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1" y="332890"/>
            <a:ext cx="5854750" cy="619723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51656D94-CB37-4127-903D-CEF1A5F0F212}"/>
              </a:ext>
            </a:extLst>
          </p:cNvPr>
          <p:cNvSpPr/>
          <p:nvPr/>
        </p:nvSpPr>
        <p:spPr>
          <a:xfrm>
            <a:off x="5905837" y="985421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A694CF8-8696-4AFB-A8C8-D32CFC64EDA6}"/>
              </a:ext>
            </a:extLst>
          </p:cNvPr>
          <p:cNvSpPr/>
          <p:nvPr/>
        </p:nvSpPr>
        <p:spPr>
          <a:xfrm>
            <a:off x="5905837" y="1300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634B8089-B45D-42A3-A732-749D5DACCD7F}"/>
              </a:ext>
            </a:extLst>
          </p:cNvPr>
          <p:cNvSpPr/>
          <p:nvPr/>
        </p:nvSpPr>
        <p:spPr>
          <a:xfrm>
            <a:off x="5900519" y="197084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789361D4-ABE8-40A4-AC64-10091E8A96ED}"/>
              </a:ext>
            </a:extLst>
          </p:cNvPr>
          <p:cNvSpPr/>
          <p:nvPr/>
        </p:nvSpPr>
        <p:spPr>
          <a:xfrm>
            <a:off x="5894756" y="228597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51850B97-82EB-47B4-9893-BFD7A4EC1815}"/>
              </a:ext>
            </a:extLst>
          </p:cNvPr>
          <p:cNvSpPr/>
          <p:nvPr/>
        </p:nvSpPr>
        <p:spPr>
          <a:xfrm>
            <a:off x="5897941" y="26145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6A42A46-B086-41B3-AC86-1A5B97055135}"/>
              </a:ext>
            </a:extLst>
          </p:cNvPr>
          <p:cNvSpPr/>
          <p:nvPr/>
        </p:nvSpPr>
        <p:spPr>
          <a:xfrm>
            <a:off x="5901212" y="3286957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403199A-A860-44E6-84C8-DFAE800E1EAA}"/>
              </a:ext>
            </a:extLst>
          </p:cNvPr>
          <p:cNvSpPr/>
          <p:nvPr/>
        </p:nvSpPr>
        <p:spPr>
          <a:xfrm>
            <a:off x="5901212" y="3604029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ADD219F2-A2AB-4EAC-BB39-FBADB112CC58}"/>
              </a:ext>
            </a:extLst>
          </p:cNvPr>
          <p:cNvSpPr/>
          <p:nvPr/>
        </p:nvSpPr>
        <p:spPr>
          <a:xfrm>
            <a:off x="5909364" y="392812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5856F881-AF63-4B41-897E-0632D1CAB369}"/>
              </a:ext>
            </a:extLst>
          </p:cNvPr>
          <p:cNvSpPr/>
          <p:nvPr/>
        </p:nvSpPr>
        <p:spPr>
          <a:xfrm>
            <a:off x="5901211" y="4598556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6F4AFBF6-3A7C-4B8F-9F0B-F7251806E74A}"/>
              </a:ext>
            </a:extLst>
          </p:cNvPr>
          <p:cNvSpPr/>
          <p:nvPr/>
        </p:nvSpPr>
        <p:spPr>
          <a:xfrm>
            <a:off x="5901212" y="5251182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790E271-8C5E-4F76-B94B-53EE9F5AE6E7}"/>
              </a:ext>
            </a:extLst>
          </p:cNvPr>
          <p:cNvSpPr/>
          <p:nvPr/>
        </p:nvSpPr>
        <p:spPr>
          <a:xfrm>
            <a:off x="5901210" y="558849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9D54F8B4-E66A-4A96-9F3F-88B4F86F2B25}"/>
              </a:ext>
            </a:extLst>
          </p:cNvPr>
          <p:cNvSpPr/>
          <p:nvPr/>
        </p:nvSpPr>
        <p:spPr>
          <a:xfrm>
            <a:off x="5909364" y="6257103"/>
            <a:ext cx="355107" cy="284086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8C8D-30AB-46AB-B33F-23AF866E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94A933B-5C45-479D-A31C-C36DBFB18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227"/>
          <a:stretch/>
        </p:blipFill>
        <p:spPr>
          <a:xfrm>
            <a:off x="536815" y="1163065"/>
            <a:ext cx="11118369" cy="484112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3324687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6C81-D7BB-4380-B610-6F45DD79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BEF5-9F64-47A0-A76C-F09810772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C26CC301-2186-454A-BF6E-112A350F6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38"/>
          <a:stretch/>
        </p:blipFill>
        <p:spPr>
          <a:xfrm>
            <a:off x="584160" y="506777"/>
            <a:ext cx="10801959" cy="59298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8000"/>
              </a:srgbClr>
            </a:outerShdw>
            <a:reflection stA="0" endPos="650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92756346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81E-FABD-1641-A0DC-8DB56DE0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EE3D63-E933-AF4E-91FD-B6A6276A1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97" y="1265409"/>
            <a:ext cx="4025462" cy="56286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527CBE-A3AB-428E-B0A6-0D39EE4C7D56}"/>
              </a:ext>
            </a:extLst>
          </p:cNvPr>
          <p:cNvCxnSpPr/>
          <p:nvPr/>
        </p:nvCxnSpPr>
        <p:spPr>
          <a:xfrm flipH="1">
            <a:off x="5284622" y="472234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3CBEDB-AE08-4FB1-9C86-CF8A217E28E3}"/>
              </a:ext>
            </a:extLst>
          </p:cNvPr>
          <p:cNvCxnSpPr/>
          <p:nvPr/>
        </p:nvCxnSpPr>
        <p:spPr>
          <a:xfrm flipH="1">
            <a:off x="5477797" y="3000703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0CD101-5654-4ACF-863D-085DE6AA6AF9}"/>
              </a:ext>
            </a:extLst>
          </p:cNvPr>
          <p:cNvCxnSpPr/>
          <p:nvPr/>
        </p:nvCxnSpPr>
        <p:spPr>
          <a:xfrm flipH="1">
            <a:off x="5616738" y="3226676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D9C172-CA85-4E0D-8A2D-D7D728993274}"/>
              </a:ext>
            </a:extLst>
          </p:cNvPr>
          <p:cNvCxnSpPr/>
          <p:nvPr/>
        </p:nvCxnSpPr>
        <p:spPr>
          <a:xfrm flipH="1">
            <a:off x="5541084" y="345264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45554E-217C-48E9-8AC1-4F30A70D5DB3}"/>
              </a:ext>
            </a:extLst>
          </p:cNvPr>
          <p:cNvCxnSpPr/>
          <p:nvPr/>
        </p:nvCxnSpPr>
        <p:spPr>
          <a:xfrm flipH="1">
            <a:off x="5284622" y="3767738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C87DBA-5C6F-420F-BC64-3FE02E8BFCA6}"/>
              </a:ext>
            </a:extLst>
          </p:cNvPr>
          <p:cNvCxnSpPr/>
          <p:nvPr/>
        </p:nvCxnSpPr>
        <p:spPr>
          <a:xfrm flipH="1">
            <a:off x="5393714" y="4219904"/>
            <a:ext cx="184982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67E6C3-7240-41F7-8004-97E6A9F7F5E4}"/>
              </a:ext>
            </a:extLst>
          </p:cNvPr>
          <p:cNvCxnSpPr>
            <a:cxnSpLocks/>
          </p:cNvCxnSpPr>
          <p:nvPr/>
        </p:nvCxnSpPr>
        <p:spPr>
          <a:xfrm flipV="1">
            <a:off x="3300249" y="2236995"/>
            <a:ext cx="2257418" cy="1324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1B34DE-C35A-474F-AFBD-56EA425342C2}"/>
              </a:ext>
            </a:extLst>
          </p:cNvPr>
          <p:cNvSpPr txBox="1"/>
          <p:nvPr/>
        </p:nvSpPr>
        <p:spPr>
          <a:xfrm>
            <a:off x="977463" y="3796752"/>
            <a:ext cx="2322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Fast &amp; Easy access to testing</a:t>
            </a:r>
          </a:p>
        </p:txBody>
      </p:sp>
    </p:spTree>
    <p:extLst>
      <p:ext uri="{BB962C8B-B14F-4D97-AF65-F5344CB8AC3E}">
        <p14:creationId xmlns:p14="http://schemas.microsoft.com/office/powerpoint/2010/main" val="150565760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EC293D3-2E92-49BF-B213-E0BB6073B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15" y="7616"/>
            <a:ext cx="7414316" cy="685038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2F6E1A-8794-4A84-93F4-0949BB9B4AAA}"/>
              </a:ext>
            </a:extLst>
          </p:cNvPr>
          <p:cNvCxnSpPr>
            <a:cxnSpLocks/>
          </p:cNvCxnSpPr>
          <p:nvPr/>
        </p:nvCxnSpPr>
        <p:spPr>
          <a:xfrm flipH="1">
            <a:off x="6094959" y="589865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674964-B5F9-460E-8844-0557B7DE5E8E}"/>
              </a:ext>
            </a:extLst>
          </p:cNvPr>
          <p:cNvCxnSpPr>
            <a:cxnSpLocks/>
          </p:cNvCxnSpPr>
          <p:nvPr/>
        </p:nvCxnSpPr>
        <p:spPr>
          <a:xfrm flipH="1">
            <a:off x="7926473" y="4587766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C6C738-F928-41B2-AE04-99AE98D4B41E}"/>
              </a:ext>
            </a:extLst>
          </p:cNvPr>
          <p:cNvSpPr txBox="1"/>
          <p:nvPr/>
        </p:nvSpPr>
        <p:spPr>
          <a:xfrm>
            <a:off x="8965323" y="4403100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 Tests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90E360-E27C-41AB-941D-82EC8C7FBD5F}"/>
              </a:ext>
            </a:extLst>
          </p:cNvPr>
          <p:cNvCxnSpPr>
            <a:cxnSpLocks/>
          </p:cNvCxnSpPr>
          <p:nvPr/>
        </p:nvCxnSpPr>
        <p:spPr>
          <a:xfrm flipH="1">
            <a:off x="6391963" y="6395544"/>
            <a:ext cx="9354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AD2876-09B3-4A04-A954-BC20E080A7C0}"/>
              </a:ext>
            </a:extLst>
          </p:cNvPr>
          <p:cNvSpPr txBox="1"/>
          <p:nvPr/>
        </p:nvSpPr>
        <p:spPr>
          <a:xfrm>
            <a:off x="7159217" y="5960899"/>
            <a:ext cx="1702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10Mb memory 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56F7D-8A54-4058-ABA1-76A309C121BC}"/>
              </a:ext>
            </a:extLst>
          </p:cNvPr>
          <p:cNvSpPr txBox="1"/>
          <p:nvPr/>
        </p:nvSpPr>
        <p:spPr>
          <a:xfrm>
            <a:off x="7075135" y="5591567"/>
            <a:ext cx="170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5.2 seconds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F6C6872-764F-4BF1-A7C1-1E5F8642BB04}"/>
              </a:ext>
            </a:extLst>
          </p:cNvPr>
          <p:cNvSpPr txBox="1">
            <a:spLocks/>
          </p:cNvSpPr>
          <p:nvPr/>
        </p:nvSpPr>
        <p:spPr>
          <a:xfrm>
            <a:off x="1040009" y="204965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512640020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494-2F9F-F246-B116-3397D2B5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Maintainability &amp; Achieved goals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D7B9FC1-C9D4-4ECF-91FB-636D5DA1E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631776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4491162"/>
      </p:ext>
    </p:extLst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C86A-384A-7641-935C-0E8AE94D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DC978D5-D924-482C-8723-0F3A0321B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3779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893362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7221</TotalTime>
  <Words>579</Words>
  <Application>Microsoft Office PowerPoint</Application>
  <PresentationFormat>Widescreen</PresentationFormat>
  <Paragraphs>239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Century Gothic</vt:lpstr>
      <vt:lpstr>Corbel</vt:lpstr>
      <vt:lpstr>Wingdings</vt:lpstr>
      <vt:lpstr>Banded</vt:lpstr>
      <vt:lpstr>Fuzzy Record Linkage</vt:lpstr>
      <vt:lpstr>Introduction</vt:lpstr>
      <vt:lpstr>Client info</vt:lpstr>
      <vt:lpstr>The problem</vt:lpstr>
      <vt:lpstr>The problem</vt:lpstr>
      <vt:lpstr>Requirements</vt:lpstr>
      <vt:lpstr>Design Decisions</vt:lpstr>
      <vt:lpstr>What is Maven?</vt:lpstr>
      <vt:lpstr>Our Design</vt:lpstr>
      <vt:lpstr>Implementation</vt:lpstr>
      <vt:lpstr>Implementation                                         Pre-Processing</vt:lpstr>
      <vt:lpstr>ImplementatiOn                                                           Indexing</vt:lpstr>
      <vt:lpstr>PowerPoint Presentation</vt:lpstr>
      <vt:lpstr>Implementation                                                          Indexing</vt:lpstr>
      <vt:lpstr>Implementation                   Record pair comparison</vt:lpstr>
      <vt:lpstr>Implementation                                            Score Classification</vt:lpstr>
      <vt:lpstr>Implementation                                                   Evaluation</vt:lpstr>
      <vt:lpstr>Core Dependencies</vt:lpstr>
      <vt:lpstr>Demo</vt:lpstr>
      <vt:lpstr>Demo</vt:lpstr>
      <vt:lpstr>PowerPoint Presentation</vt:lpstr>
      <vt:lpstr>PowerPoint Presentation</vt:lpstr>
      <vt:lpstr>Testing</vt:lpstr>
      <vt:lpstr>PowerPoint Presentation</vt:lpstr>
      <vt:lpstr>Maintainability &amp; Achieved goals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Greg Smith</cp:lastModifiedBy>
  <cp:revision>177</cp:revision>
  <dcterms:created xsi:type="dcterms:W3CDTF">2013-07-15T20:26:40Z</dcterms:created>
  <dcterms:modified xsi:type="dcterms:W3CDTF">2019-04-15T23:47:27Z</dcterms:modified>
</cp:coreProperties>
</file>