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25"/>
  </p:notesMasterIdLst>
  <p:sldIdLst>
    <p:sldId id="256" r:id="rId2"/>
    <p:sldId id="258" r:id="rId3"/>
    <p:sldId id="257" r:id="rId4"/>
    <p:sldId id="281" r:id="rId5"/>
    <p:sldId id="278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69" r:id="rId14"/>
    <p:sldId id="266" r:id="rId15"/>
    <p:sldId id="270" r:id="rId16"/>
    <p:sldId id="271" r:id="rId17"/>
    <p:sldId id="282" r:id="rId18"/>
    <p:sldId id="272" r:id="rId19"/>
    <p:sldId id="276" r:id="rId20"/>
    <p:sldId id="273" r:id="rId21"/>
    <p:sldId id="274" r:id="rId22"/>
    <p:sldId id="280" r:id="rId23"/>
    <p:sldId id="275" r:id="rId24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216CD2-0B5D-477C-30C3-874F10A1EC4F}" v="1" dt="2019-02-11T02:11:54.5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9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5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/>
            <a:t>The Problem</a:t>
          </a:r>
          <a:endParaRPr lang="en-US" dirty="0"/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/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/>
            <a:t>Design Decisions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F7FACE5-68CF-4FE4-8DF4-E6F7BAC961AA}">
      <dgm:prSet/>
      <dgm:spPr/>
      <dgm:t>
        <a:bodyPr/>
        <a:lstStyle/>
        <a:p>
          <a:r>
            <a:rPr lang="en-US" dirty="0"/>
            <a:t>Our Design</a:t>
          </a:r>
        </a:p>
      </dgm:t>
    </dgm:pt>
    <dgm:pt modelId="{E5D9E631-9CF3-493E-AA21-17856051287C}" type="parTrans" cxnId="{2DBEFAE0-A30A-4DD7-9E27-DD151F95C50C}">
      <dgm:prSet/>
      <dgm:spPr/>
      <dgm:t>
        <a:bodyPr/>
        <a:lstStyle/>
        <a:p>
          <a:endParaRPr lang="en-US"/>
        </a:p>
      </dgm:t>
    </dgm:pt>
    <dgm:pt modelId="{3D9F8171-423A-4C13-B3E4-C4AFBAA55974}" type="sibTrans" cxnId="{2DBEFAE0-A30A-4DD7-9E27-DD151F95C50C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/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/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/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/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/>
            <a:t>Achieved Goals</a:t>
          </a:r>
        </a:p>
      </dgm:t>
    </dgm:pt>
    <dgm:pt modelId="{6F9BF4E9-3AEA-42A3-932A-43D910CE989D}" type="parTrans" cxnId="{B5412D67-DDE7-4B75-8F6D-2F4FDB9654A5}">
      <dgm:prSet/>
      <dgm:spPr/>
      <dgm:t>
        <a:bodyPr/>
        <a:lstStyle/>
        <a:p>
          <a:endParaRPr lang="en-US"/>
        </a:p>
      </dgm:t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/>
            <a:t>Dependencies</a:t>
          </a:r>
        </a:p>
      </dgm:t>
    </dgm:pt>
    <dgm:pt modelId="{D2408721-9B5B-4C7C-A49E-1991462F9D53}" type="parTrans" cxnId="{0F83389D-7870-4B15-B409-73AC08D80842}">
      <dgm:prSet/>
      <dgm:spPr/>
      <dgm:t>
        <a:bodyPr/>
        <a:lstStyle/>
        <a:p>
          <a:endParaRPr lang="en-US"/>
        </a:p>
      </dgm:t>
    </dgm:pt>
    <dgm:pt modelId="{19D54727-54EA-47EE-BA21-240A9AED2799}" type="sibTrans" cxnId="{0F83389D-7870-4B15-B409-73AC08D80842}">
      <dgm:prSet/>
      <dgm:spPr/>
      <dgm:t>
        <a:bodyPr/>
        <a:lstStyle/>
        <a:p>
          <a:endParaRPr lang="en-US"/>
        </a:p>
      </dgm:t>
    </dgm:pt>
    <dgm:pt modelId="{DAD69198-A90B-41E7-BB71-4A93FE5C10B0}">
      <dgm:prSet/>
      <dgm:spPr/>
      <dgm:t>
        <a:bodyPr/>
        <a:lstStyle/>
        <a:p>
          <a:r>
            <a:rPr lang="en-US"/>
            <a:t>Client Info</a:t>
          </a:r>
        </a:p>
      </dgm:t>
    </dgm:pt>
    <dgm:pt modelId="{C3FE5EA8-182F-4C69-9066-0ACFEAAD8CD6}" type="parTrans" cxnId="{C3464257-C00D-4C27-AD08-36427C84B716}">
      <dgm:prSet/>
      <dgm:spPr/>
      <dgm:t>
        <a:bodyPr/>
        <a:lstStyle/>
        <a:p>
          <a:endParaRPr lang="en-US"/>
        </a:p>
      </dgm:t>
    </dgm:pt>
    <dgm:pt modelId="{D0755BD3-C11D-40D1-AD40-737D542FEC0D}" type="sibTrans" cxnId="{C3464257-C00D-4C27-AD08-36427C84B716}">
      <dgm:prSet/>
      <dgm:spPr/>
      <dgm:t>
        <a:bodyPr/>
        <a:lstStyle/>
        <a:p>
          <a:endParaRPr lang="en-US"/>
        </a:p>
      </dgm:t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0" presStyleCnt="12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E2534CFB-8A1E-4A17-8074-765FDD9D13CC}" type="pres">
      <dgm:prSet presAssocID="{DAD69198-A90B-41E7-BB71-4A93FE5C10B0}" presName="linNode" presStyleCnt="0"/>
      <dgm:spPr/>
    </dgm:pt>
    <dgm:pt modelId="{57C4D296-1E03-4909-9EA2-4B856D90D53A}" type="pres">
      <dgm:prSet presAssocID="{DAD69198-A90B-41E7-BB71-4A93FE5C10B0}" presName="parentText" presStyleLbl="node1" presStyleIdx="1" presStyleCnt="12">
        <dgm:presLayoutVars>
          <dgm:chMax val="1"/>
          <dgm:bulletEnabled val="1"/>
        </dgm:presLayoutVars>
      </dgm:prSet>
      <dgm:spPr/>
    </dgm:pt>
    <dgm:pt modelId="{2C27EFC7-70CE-47E1-8645-C509BB159075}" type="pres">
      <dgm:prSet presAssocID="{D0755BD3-C11D-40D1-AD40-737D542FEC0D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2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2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E12BE114-965B-4CDD-BC0A-2B4EBE01BE39}" type="pres">
      <dgm:prSet presAssocID="{AF7FACE5-68CF-4FE4-8DF4-E6F7BAC961AA}" presName="linNode" presStyleCnt="0"/>
      <dgm:spPr/>
    </dgm:pt>
    <dgm:pt modelId="{EE701881-66BD-4374-B4D0-2A2095722C05}" type="pres">
      <dgm:prSet presAssocID="{AF7FACE5-68CF-4FE4-8DF4-E6F7BAC961AA}" presName="parentText" presStyleLbl="node1" presStyleIdx="4" presStyleCnt="12">
        <dgm:presLayoutVars>
          <dgm:chMax val="1"/>
          <dgm:bulletEnabled val="1"/>
        </dgm:presLayoutVars>
      </dgm:prSet>
      <dgm:spPr/>
    </dgm:pt>
    <dgm:pt modelId="{8FC4BF74-93AF-4654-874A-B3823F3F51A2}" type="pres">
      <dgm:prSet presAssocID="{3D9F8171-423A-4C13-B3E4-C4AFBAA55974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5" presStyleCnt="12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6" presStyleCnt="12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7" presStyleCnt="12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8" presStyleCnt="12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9" presStyleCnt="12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10" presStyleCnt="12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1" presStyleCnt="12">
        <dgm:presLayoutVars>
          <dgm:chMax val="1"/>
          <dgm:bulletEnabled val="1"/>
        </dgm:presLayoutVars>
      </dgm:prSet>
      <dgm:spPr/>
    </dgm:pt>
  </dgm:ptLst>
  <dgm:cxnLst>
    <dgm:cxn modelId="{CA674716-CB77-43AD-9961-33F99C128B04}" type="presOf" srcId="{68EB87DB-0581-4640-9ADB-562EA677AF1B}" destId="{6588EB65-C784-423D-AE18-E3CF6265C1D6}" srcOrd="0" destOrd="0" presId="urn:microsoft.com/office/officeart/2005/8/layout/vList5"/>
    <dgm:cxn modelId="{0913CB21-1232-4D42-B149-F4EBFED6C27A}" type="presOf" srcId="{14FB87C3-FCC9-46D8-8275-62A0B38C812D}" destId="{DDC7CEC3-F757-43A0-A2FA-ABA576BB655C}" srcOrd="0" destOrd="0" presId="urn:microsoft.com/office/officeart/2005/8/layout/vList5"/>
    <dgm:cxn modelId="{1900DD31-7666-4C0B-9F72-942FC413D72F}" type="presOf" srcId="{AF7FACE5-68CF-4FE4-8DF4-E6F7BAC961AA}" destId="{EE701881-66BD-4374-B4D0-2A2095722C05}" srcOrd="0" destOrd="0" presId="urn:microsoft.com/office/officeart/2005/8/layout/vList5"/>
    <dgm:cxn modelId="{B5412D67-DDE7-4B75-8F6D-2F4FDB9654A5}" srcId="{14FB87C3-FCC9-46D8-8275-62A0B38C812D}" destId="{D56B39B8-DE0D-4BE9-BED1-5379BDDE6463}" srcOrd="10" destOrd="0" parTransId="{6F9BF4E9-3AEA-42A3-932A-43D910CE989D}" sibTransId="{FCB22A08-CACA-4AC8-9F7E-48C50CBB6C3A}"/>
    <dgm:cxn modelId="{99C2346E-2AF5-46B1-AD6A-2A2B020A67D6}" type="presOf" srcId="{DAD69198-A90B-41E7-BB71-4A93FE5C10B0}" destId="{57C4D296-1E03-4909-9EA2-4B856D90D53A}" srcOrd="0" destOrd="0" presId="urn:microsoft.com/office/officeart/2005/8/layout/vList5"/>
    <dgm:cxn modelId="{0073C250-C1F0-4EEE-B9C1-5AD31FCCDA88}" type="presOf" srcId="{40DB2B9C-1F19-441D-9344-82B86306084E}" destId="{1A5ED826-5D00-4CB2-87B5-BEC5EC62E772}" srcOrd="0" destOrd="0" presId="urn:microsoft.com/office/officeart/2005/8/layout/vList5"/>
    <dgm:cxn modelId="{2F567151-8DD8-4D39-9F13-D0CBB08EA15E}" srcId="{14FB87C3-FCC9-46D8-8275-62A0B38C812D}" destId="{137C00AF-E6EB-4901-9912-841632B7FB80}" srcOrd="11" destOrd="0" parTransId="{E1393884-C83C-4452-AB0B-DCE03292BC2D}" sibTransId="{8CB68216-67C1-45E1-A862-DBB3FF873EEA}"/>
    <dgm:cxn modelId="{C3464257-C00D-4C27-AD08-36427C84B716}" srcId="{14FB87C3-FCC9-46D8-8275-62A0B38C812D}" destId="{DAD69198-A90B-41E7-BB71-4A93FE5C10B0}" srcOrd="1" destOrd="0" parTransId="{C3FE5EA8-182F-4C69-9066-0ACFEAAD8CD6}" sibTransId="{D0755BD3-C11D-40D1-AD40-737D542FEC0D}"/>
    <dgm:cxn modelId="{7ACFF67F-D3A4-4060-B947-E6851538528E}" srcId="{14FB87C3-FCC9-46D8-8275-62A0B38C812D}" destId="{AA3D64A1-5984-4150-B0E2-C7D4729E9C34}" srcOrd="5" destOrd="0" parTransId="{A8801D20-7991-464C-B1B5-8A8F0FB26E2E}" sibTransId="{8B4AAB5F-F23A-4E49-8E27-64F73672C4BE}"/>
    <dgm:cxn modelId="{89335083-20B8-4122-955E-7B57119D3634}" type="presOf" srcId="{AA3D64A1-5984-4150-B0E2-C7D4729E9C34}" destId="{356775C3-4D34-450A-8B44-7D86E93032A5}" srcOrd="0" destOrd="0" presId="urn:microsoft.com/office/officeart/2005/8/layout/vList5"/>
    <dgm:cxn modelId="{1A9AD089-EAAE-4805-B682-3AD6DB9C7D59}" type="presOf" srcId="{137C00AF-E6EB-4901-9912-841632B7FB80}" destId="{DD9B7236-1E08-409A-9F65-F940323D19C0}" srcOrd="0" destOrd="0" presId="urn:microsoft.com/office/officeart/2005/8/layout/vList5"/>
    <dgm:cxn modelId="{8478FF94-29E0-413E-AC4D-68D43C1AAEDD}" type="presOf" srcId="{D26A42DB-657A-427C-BD7E-4C842922F6EE}" destId="{18232ADC-C076-49B0-9CD3-41278FA6D915}" srcOrd="0" destOrd="0" presId="urn:microsoft.com/office/officeart/2005/8/layout/vList5"/>
    <dgm:cxn modelId="{0F83389D-7870-4B15-B409-73AC08D80842}" srcId="{14FB87C3-FCC9-46D8-8275-62A0B38C812D}" destId="{344A5502-55A6-4C83-8A8C-E66CF4DEB2FB}" srcOrd="6" destOrd="0" parTransId="{D2408721-9B5B-4C7C-A49E-1991462F9D53}" sibTransId="{19D54727-54EA-47EE-BA21-240A9AED2799}"/>
    <dgm:cxn modelId="{C1E987C1-5591-4D9B-9070-3B2615AEA3D7}" type="presOf" srcId="{344A5502-55A6-4C83-8A8C-E66CF4DEB2FB}" destId="{D22C1773-3F60-41BD-805D-C07FE4D5F633}" srcOrd="0" destOrd="0" presId="urn:microsoft.com/office/officeart/2005/8/layout/vList5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E072A2CA-F860-4DFD-90B3-842350386A50}" type="presOf" srcId="{310F1D7F-1D49-4066-B0E4-252021FCA9F6}" destId="{8D870C57-7ADF-4ADA-A8C8-8067E4E1AA9C}" srcOrd="0" destOrd="0" presId="urn:microsoft.com/office/officeart/2005/8/layout/vList5"/>
    <dgm:cxn modelId="{0BAA96D4-7D28-4359-B70B-D19BDF874322}" srcId="{14FB87C3-FCC9-46D8-8275-62A0B38C812D}" destId="{84F6B20A-49A4-4704-AB4E-7D86696A7A35}" srcOrd="8" destOrd="0" parTransId="{FDA44E1B-5F78-4948-ACC3-3D246362422C}" sibTransId="{2B59BDDE-5441-467A-B7C4-2EC5ED17C959}"/>
    <dgm:cxn modelId="{B31D17D9-3CDD-4EBA-A0D4-3CED8F0F397B}" type="presOf" srcId="{84F6B20A-49A4-4704-AB4E-7D86696A7A35}" destId="{C2175BCC-CBB7-4BF3-9511-2D8C3F0FE10F}" srcOrd="0" destOrd="0" presId="urn:microsoft.com/office/officeart/2005/8/layout/vList5"/>
    <dgm:cxn modelId="{2DBEFAE0-A30A-4DD7-9E27-DD151F95C50C}" srcId="{14FB87C3-FCC9-46D8-8275-62A0B38C812D}" destId="{AF7FACE5-68CF-4FE4-8DF4-E6F7BAC961AA}" srcOrd="4" destOrd="0" parTransId="{E5D9E631-9CF3-493E-AA21-17856051287C}" sibTransId="{3D9F8171-423A-4C13-B3E4-C4AFBAA55974}"/>
    <dgm:cxn modelId="{58A598EE-6AEF-45A2-8C38-DCF0C47AECC8}" type="presOf" srcId="{D56B39B8-DE0D-4BE9-BED1-5379BDDE6463}" destId="{9A56D476-57EC-4DAE-8286-533FD3497850}" srcOrd="0" destOrd="0" presId="urn:microsoft.com/office/officeart/2005/8/layout/vList5"/>
    <dgm:cxn modelId="{7D5C36F2-7A86-4DBD-8587-B2AEE7659A18}" srcId="{14FB87C3-FCC9-46D8-8275-62A0B38C812D}" destId="{D26A42DB-657A-427C-BD7E-4C842922F6EE}" srcOrd="7" destOrd="0" parTransId="{9DD14044-67E1-4828-8063-12842CF77B22}" sibTransId="{91E4F36B-3DEC-4777-9FA9-DA73E7951DDC}"/>
    <dgm:cxn modelId="{4B4E35F4-5883-47C7-AF91-3D24792A3F81}" type="presOf" srcId="{5260635D-9975-408F-AB5B-D0D381D7298C}" destId="{70189A93-22F1-4B00-BD68-876AE5271AAE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74B075FA-A62A-488B-BD10-A6815CB257D4}" srcId="{14FB87C3-FCC9-46D8-8275-62A0B38C812D}" destId="{310F1D7F-1D49-4066-B0E4-252021FCA9F6}" srcOrd="0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9" destOrd="0" parTransId="{C7AC878B-CD17-448F-89B2-CE269A4DC9B7}" sibTransId="{0E9130F9-B3D7-4EEB-A383-9206D26FD21C}"/>
    <dgm:cxn modelId="{56A673C8-04CF-46A9-AB51-45BFF6466C2E}" type="presParOf" srcId="{DDC7CEC3-F757-43A0-A2FA-ABA576BB655C}" destId="{5C3D3754-B04A-4F7C-BE78-28E6689AEAB7}" srcOrd="0" destOrd="0" presId="urn:microsoft.com/office/officeart/2005/8/layout/vList5"/>
    <dgm:cxn modelId="{F019D5A2-AEBE-4A08-93FB-6404016221A8}" type="presParOf" srcId="{5C3D3754-B04A-4F7C-BE78-28E6689AEAB7}" destId="{8D870C57-7ADF-4ADA-A8C8-8067E4E1AA9C}" srcOrd="0" destOrd="0" presId="urn:microsoft.com/office/officeart/2005/8/layout/vList5"/>
    <dgm:cxn modelId="{BE5C0848-4D0B-4986-984D-072C602222E2}" type="presParOf" srcId="{DDC7CEC3-F757-43A0-A2FA-ABA576BB655C}" destId="{5AC9C6CD-DA56-4DF2-B23E-5ABE9380D47F}" srcOrd="1" destOrd="0" presId="urn:microsoft.com/office/officeart/2005/8/layout/vList5"/>
    <dgm:cxn modelId="{290B28E9-8491-4938-9192-349790C446C1}" type="presParOf" srcId="{DDC7CEC3-F757-43A0-A2FA-ABA576BB655C}" destId="{E2534CFB-8A1E-4A17-8074-765FDD9D13CC}" srcOrd="2" destOrd="0" presId="urn:microsoft.com/office/officeart/2005/8/layout/vList5"/>
    <dgm:cxn modelId="{168A2C8B-4367-4B3E-A2EE-CCD8027A0319}" type="presParOf" srcId="{E2534CFB-8A1E-4A17-8074-765FDD9D13CC}" destId="{57C4D296-1E03-4909-9EA2-4B856D90D53A}" srcOrd="0" destOrd="0" presId="urn:microsoft.com/office/officeart/2005/8/layout/vList5"/>
    <dgm:cxn modelId="{70B02882-8282-426B-8B72-7033F0574074}" type="presParOf" srcId="{DDC7CEC3-F757-43A0-A2FA-ABA576BB655C}" destId="{2C27EFC7-70CE-47E1-8645-C509BB159075}" srcOrd="3" destOrd="0" presId="urn:microsoft.com/office/officeart/2005/8/layout/vList5"/>
    <dgm:cxn modelId="{69946404-A7C9-4EB8-B071-7BF95D90D337}" type="presParOf" srcId="{DDC7CEC3-F757-43A0-A2FA-ABA576BB655C}" destId="{D28886D8-08ED-439D-970B-3A7BD0531C69}" srcOrd="4" destOrd="0" presId="urn:microsoft.com/office/officeart/2005/8/layout/vList5"/>
    <dgm:cxn modelId="{ACF2C7FC-5FD0-4CCB-B0F1-3751200B718D}" type="presParOf" srcId="{D28886D8-08ED-439D-970B-3A7BD0531C69}" destId="{6588EB65-C784-423D-AE18-E3CF6265C1D6}" srcOrd="0" destOrd="0" presId="urn:microsoft.com/office/officeart/2005/8/layout/vList5"/>
    <dgm:cxn modelId="{034A8A4F-87F3-4A0F-9429-5D1FE9811D0C}" type="presParOf" srcId="{DDC7CEC3-F757-43A0-A2FA-ABA576BB655C}" destId="{77CDB951-6A93-4226-AA54-1DD2858A277D}" srcOrd="5" destOrd="0" presId="urn:microsoft.com/office/officeart/2005/8/layout/vList5"/>
    <dgm:cxn modelId="{694536CE-94A6-40AC-8432-B797B5574C4A}" type="presParOf" srcId="{DDC7CEC3-F757-43A0-A2FA-ABA576BB655C}" destId="{B4EDADA8-1BE8-47E0-9FA7-FDCA8750565E}" srcOrd="6" destOrd="0" presId="urn:microsoft.com/office/officeart/2005/8/layout/vList5"/>
    <dgm:cxn modelId="{D9734BA9-887F-4DFD-A53E-784B8ACB0D5D}" type="presParOf" srcId="{B4EDADA8-1BE8-47E0-9FA7-FDCA8750565E}" destId="{70189A93-22F1-4B00-BD68-876AE5271AAE}" srcOrd="0" destOrd="0" presId="urn:microsoft.com/office/officeart/2005/8/layout/vList5"/>
    <dgm:cxn modelId="{4F84C738-7BFA-4C16-AD65-3BD3EADF8329}" type="presParOf" srcId="{DDC7CEC3-F757-43A0-A2FA-ABA576BB655C}" destId="{9FB877A9-376E-4BFE-992E-F8C48C80FF90}" srcOrd="7" destOrd="0" presId="urn:microsoft.com/office/officeart/2005/8/layout/vList5"/>
    <dgm:cxn modelId="{FE245C01-A86E-4455-842F-D65FCA478E8D}" type="presParOf" srcId="{DDC7CEC3-F757-43A0-A2FA-ABA576BB655C}" destId="{E12BE114-965B-4CDD-BC0A-2B4EBE01BE39}" srcOrd="8" destOrd="0" presId="urn:microsoft.com/office/officeart/2005/8/layout/vList5"/>
    <dgm:cxn modelId="{5D2884A3-4603-4F1A-8C7F-5C19D7730FFF}" type="presParOf" srcId="{E12BE114-965B-4CDD-BC0A-2B4EBE01BE39}" destId="{EE701881-66BD-4374-B4D0-2A2095722C05}" srcOrd="0" destOrd="0" presId="urn:microsoft.com/office/officeart/2005/8/layout/vList5"/>
    <dgm:cxn modelId="{AFD9057A-A073-4C81-B3ED-A5F1217E79C1}" type="presParOf" srcId="{DDC7CEC3-F757-43A0-A2FA-ABA576BB655C}" destId="{8FC4BF74-93AF-4654-874A-B3823F3F51A2}" srcOrd="9" destOrd="0" presId="urn:microsoft.com/office/officeart/2005/8/layout/vList5"/>
    <dgm:cxn modelId="{294DCDD9-8CE9-4B5E-B26E-AA6EA9937EF0}" type="presParOf" srcId="{DDC7CEC3-F757-43A0-A2FA-ABA576BB655C}" destId="{80E31028-E93F-443C-A94B-88959D7298AC}" srcOrd="10" destOrd="0" presId="urn:microsoft.com/office/officeart/2005/8/layout/vList5"/>
    <dgm:cxn modelId="{AAF50AEC-288C-4D5E-9A0C-C1BDCCB649C9}" type="presParOf" srcId="{80E31028-E93F-443C-A94B-88959D7298AC}" destId="{356775C3-4D34-450A-8B44-7D86E93032A5}" srcOrd="0" destOrd="0" presId="urn:microsoft.com/office/officeart/2005/8/layout/vList5"/>
    <dgm:cxn modelId="{5CBE201C-462B-419E-A005-28D493E57DEA}" type="presParOf" srcId="{DDC7CEC3-F757-43A0-A2FA-ABA576BB655C}" destId="{D717168E-8E7A-4D50-8FB1-4A5BA407F048}" srcOrd="11" destOrd="0" presId="urn:microsoft.com/office/officeart/2005/8/layout/vList5"/>
    <dgm:cxn modelId="{5344B8EF-5436-4DB9-B2E5-5C7882EE5612}" type="presParOf" srcId="{DDC7CEC3-F757-43A0-A2FA-ABA576BB655C}" destId="{E5BCAF12-E5E4-4EE9-9B93-D547F33BC8DF}" srcOrd="12" destOrd="0" presId="urn:microsoft.com/office/officeart/2005/8/layout/vList5"/>
    <dgm:cxn modelId="{F7E3C21E-E6AE-4EE5-AF59-31E5E936B792}" type="presParOf" srcId="{E5BCAF12-E5E4-4EE9-9B93-D547F33BC8DF}" destId="{D22C1773-3F60-41BD-805D-C07FE4D5F633}" srcOrd="0" destOrd="0" presId="urn:microsoft.com/office/officeart/2005/8/layout/vList5"/>
    <dgm:cxn modelId="{E6F14FD9-89C0-4E57-9773-EE420202515E}" type="presParOf" srcId="{DDC7CEC3-F757-43A0-A2FA-ABA576BB655C}" destId="{84372467-60A0-41D6-9693-AD944C5D4F8D}" srcOrd="13" destOrd="0" presId="urn:microsoft.com/office/officeart/2005/8/layout/vList5"/>
    <dgm:cxn modelId="{B85AC43B-2EEF-43A1-99AE-BD5BED85ADBD}" type="presParOf" srcId="{DDC7CEC3-F757-43A0-A2FA-ABA576BB655C}" destId="{74EFAD13-5696-48C7-8D06-C5533E338C7B}" srcOrd="14" destOrd="0" presId="urn:microsoft.com/office/officeart/2005/8/layout/vList5"/>
    <dgm:cxn modelId="{06E2A0EF-455F-4A90-B5E8-839BC7FBE430}" type="presParOf" srcId="{74EFAD13-5696-48C7-8D06-C5533E338C7B}" destId="{18232ADC-C076-49B0-9CD3-41278FA6D915}" srcOrd="0" destOrd="0" presId="urn:microsoft.com/office/officeart/2005/8/layout/vList5"/>
    <dgm:cxn modelId="{8991F9DB-2747-4B05-9D9A-A340609190F2}" type="presParOf" srcId="{DDC7CEC3-F757-43A0-A2FA-ABA576BB655C}" destId="{4F205B34-A769-4680-B79C-89048C82A0FE}" srcOrd="15" destOrd="0" presId="urn:microsoft.com/office/officeart/2005/8/layout/vList5"/>
    <dgm:cxn modelId="{0C3F215C-CD0C-4A54-9C60-94571717935B}" type="presParOf" srcId="{DDC7CEC3-F757-43A0-A2FA-ABA576BB655C}" destId="{A58C365F-6F1C-40B9-A9AC-017AF2757662}" srcOrd="16" destOrd="0" presId="urn:microsoft.com/office/officeart/2005/8/layout/vList5"/>
    <dgm:cxn modelId="{3C58D57A-16D0-4772-BC2B-0994E176DBCD}" type="presParOf" srcId="{A58C365F-6F1C-40B9-A9AC-017AF2757662}" destId="{C2175BCC-CBB7-4BF3-9511-2D8C3F0FE10F}" srcOrd="0" destOrd="0" presId="urn:microsoft.com/office/officeart/2005/8/layout/vList5"/>
    <dgm:cxn modelId="{F3630FD6-96EE-42C9-ADDC-9857DB8FE9CB}" type="presParOf" srcId="{DDC7CEC3-F757-43A0-A2FA-ABA576BB655C}" destId="{DB426266-BD16-4B1B-BF71-39FE68C6BAF2}" srcOrd="17" destOrd="0" presId="urn:microsoft.com/office/officeart/2005/8/layout/vList5"/>
    <dgm:cxn modelId="{56522CA0-5CC8-42E3-BD5B-A655955F3434}" type="presParOf" srcId="{DDC7CEC3-F757-43A0-A2FA-ABA576BB655C}" destId="{7650C0B0-C3B5-4443-B862-7946EA378229}" srcOrd="18" destOrd="0" presId="urn:microsoft.com/office/officeart/2005/8/layout/vList5"/>
    <dgm:cxn modelId="{372E77D0-EF36-4C5E-98A0-E424FC49A4EB}" type="presParOf" srcId="{7650C0B0-C3B5-4443-B862-7946EA378229}" destId="{1A5ED826-5D00-4CB2-87B5-BEC5EC62E772}" srcOrd="0" destOrd="0" presId="urn:microsoft.com/office/officeart/2005/8/layout/vList5"/>
    <dgm:cxn modelId="{6120560F-4F36-444A-80FF-59421A165F2A}" type="presParOf" srcId="{DDC7CEC3-F757-43A0-A2FA-ABA576BB655C}" destId="{4193C724-FBA7-4C74-8517-B7D904342F1A}" srcOrd="19" destOrd="0" presId="urn:microsoft.com/office/officeart/2005/8/layout/vList5"/>
    <dgm:cxn modelId="{8965DA87-164E-448D-86E1-F23971DD99BA}" type="presParOf" srcId="{DDC7CEC3-F757-43A0-A2FA-ABA576BB655C}" destId="{E89E302D-2568-4969-8E92-2A5A4046888C}" srcOrd="20" destOrd="0" presId="urn:microsoft.com/office/officeart/2005/8/layout/vList5"/>
    <dgm:cxn modelId="{CE5184AB-40DC-475B-9622-991C7319161C}" type="presParOf" srcId="{E89E302D-2568-4969-8E92-2A5A4046888C}" destId="{9A56D476-57EC-4DAE-8286-533FD3497850}" srcOrd="0" destOrd="0" presId="urn:microsoft.com/office/officeart/2005/8/layout/vList5"/>
    <dgm:cxn modelId="{2365DDD2-9447-4B1D-8A36-F4B00BF7468A}" type="presParOf" srcId="{DDC7CEC3-F757-43A0-A2FA-ABA576BB655C}" destId="{7E62A088-6EB1-469C-B3B4-93F22EEC19F3}" srcOrd="21" destOrd="0" presId="urn:microsoft.com/office/officeart/2005/8/layout/vList5"/>
    <dgm:cxn modelId="{AD4BC5D6-C85B-4331-8184-F02D6F3CFFF3}" type="presParOf" srcId="{DDC7CEC3-F757-43A0-A2FA-ABA576BB655C}" destId="{53CC562B-908F-40AB-AB1F-FE0C69491E4A}" srcOrd="22" destOrd="0" presId="urn:microsoft.com/office/officeart/2005/8/layout/vList5"/>
    <dgm:cxn modelId="{89334117-7CB6-46EC-8BDF-84FB838801E1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/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</dgm:pt>
    <dgm:pt modelId="{31A76EE5-32D9-461C-B583-DD58FCB35CE5}">
      <dgm:prSet/>
      <dgm:spPr/>
      <dgm:t>
        <a:bodyPr/>
        <a:lstStyle/>
        <a:p>
          <a:r>
            <a:rPr lang="en-US"/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0" i="0"/>
            <a:t>Pre-processing</a:t>
          </a:r>
          <a:endParaRPr lang="en-US"/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/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/>
        </a:p>
      </dgm:t>
    </dgm:pt>
    <dgm:pt modelId="{ACA3DCF0-C519-491E-98D5-9731B761D50F}">
      <dgm:prSet/>
      <dgm:spPr/>
      <dgm:t>
        <a:bodyPr/>
        <a:lstStyle/>
        <a:p>
          <a:r>
            <a:rPr lang="en-US" b="0" i="0"/>
            <a:t>Indexing</a:t>
          </a:r>
          <a:endParaRPr lang="en-US"/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/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/>
        </a:p>
      </dgm:t>
    </dgm:pt>
    <dgm:pt modelId="{CA36C5A3-7A84-4035-A349-77559E16E9C5}">
      <dgm:prSet/>
      <dgm:spPr/>
      <dgm:t>
        <a:bodyPr/>
        <a:lstStyle/>
        <a:p>
          <a:r>
            <a:rPr lang="en-US" b="0" i="0"/>
            <a:t>Record pair comparison</a:t>
          </a:r>
          <a:endParaRPr lang="en-US"/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/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/>
        </a:p>
      </dgm:t>
    </dgm:pt>
    <dgm:pt modelId="{06DAD077-C6AA-454F-8E13-421E8DC91293}">
      <dgm:prSet/>
      <dgm:spPr/>
      <dgm:t>
        <a:bodyPr/>
        <a:lstStyle/>
        <a:p>
          <a:r>
            <a:rPr lang="en-US" b="0" i="0"/>
            <a:t>Classification</a:t>
          </a:r>
          <a:endParaRPr lang="en-US"/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/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/>
        </a:p>
      </dgm:t>
    </dgm:pt>
    <dgm:pt modelId="{3D9C9492-86F2-45D0-9144-F69E1AD4EE59}">
      <dgm:prSet/>
      <dgm:spPr/>
      <dgm:t>
        <a:bodyPr/>
        <a:lstStyle/>
        <a:p>
          <a:r>
            <a:rPr lang="en-US" b="0" i="0"/>
            <a:t>Evaluation</a:t>
          </a:r>
          <a:endParaRPr lang="en-US"/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/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/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dirty="0"/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dirty="0"/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dirty="0"/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dirty="0"/>
            <a:t>Combine</a:t>
          </a:r>
        </a:p>
      </dgm:t>
    </dgm:pt>
    <dgm:pt modelId="{F9EFDB20-890D-43BC-90DE-B5B004483BD2}" type="parTrans" cxnId="{203F89F8-AD34-4F36-958C-8D360BCD720B}">
      <dgm:prSet/>
      <dgm:spPr/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</dgm:pt>
    <dgm:pt modelId="{9BD721C2-CE9B-4E18-B6D0-CAC18889A810}" type="sibTrans" cxnId="{DED017D9-1FB5-4839-BCF2-32EB43C558FB}">
      <dgm:prSet/>
      <dgm:spPr/>
    </dgm:pt>
    <dgm:pt modelId="{8FDCF87E-1266-4979-925D-413296D2D1E9}">
      <dgm:prSet/>
      <dgm:spPr/>
      <dgm:t>
        <a:bodyPr/>
        <a:lstStyle/>
        <a:p>
          <a:endParaRPr lang="en-US" sz="2800"/>
        </a:p>
      </dgm:t>
    </dgm:pt>
    <dgm:pt modelId="{4C3F5F58-D524-47EB-9989-AB6B8DF981D4}" type="parTrans" cxnId="{B1FBC38A-C529-4224-9377-B55D45661D30}">
      <dgm:prSet/>
      <dgm:spPr/>
    </dgm:pt>
    <dgm:pt modelId="{E35FD387-9AAF-4139-A3FC-183C9026831C}" type="sibTrans" cxnId="{B1FBC38A-C529-4224-9377-B55D45661D30}">
      <dgm:prSet/>
      <dgm:spPr/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</dgm:pt>
    <dgm:pt modelId="{CFB9735A-81B8-4EBA-9E70-D68BA5448CB5}" type="sibTrans" cxnId="{93672900-FE52-47AC-BF20-AC643327BA01}">
      <dgm:prSet/>
      <dgm:spPr/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</dgm:pt>
    <dgm:pt modelId="{0B121BD3-2786-42F2-A5C3-53BB01E50588}" type="sibTrans" cxnId="{1AAFB4AE-A20D-4E4B-BE28-765BC2AD8245}">
      <dgm:prSet/>
      <dgm:spPr/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O(n*m) 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/>
            <a:t>Master data set– 21,450 </a:t>
          </a:r>
          <a:r>
            <a:rPr lang="en-US" sz="380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/>
            <a:t>Match data set– </a:t>
          </a:r>
          <a:r>
            <a:rPr lang="en-US" sz="3800"/>
            <a:t>29,585 records</a:t>
          </a:r>
        </a:p>
      </dgm:t>
    </dgm:pt>
    <dgm:pt modelId="{F34A5343-BB30-44DF-BF82-40D7EEDAFFE6}" type="parTrans" cxnId="{B88D3EBE-8D34-4C5B-88D8-EBBF2153B233}">
      <dgm:prSet/>
      <dgm:spPr/>
    </dgm:pt>
    <dgm:pt modelId="{A3D9DCB7-5194-4C82-AFDF-D715595D1FC5}" type="sibTrans" cxnId="{B88D3EBE-8D34-4C5B-88D8-EBBF2153B233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~1 second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/>
            <a:t>Reduced # of comparisons by 99.9%</a:t>
          </a:r>
        </a:p>
      </dgm:t>
    </dgm:pt>
    <dgm:pt modelId="{6F1E8A3E-1192-4A4F-89D0-0DFFBC0A9570}" type="parTrans" cxnId="{542A12D1-F2E8-4AFE-BB33-B1447F6DBE5F}">
      <dgm:prSet/>
      <dgm:spPr/>
    </dgm:pt>
    <dgm:pt modelId="{F38EB8C7-DA6D-409A-8F8A-8BB5083782B4}" type="sibTrans" cxnId="{542A12D1-F2E8-4AFE-BB33-B1447F6DBE5F}">
      <dgm:prSet/>
      <dgm:spPr/>
    </dgm:pt>
    <dgm:pt modelId="{26A16223-2C50-4602-86A6-82D3020CFE67}">
      <dgm:prSet/>
      <dgm:spPr/>
      <dgm:t>
        <a:bodyPr/>
        <a:lstStyle/>
        <a:p>
          <a:r>
            <a:rPr lang="en-US"/>
            <a:t>841,138 comparisons!</a:t>
          </a:r>
        </a:p>
      </dgm:t>
    </dgm:pt>
    <dgm:pt modelId="{D905DD75-0BB8-4125-AA0A-528E03AA3119}" type="parTrans" cxnId="{A9504CAD-446E-4339-BE93-6B1D99DD2BD5}">
      <dgm:prSet/>
      <dgm:spPr/>
    </dgm:pt>
    <dgm:pt modelId="{DE836D2C-69BC-417C-BD9B-4DE6F708CC92}" type="sibTrans" cxnId="{A9504CAD-446E-4339-BE93-6B1D99DD2BD5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  <a:p>
          <a:r>
            <a:rPr lang="en-US" dirty="0">
              <a:latin typeface="Century Gothic" panose="020B0502020202020204"/>
            </a:rPr>
            <a:t>Ex. Axel ~ </a:t>
          </a:r>
          <a:r>
            <a:rPr lang="en-US" dirty="0" err="1">
              <a:latin typeface="Century Gothic" panose="020B0502020202020204"/>
            </a:rPr>
            <a:t>Axl</a:t>
          </a:r>
          <a:r>
            <a:rPr lang="en-US" dirty="0">
              <a:latin typeface="Century Gothic" panose="020B0502020202020204"/>
            </a:rPr>
            <a:t>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>
              <a:latin typeface="Century Gothic" panose="020B0502020202020204"/>
            </a:rPr>
            <a:t>Confidence</a:t>
          </a:r>
          <a:endParaRPr lang="en-US"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0" i="0">
              <a:latin typeface="Century Gothic" panose="020B0502020202020204"/>
            </a:rPr>
            <a:t>Non-match </a:t>
          </a:r>
          <a:endParaRPr lang="en-US"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0" i="0">
              <a:latin typeface="Century Gothic"/>
            </a:rPr>
            <a:t>Potential Match</a:t>
          </a:r>
          <a:endParaRPr lang="en-US"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0" i="0">
              <a:latin typeface="Century Gothic"/>
            </a:rPr>
            <a:t>Match</a:t>
          </a:r>
          <a:endParaRPr lang="en-US"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/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dirty="0"/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/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/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/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/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err="1"/>
            <a:t>Org.json's</a:t>
          </a:r>
          <a:r>
            <a:rPr lang="en-US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/>
            <a:t>CSV Parsing</a:t>
          </a:r>
          <a:endParaRPr lang="en-US" sz="3000">
            <a:solidFill>
              <a:srgbClr val="010000"/>
            </a:solidFill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2691C195-9B3E-4A05-B9E1-0B89D5173DA2}">
      <dgm:prSet/>
      <dgm:spPr/>
      <dgm:t>
        <a:bodyPr/>
        <a:lstStyle/>
        <a:p>
          <a:r>
            <a:rPr lang="en-US" dirty="0"/>
            <a:t>Ex.</a:t>
          </a:r>
        </a:p>
      </dgm:t>
    </dgm:pt>
    <dgm:pt modelId="{244093C5-410D-49CE-9090-AAC1BEF5167F}" type="parTrans" cxnId="{10B420B6-AC38-4392-B5B1-A690AC73EFF0}">
      <dgm:prSet/>
      <dgm:spPr/>
      <dgm:t>
        <a:bodyPr/>
        <a:lstStyle/>
        <a:p>
          <a:endParaRPr lang="en-US"/>
        </a:p>
      </dgm:t>
    </dgm:pt>
    <dgm:pt modelId="{6F4CF80E-AAE2-4BF6-9DCC-D2B69376F092}" type="sibTrans" cxnId="{10B420B6-AC38-4392-B5B1-A690AC73EFF0}">
      <dgm:prSet/>
      <dgm:spPr/>
      <dgm:t>
        <a:bodyPr/>
        <a:lstStyle/>
        <a:p>
          <a:endParaRPr lang="en-US"/>
        </a:p>
      </dgm:t>
    </dgm:pt>
    <dgm:pt modelId="{7ABB3B96-74F0-4924-AEC0-168568348B49}">
      <dgm:prSet/>
      <dgm:spPr/>
      <dgm:t>
        <a:bodyPr/>
        <a:lstStyle/>
        <a:p>
          <a:r>
            <a:rPr lang="en-US" dirty="0" err="1"/>
            <a:t>Illesca</a:t>
          </a:r>
          <a:r>
            <a:rPr lang="en-US" dirty="0"/>
            <a:t> -&gt; ILSK</a:t>
          </a:r>
        </a:p>
      </dgm:t>
    </dgm:pt>
    <dgm:pt modelId="{C1B394C4-3B5B-4D89-AFD4-EE29C392C296}" type="parTrans" cxnId="{5630843D-D069-4CFC-88A5-8B5905CD1276}">
      <dgm:prSet/>
      <dgm:spPr/>
      <dgm:t>
        <a:bodyPr/>
        <a:lstStyle/>
        <a:p>
          <a:endParaRPr lang="en-US"/>
        </a:p>
      </dgm:t>
    </dgm:pt>
    <dgm:pt modelId="{718313B8-75E2-4E8C-A27E-6EA9DAD009B3}" type="sibTrans" cxnId="{5630843D-D069-4CFC-88A5-8B5905CD1276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5630843D-D069-4CFC-88A5-8B5905CD1276}" srcId="{2691C195-9B3E-4A05-B9E1-0B89D5173DA2}" destId="{7ABB3B96-74F0-4924-AEC0-168568348B49}" srcOrd="0" destOrd="0" parTransId="{C1B394C4-3B5B-4D89-AFD4-EE29C392C296}" sibTransId="{718313B8-75E2-4E8C-A27E-6EA9DAD009B3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E5BFF645-00DD-4013-AC03-61EA7189D550}" type="presOf" srcId="{7ABB3B96-74F0-4924-AEC0-168568348B49}" destId="{5ADA738D-7366-4CF7-9EEF-48BD3EE37EB5}" srcOrd="0" destOrd="2" presId="urn:microsoft.com/office/officeart/2005/8/layout/hList1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FA4D1559-D532-4D17-A605-8D63819D0C0B}" type="presOf" srcId="{2691C195-9B3E-4A05-B9E1-0B89D5173DA2}" destId="{5ADA738D-7366-4CF7-9EEF-48BD3EE37EB5}" srcOrd="0" destOrd="1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10B420B6-AC38-4392-B5B1-A690AC73EFF0}" srcId="{733C7CDF-D79C-4997-AE7C-0AA115E9B37D}" destId="{2691C195-9B3E-4A05-B9E1-0B89D5173DA2}" srcOrd="1" destOrd="0" parTransId="{244093C5-410D-49CE-9090-AAC1BEF5167F}" sibTransId="{6F4CF80E-AAE2-4BF6-9DCC-D2B69376F092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err="1">
              <a:latin typeface="Corbel"/>
            </a:rPr>
            <a:t>Xdrop's</a:t>
          </a:r>
          <a:r>
            <a:rPr lang="en-US" sz="3000">
              <a:latin typeface="Corbel"/>
            </a:rPr>
            <a:t> </a:t>
          </a:r>
          <a:r>
            <a:rPr lang="en-US" sz="3000" err="1">
              <a:latin typeface="Corbel"/>
            </a:rPr>
            <a:t>FuzzyWuzzy</a:t>
          </a:r>
          <a:r>
            <a:rPr lang="en-US" sz="300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</dgm:pt>
    <dgm:pt modelId="{99437D3D-874A-4EC7-AF2D-D1E9ACDEB264}" type="sibTrans" cxnId="{E3CBFCDA-5928-4779-A658-3DFDFA622B94}">
      <dgm:prSet/>
      <dgm:spPr/>
    </dgm:pt>
    <dgm:pt modelId="{50DE0A83-B742-42CA-B0B9-8E6201CDCB22}">
      <dgm:prSet/>
      <dgm:spPr/>
      <dgm:t>
        <a:bodyPr/>
        <a:lstStyle/>
        <a:p>
          <a:r>
            <a:rPr lang="en-US" sz="3000" err="1">
              <a:latin typeface="Corbel"/>
            </a:rPr>
            <a:t>Levenshtein</a:t>
          </a:r>
          <a:r>
            <a:rPr lang="en-US" sz="3000"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</dgm:pt>
    <dgm:pt modelId="{1C40E035-68F8-4B69-ABFF-5F5DD07A26A6}" type="sibTrans" cxnId="{0301D2EA-1065-4D59-B712-A38C31DAC18C}">
      <dgm:prSet/>
      <dgm:spPr/>
    </dgm:pt>
    <dgm:pt modelId="{95F5072A-EE61-4366-8696-6625714AD05C}">
      <dgm:prSet/>
      <dgm:spPr/>
      <dgm:t>
        <a:bodyPr/>
        <a:lstStyle/>
        <a:p>
          <a:r>
            <a:rPr lang="en-US" sz="300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</dgm:pt>
    <dgm:pt modelId="{12D02B6F-F25B-4F1D-86A3-54AB6985FFAC}" type="sibTrans" cxnId="{05E42E2C-CE0E-44CC-B805-BBF06BC20E42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/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/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/>
        </a:p>
      </dgm:t>
    </dgm:pt>
    <dgm:pt modelId="{54AA9DF5-B60A-4EEC-BF3D-7CE602EA1185}">
      <dgm:prSet/>
      <dgm:spPr/>
      <dgm:t>
        <a:bodyPr/>
        <a:lstStyle/>
        <a:p>
          <a:r>
            <a:rPr lang="en-US"/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/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/>
        </a:p>
      </dgm:t>
    </dgm:pt>
    <dgm:pt modelId="{D117935A-3924-421F-9DBB-747D8D064A5E}">
      <dgm:prSet/>
      <dgm:spPr/>
      <dgm:t>
        <a:bodyPr/>
        <a:lstStyle/>
        <a:p>
          <a:r>
            <a:rPr lang="en-US"/>
            <a:t>Object Oriented Design</a:t>
          </a:r>
        </a:p>
      </dgm:t>
    </dgm:pt>
    <dgm:pt modelId="{186F1F33-ED3D-482A-AD2F-2CEA91BDFD55}" type="parTrans" cxnId="{70F97338-B73E-41FB-BCA1-5E7B806E340E}">
      <dgm:prSet/>
      <dgm:spPr/>
    </dgm:pt>
    <dgm:pt modelId="{143C7AA3-14B1-4ABA-B1B6-3E90FA40CEF3}" type="sibTrans" cxnId="{70F97338-B73E-41FB-BCA1-5E7B806E340E}">
      <dgm:prSet/>
      <dgm:spPr/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 dirty="0"/>
            <a:t>Simplicity &amp; Flexibility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</dgm:pt>
    <dgm:pt modelId="{6B6136A6-500A-4E42-B8F6-F3855F212AC9}">
      <dgm:prSet/>
      <dgm:spPr/>
      <dgm:t>
        <a:bodyPr/>
        <a:lstStyle/>
        <a:p>
          <a:r>
            <a:rPr lang="en-US"/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</dgm:pt>
    <dgm:pt modelId="{FAB5E2F3-4582-42EB-BC90-80BC198090BA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r>
            <a:rPr lang="en-US"/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r>
            <a:rPr lang="en-US"/>
            <a:t>Created an efficient and scalable solution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2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2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2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2"/>
      <dgm:spPr/>
    </dgm:pt>
    <dgm:pt modelId="{F085E433-F6F7-4EE5-80BC-077C76F28332}" type="pres">
      <dgm:prSet presAssocID="{0F8D5AA0-E54D-41AA-9D2D-E5246FE15C89}" presName="vert1" presStyleCnt="0"/>
      <dgm:spPr/>
    </dgm:pt>
  </dgm:ptLst>
  <dgm:cxnLst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870C57-7ADF-4ADA-A8C8-8067E4E1AA9C}">
      <dsp:nvSpPr>
        <dsp:cNvPr id="0" name=""/>
        <dsp:cNvSpPr/>
      </dsp:nvSpPr>
      <dsp:spPr>
        <a:xfrm>
          <a:off x="5299645" y="2758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Problem</a:t>
          </a:r>
          <a:endParaRPr lang="en-US" sz="1900" kern="1200" dirty="0"/>
        </a:p>
      </dsp:txBody>
      <dsp:txXfrm>
        <a:off x="5318323" y="21436"/>
        <a:ext cx="5924745" cy="345271"/>
      </dsp:txXfrm>
    </dsp:sp>
    <dsp:sp modelId="{57C4D296-1E03-4909-9EA2-4B856D90D53A}">
      <dsp:nvSpPr>
        <dsp:cNvPr id="0" name=""/>
        <dsp:cNvSpPr/>
      </dsp:nvSpPr>
      <dsp:spPr>
        <a:xfrm>
          <a:off x="5299645" y="404517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430513"/>
                <a:satOff val="2246"/>
                <a:lumOff val="-64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3"/>
                <a:satOff val="2246"/>
                <a:lumOff val="-64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3"/>
                <a:satOff val="2246"/>
                <a:lumOff val="-64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Client Info</a:t>
          </a:r>
        </a:p>
      </dsp:txBody>
      <dsp:txXfrm>
        <a:off x="5318323" y="423195"/>
        <a:ext cx="5924745" cy="345271"/>
      </dsp:txXfrm>
    </dsp:sp>
    <dsp:sp modelId="{6588EB65-C784-423D-AE18-E3CF6265C1D6}">
      <dsp:nvSpPr>
        <dsp:cNvPr id="0" name=""/>
        <dsp:cNvSpPr/>
      </dsp:nvSpPr>
      <dsp:spPr>
        <a:xfrm>
          <a:off x="5299645" y="806276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861025"/>
                <a:satOff val="4492"/>
                <a:lumOff val="-128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861025"/>
                <a:satOff val="4492"/>
                <a:lumOff val="-128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861025"/>
                <a:satOff val="4492"/>
                <a:lumOff val="-128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Requirements</a:t>
          </a:r>
        </a:p>
      </dsp:txBody>
      <dsp:txXfrm>
        <a:off x="5318323" y="824954"/>
        <a:ext cx="5924745" cy="345271"/>
      </dsp:txXfrm>
    </dsp:sp>
    <dsp:sp modelId="{70189A93-22F1-4B00-BD68-876AE5271AAE}">
      <dsp:nvSpPr>
        <dsp:cNvPr id="0" name=""/>
        <dsp:cNvSpPr/>
      </dsp:nvSpPr>
      <dsp:spPr>
        <a:xfrm>
          <a:off x="5299645" y="1208034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1291538"/>
                <a:satOff val="6738"/>
                <a:lumOff val="-192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291538"/>
                <a:satOff val="6738"/>
                <a:lumOff val="-192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291538"/>
                <a:satOff val="6738"/>
                <a:lumOff val="-192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Design Decisions</a:t>
          </a:r>
        </a:p>
      </dsp:txBody>
      <dsp:txXfrm>
        <a:off x="5318323" y="1226712"/>
        <a:ext cx="5924745" cy="345271"/>
      </dsp:txXfrm>
    </dsp:sp>
    <dsp:sp modelId="{EE701881-66BD-4374-B4D0-2A2095722C05}">
      <dsp:nvSpPr>
        <dsp:cNvPr id="0" name=""/>
        <dsp:cNvSpPr/>
      </dsp:nvSpPr>
      <dsp:spPr>
        <a:xfrm>
          <a:off x="5299645" y="1609793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1722050"/>
                <a:satOff val="8984"/>
                <a:lumOff val="-256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722050"/>
                <a:satOff val="8984"/>
                <a:lumOff val="-256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722050"/>
                <a:satOff val="8984"/>
                <a:lumOff val="-256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Our Design</a:t>
          </a:r>
        </a:p>
      </dsp:txBody>
      <dsp:txXfrm>
        <a:off x="5318323" y="1628471"/>
        <a:ext cx="5924745" cy="345271"/>
      </dsp:txXfrm>
    </dsp:sp>
    <dsp:sp modelId="{356775C3-4D34-450A-8B44-7D86E93032A5}">
      <dsp:nvSpPr>
        <dsp:cNvPr id="0" name=""/>
        <dsp:cNvSpPr/>
      </dsp:nvSpPr>
      <dsp:spPr>
        <a:xfrm>
          <a:off x="5299645" y="2011552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2152563"/>
                <a:satOff val="11230"/>
                <a:lumOff val="-320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152563"/>
                <a:satOff val="11230"/>
                <a:lumOff val="-320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152563"/>
                <a:satOff val="11230"/>
                <a:lumOff val="-320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Implementation</a:t>
          </a:r>
        </a:p>
      </dsp:txBody>
      <dsp:txXfrm>
        <a:off x="5318323" y="2030230"/>
        <a:ext cx="5924745" cy="345271"/>
      </dsp:txXfrm>
    </dsp:sp>
    <dsp:sp modelId="{D22C1773-3F60-41BD-805D-C07FE4D5F633}">
      <dsp:nvSpPr>
        <dsp:cNvPr id="0" name=""/>
        <dsp:cNvSpPr/>
      </dsp:nvSpPr>
      <dsp:spPr>
        <a:xfrm>
          <a:off x="5299645" y="2413311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2583075"/>
                <a:satOff val="13477"/>
                <a:lumOff val="-385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583075"/>
                <a:satOff val="13477"/>
                <a:lumOff val="-385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583075"/>
                <a:satOff val="13477"/>
                <a:lumOff val="-385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Dependencies</a:t>
          </a:r>
        </a:p>
      </dsp:txBody>
      <dsp:txXfrm>
        <a:off x="5318323" y="2431989"/>
        <a:ext cx="5924745" cy="345271"/>
      </dsp:txXfrm>
    </dsp:sp>
    <dsp:sp modelId="{18232ADC-C076-49B0-9CD3-41278FA6D915}">
      <dsp:nvSpPr>
        <dsp:cNvPr id="0" name=""/>
        <dsp:cNvSpPr/>
      </dsp:nvSpPr>
      <dsp:spPr>
        <a:xfrm>
          <a:off x="5299645" y="2815070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3013588"/>
                <a:satOff val="15723"/>
                <a:lumOff val="-449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013588"/>
                <a:satOff val="15723"/>
                <a:lumOff val="-449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013588"/>
                <a:satOff val="15723"/>
                <a:lumOff val="-449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Demo</a:t>
          </a:r>
        </a:p>
      </dsp:txBody>
      <dsp:txXfrm>
        <a:off x="5318323" y="2833748"/>
        <a:ext cx="5924745" cy="345271"/>
      </dsp:txXfrm>
    </dsp:sp>
    <dsp:sp modelId="{C2175BCC-CBB7-4BF3-9511-2D8C3F0FE10F}">
      <dsp:nvSpPr>
        <dsp:cNvPr id="0" name=""/>
        <dsp:cNvSpPr/>
      </dsp:nvSpPr>
      <dsp:spPr>
        <a:xfrm>
          <a:off x="5299645" y="3216829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3444101"/>
                <a:satOff val="17969"/>
                <a:lumOff val="-513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444101"/>
                <a:satOff val="17969"/>
                <a:lumOff val="-513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444101"/>
                <a:satOff val="17969"/>
                <a:lumOff val="-513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Testing</a:t>
          </a:r>
        </a:p>
      </dsp:txBody>
      <dsp:txXfrm>
        <a:off x="5318323" y="3235507"/>
        <a:ext cx="5924745" cy="345271"/>
      </dsp:txXfrm>
    </dsp:sp>
    <dsp:sp modelId="{1A5ED826-5D00-4CB2-87B5-BEC5EC62E772}">
      <dsp:nvSpPr>
        <dsp:cNvPr id="0" name=""/>
        <dsp:cNvSpPr/>
      </dsp:nvSpPr>
      <dsp:spPr>
        <a:xfrm>
          <a:off x="5299645" y="3618588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3874613"/>
                <a:satOff val="20215"/>
                <a:lumOff val="-577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874613"/>
                <a:satOff val="20215"/>
                <a:lumOff val="-577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874613"/>
                <a:satOff val="20215"/>
                <a:lumOff val="-577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Maintainability</a:t>
          </a:r>
        </a:p>
      </dsp:txBody>
      <dsp:txXfrm>
        <a:off x="5318323" y="3637266"/>
        <a:ext cx="5924745" cy="345271"/>
      </dsp:txXfrm>
    </dsp:sp>
    <dsp:sp modelId="{9A56D476-57EC-4DAE-8286-533FD3497850}">
      <dsp:nvSpPr>
        <dsp:cNvPr id="0" name=""/>
        <dsp:cNvSpPr/>
      </dsp:nvSpPr>
      <dsp:spPr>
        <a:xfrm>
          <a:off x="5299645" y="4020347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4305126"/>
                <a:satOff val="22461"/>
                <a:lumOff val="-641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26"/>
                <a:satOff val="22461"/>
                <a:lumOff val="-641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26"/>
                <a:satOff val="22461"/>
                <a:lumOff val="-641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Achieved Goals</a:t>
          </a:r>
        </a:p>
      </dsp:txBody>
      <dsp:txXfrm>
        <a:off x="5318323" y="4039025"/>
        <a:ext cx="5924745" cy="345271"/>
      </dsp:txXfrm>
    </dsp:sp>
    <dsp:sp modelId="{DD9B7236-1E08-409A-9F65-F940323D19C0}">
      <dsp:nvSpPr>
        <dsp:cNvPr id="0" name=""/>
        <dsp:cNvSpPr/>
      </dsp:nvSpPr>
      <dsp:spPr>
        <a:xfrm>
          <a:off x="5299645" y="4422106"/>
          <a:ext cx="5962101" cy="38262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Conclusion</a:t>
          </a:r>
        </a:p>
      </dsp:txBody>
      <dsp:txXfrm>
        <a:off x="5318323" y="4440784"/>
        <a:ext cx="5924745" cy="3452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Pre-processing</a:t>
          </a:r>
          <a:endParaRPr lang="en-US" sz="3100" kern="1200"/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Indexing</a:t>
          </a:r>
          <a:endParaRPr lang="en-US" sz="3100" kern="1200"/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Record pair comparison</a:t>
          </a:r>
          <a:endParaRPr lang="en-US" sz="3100" kern="1200"/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Classification</a:t>
          </a:r>
          <a:endParaRPr lang="en-US" sz="3100" kern="1200"/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Evaluation</a:t>
          </a:r>
          <a:endParaRPr lang="en-US" sz="3100" kern="1200"/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</a:t>
          </a:r>
        </a:p>
      </dsp:txBody>
      <dsp:txXfrm>
        <a:off x="3952" y="215346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791346"/>
        <a:ext cx="2376667" cy="3033305"/>
      </dsp:txXfrm>
    </dsp:sp>
    <dsp:sp modelId="{F42C6B58-D9EE-448A-948D-50CDFC4BDCA9}">
      <dsp:nvSpPr>
        <dsp:cNvPr id="0" name=""/>
        <dsp:cNvSpPr/>
      </dsp:nvSpPr>
      <dsp:spPr>
        <a:xfrm>
          <a:off x="2713353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Trim</a:t>
          </a:r>
        </a:p>
      </dsp:txBody>
      <dsp:txXfrm>
        <a:off x="2713353" y="215346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791346"/>
        <a:ext cx="2376667" cy="3033305"/>
      </dsp:txXfrm>
    </dsp:sp>
    <dsp:sp modelId="{A9488153-CE7A-4FE3-887C-2CFC8E597351}">
      <dsp:nvSpPr>
        <dsp:cNvPr id="0" name=""/>
        <dsp:cNvSpPr/>
      </dsp:nvSpPr>
      <dsp:spPr>
        <a:xfrm>
          <a:off x="5422754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Combine</a:t>
          </a:r>
        </a:p>
      </dsp:txBody>
      <dsp:txXfrm>
        <a:off x="5422754" y="215346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791346"/>
        <a:ext cx="2376667" cy="3033305"/>
      </dsp:txXfrm>
    </dsp:sp>
    <dsp:sp modelId="{C002646F-ED7E-4E38-BE1B-E290CE09F2CD}">
      <dsp:nvSpPr>
        <dsp:cNvPr id="0" name=""/>
        <dsp:cNvSpPr/>
      </dsp:nvSpPr>
      <dsp:spPr>
        <a:xfrm>
          <a:off x="8132155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Standardize</a:t>
          </a:r>
        </a:p>
      </dsp:txBody>
      <dsp:txXfrm>
        <a:off x="8132155" y="215346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791346"/>
        <a:ext cx="2376667" cy="30333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O(n*m) 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07841"/>
          <a:ext cx="6918636" cy="26034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Group similar records together by phonetic encoding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841,138 comparisons!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Reduced # of comparisons by 99.9%</a:t>
          </a:r>
        </a:p>
      </dsp:txBody>
      <dsp:txXfrm>
        <a:off x="0" y="507841"/>
        <a:ext cx="6918636" cy="2603475"/>
      </dsp:txXfrm>
    </dsp:sp>
    <dsp:sp modelId="{028E6A7E-23BA-4F12-8DC1-7FD956608DDD}">
      <dsp:nvSpPr>
        <dsp:cNvPr id="0" name=""/>
        <dsp:cNvSpPr/>
      </dsp:nvSpPr>
      <dsp:spPr>
        <a:xfrm>
          <a:off x="345931" y="79801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Indexing approach</a:t>
          </a:r>
        </a:p>
      </dsp:txBody>
      <dsp:txXfrm>
        <a:off x="387721" y="121591"/>
        <a:ext cx="4759465" cy="772500"/>
      </dsp:txXfrm>
    </dsp:sp>
    <dsp:sp modelId="{07B3EA0B-0A65-415B-9037-DA23320F68C7}">
      <dsp:nvSpPr>
        <dsp:cNvPr id="0" name=""/>
        <dsp:cNvSpPr/>
      </dsp:nvSpPr>
      <dsp:spPr>
        <a:xfrm>
          <a:off x="0" y="3695956"/>
          <a:ext cx="6918636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~1 second</a:t>
          </a:r>
        </a:p>
      </dsp:txBody>
      <dsp:txXfrm>
        <a:off x="0" y="3695956"/>
        <a:ext cx="6918636" cy="1233225"/>
      </dsp:txXfrm>
    </dsp:sp>
    <dsp:sp modelId="{6A9ADE83-535F-402B-8DB7-34B1937E93A9}">
      <dsp:nvSpPr>
        <dsp:cNvPr id="0" name=""/>
        <dsp:cNvSpPr/>
      </dsp:nvSpPr>
      <dsp:spPr>
        <a:xfrm>
          <a:off x="345931" y="3267916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7721" y="3309706"/>
        <a:ext cx="4759465" cy="7725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Century Gothic" panose="020B0502020202020204"/>
            </a:rPr>
            <a:t>Levenshtein</a:t>
          </a:r>
          <a:r>
            <a:rPr lang="en-US" sz="2300" kern="1200" dirty="0">
              <a:latin typeface="Century Gothic" panose="020B0502020202020204"/>
            </a:rPr>
            <a:t> Distance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Ex. Axel ~ </a:t>
          </a:r>
          <a:r>
            <a:rPr lang="en-US" sz="2300" kern="1200" dirty="0" err="1">
              <a:latin typeface="Century Gothic" panose="020B0502020202020204"/>
            </a:rPr>
            <a:t>Axl</a:t>
          </a:r>
          <a:r>
            <a:rPr lang="en-US" sz="2300" kern="1200" dirty="0">
              <a:latin typeface="Century Gothic" panose="020B0502020202020204"/>
            </a:rPr>
            <a:t> = 75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 panose="020B0502020202020204"/>
            </a:rPr>
            <a:t>Non-match </a:t>
          </a:r>
          <a:endParaRPr lang="en-US" sz="3200" kern="1200"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Potential Match</a:t>
          </a:r>
          <a:endParaRPr lang="en-US" sz="3200" kern="1200"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Match</a:t>
          </a:r>
          <a:endParaRPr lang="en-US" sz="3200" kern="1200"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CSV Parsing</a:t>
          </a:r>
          <a:endParaRPr lang="en-US" sz="1600" kern="1200">
            <a:solidFill>
              <a:srgbClr val="010000"/>
            </a:solidFill>
            <a:latin typeface="Corbel"/>
          </a:endParaRPr>
        </a:p>
      </dsp:txBody>
      <dsp:txXfrm>
        <a:off x="3280" y="20205"/>
        <a:ext cx="3198279" cy="460800"/>
      </dsp:txXfrm>
    </dsp:sp>
    <dsp:sp modelId="{AD423238-9BB4-400E-8A17-60392CB4CA8A}">
      <dsp:nvSpPr>
        <dsp:cNvPr id="0" name=""/>
        <dsp:cNvSpPr/>
      </dsp:nvSpPr>
      <dsp:spPr>
        <a:xfrm>
          <a:off x="3280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Apache's Commons-CSV Library</a:t>
          </a:r>
        </a:p>
      </dsp:txBody>
      <dsp:txXfrm>
        <a:off x="3280" y="481005"/>
        <a:ext cx="3198279" cy="1185840"/>
      </dsp:txXfrm>
    </dsp:sp>
    <dsp:sp modelId="{C69EBD1D-33B8-41A3-9F1A-B18E772B4FED}">
      <dsp:nvSpPr>
        <dsp:cNvPr id="0" name=""/>
        <dsp:cNvSpPr/>
      </dsp:nvSpPr>
      <dsp:spPr>
        <a:xfrm>
          <a:off x="3649318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Phonetic Encoding</a:t>
          </a:r>
        </a:p>
      </dsp:txBody>
      <dsp:txXfrm>
        <a:off x="3649318" y="20205"/>
        <a:ext cx="3198279" cy="460800"/>
      </dsp:txXfrm>
    </dsp:sp>
    <dsp:sp modelId="{5ADA738D-7366-4CF7-9EEF-48BD3EE37EB5}">
      <dsp:nvSpPr>
        <dsp:cNvPr id="0" name=""/>
        <dsp:cNvSpPr/>
      </dsp:nvSpPr>
      <dsp:spPr>
        <a:xfrm>
          <a:off x="3649318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Apache's Commons-Codec Library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Ex.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 err="1"/>
            <a:t>Illesca</a:t>
          </a:r>
          <a:r>
            <a:rPr lang="en-US" sz="1600" kern="1200" dirty="0"/>
            <a:t> -&gt; ILSK</a:t>
          </a:r>
        </a:p>
      </dsp:txBody>
      <dsp:txXfrm>
        <a:off x="3649318" y="481005"/>
        <a:ext cx="3198279" cy="1185840"/>
      </dsp:txXfrm>
    </dsp:sp>
    <dsp:sp modelId="{57BCF1C9-8773-4798-B4A7-D1ED852BB8F5}">
      <dsp:nvSpPr>
        <dsp:cNvPr id="0" name=""/>
        <dsp:cNvSpPr/>
      </dsp:nvSpPr>
      <dsp:spPr>
        <a:xfrm>
          <a:off x="7295357" y="20205"/>
          <a:ext cx="3198279" cy="460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Json Parsing</a:t>
          </a:r>
        </a:p>
      </dsp:txBody>
      <dsp:txXfrm>
        <a:off x="7295357" y="20205"/>
        <a:ext cx="3198279" cy="460800"/>
      </dsp:txXfrm>
    </dsp:sp>
    <dsp:sp modelId="{52982DCB-31B4-4B9A-9096-43BE6F508B52}">
      <dsp:nvSpPr>
        <dsp:cNvPr id="0" name=""/>
        <dsp:cNvSpPr/>
      </dsp:nvSpPr>
      <dsp:spPr>
        <a:xfrm>
          <a:off x="7295357" y="481005"/>
          <a:ext cx="3198279" cy="11858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err="1"/>
            <a:t>Org.json's</a:t>
          </a:r>
          <a:r>
            <a:rPr lang="en-US" sz="1600" kern="1200"/>
            <a:t> JSON library</a:t>
          </a:r>
        </a:p>
      </dsp:txBody>
      <dsp:txXfrm>
        <a:off x="7295357" y="481005"/>
        <a:ext cx="3198279" cy="118584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>
              <a:latin typeface="Corbel"/>
            </a:rPr>
            <a:t>Unit Testing</a:t>
          </a:r>
        </a:p>
      </dsp:txBody>
      <dsp:txXfrm>
        <a:off x="38" y="1613733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>
              <a:latin typeface="Corbel"/>
            </a:rPr>
            <a:t>Junit's JUnit Library</a:t>
          </a:r>
        </a:p>
      </dsp:txBody>
      <dsp:txXfrm>
        <a:off x="38" y="2218533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err="1">
              <a:latin typeface="Corbel"/>
            </a:rPr>
            <a:t>Levenshtein</a:t>
          </a:r>
          <a:r>
            <a:rPr lang="en-US" sz="2100" kern="1200">
              <a:latin typeface="Corbel"/>
            </a:rPr>
            <a:t> Distance Ratio</a:t>
          </a:r>
        </a:p>
      </dsp:txBody>
      <dsp:txXfrm>
        <a:off x="4181483" y="1613733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err="1">
              <a:latin typeface="Corbel"/>
            </a:rPr>
            <a:t>Xdrop's</a:t>
          </a:r>
          <a:r>
            <a:rPr lang="en-US" sz="2100" kern="1200">
              <a:latin typeface="Corbel"/>
            </a:rPr>
            <a:t> </a:t>
          </a:r>
          <a:r>
            <a:rPr lang="en-US" sz="2100" kern="1200" err="1">
              <a:latin typeface="Corbel"/>
            </a:rPr>
            <a:t>FuzzyWuzzy</a:t>
          </a:r>
          <a:r>
            <a:rPr lang="en-US" sz="2100" kern="1200">
              <a:latin typeface="Corbel"/>
            </a:rPr>
            <a:t> Library</a:t>
          </a:r>
        </a:p>
      </dsp:txBody>
      <dsp:txXfrm>
        <a:off x="4181483" y="2218533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Simplicity &amp; Flexibility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0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Met client's requirements</a:t>
          </a:r>
        </a:p>
      </dsp:txBody>
      <dsp:txXfrm>
        <a:off x="0" y="0"/>
        <a:ext cx="9783763" cy="1708102"/>
      </dsp:txXfrm>
    </dsp:sp>
    <dsp:sp modelId="{587F11C3-042B-43C1-B268-958CF08A1755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708102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Created an efficient and scalable solution</a:t>
          </a:r>
        </a:p>
      </dsp:txBody>
      <dsp:txXfrm>
        <a:off x="0" y="1708102"/>
        <a:ext cx="9783763" cy="1708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2/11/2019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>
                <a:solidFill>
                  <a:schemeClr val="tx2"/>
                </a:solidFill>
              </a:rPr>
              <a:t>Objective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a master dataset and matching datasets, generate functionality to evaluate various datapoints and return a level of confidence of a match to the master dataset.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62662325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79255235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15460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0735" y="4772464"/>
            <a:ext cx="7021878" cy="129075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/>
              <a:t>Local company based in Kalamazoo, MI</a:t>
            </a:r>
          </a:p>
          <a:p>
            <a:pPr algn="ctr"/>
            <a:r>
              <a:rPr lang="en-US" sz="3000"/>
              <a:t> Master data management platform</a:t>
            </a:r>
          </a:p>
          <a:p>
            <a:pPr algn="ctr"/>
            <a:r>
              <a:rPr lang="en-US" sz="30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https://www.salespage.com/</a:t>
            </a:r>
            <a:endParaRPr lang="en-US" sz="30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14942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90402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280367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84772" y="4618124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43405" y="458918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6655426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7756843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0010488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4740780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462545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9040028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31062843"/>
              </p:ext>
            </p:extLst>
          </p:nvPr>
        </p:nvGraphicFramePr>
        <p:xfrm>
          <a:off x="2029799" y="665380"/>
          <a:ext cx="7849457" cy="4754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Testing</a:t>
            </a:r>
          </a:p>
        </p:txBody>
      </p:sp>
      <p:pic>
        <p:nvPicPr>
          <p:cNvPr id="5" name="Content Placeholder 4" descr="A screenshot of text&#10;&#10;Description automatically generated">
            <a:extLst>
              <a:ext uri="{FF2B5EF4-FFF2-40B4-BE49-F238E27FC236}">
                <a16:creationId xmlns:a16="http://schemas.microsoft.com/office/drawing/2014/main" id="{6A2866DB-F514-0045-A46B-B839FD856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114" y="138223"/>
            <a:ext cx="6251774" cy="6434488"/>
          </a:xfrm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69" y="1665500"/>
            <a:ext cx="3508822" cy="490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4085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211512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716738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4262</TotalTime>
  <Words>456</Words>
  <Application>Microsoft Office PowerPoint</Application>
  <PresentationFormat>Widescreen</PresentationFormat>
  <Paragraphs>176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Objective</vt:lpstr>
      <vt:lpstr>Introduction</vt:lpstr>
      <vt:lpstr>The problem</vt:lpstr>
      <vt:lpstr>Client info</vt:lpstr>
      <vt:lpstr>Requirements</vt:lpstr>
      <vt:lpstr>Design Decisions</vt:lpstr>
      <vt:lpstr>What is Maven?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Greg Smith</cp:lastModifiedBy>
  <cp:revision>143</cp:revision>
  <dcterms:created xsi:type="dcterms:W3CDTF">2013-07-15T20:26:40Z</dcterms:created>
  <dcterms:modified xsi:type="dcterms:W3CDTF">2019-02-14T22:24:14Z</dcterms:modified>
</cp:coreProperties>
</file>