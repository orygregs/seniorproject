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sldIdLst>
    <p:sldId id="256" r:id="rId2"/>
    <p:sldId id="257" r:id="rId3"/>
    <p:sldId id="278" r:id="rId4"/>
    <p:sldId id="281" r:id="rId5"/>
    <p:sldId id="258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69" r:id="rId14"/>
    <p:sldId id="266" r:id="rId15"/>
    <p:sldId id="270" r:id="rId16"/>
    <p:sldId id="271" r:id="rId17"/>
    <p:sldId id="282" r:id="rId18"/>
    <p:sldId id="272" r:id="rId19"/>
    <p:sldId id="276" r:id="rId20"/>
    <p:sldId id="273" r:id="rId21"/>
    <p:sldId id="274" r:id="rId22"/>
    <p:sldId id="280" r:id="rId23"/>
    <p:sldId id="27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1D19E1-FB79-1050-FB00-A4A908B51631}" v="2" dt="2019-02-09T22:00:56.147"/>
    <p1510:client id="{98072543-28DB-BC34-8070-E4ADB2BEFDBB}" v="698" dt="2019-02-10T00:31:38.1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538" autoAdjust="0"/>
    <p:restoredTop sz="94660"/>
  </p:normalViewPr>
  <p:slideViewPr>
    <p:cSldViewPr snapToGrid="0">
      <p:cViewPr varScale="1">
        <p:scale>
          <a:sx n="79" d="100"/>
          <a:sy n="79" d="100"/>
        </p:scale>
        <p:origin x="232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 dirty="0"/>
            <a:t>Objective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 dirty="0"/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dirty="0"/>
            <a:t>Design Decisions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F7FACE5-68CF-4FE4-8DF4-E6F7BAC961AA}">
      <dgm:prSet/>
      <dgm:spPr/>
      <dgm:t>
        <a:bodyPr/>
        <a:lstStyle/>
        <a:p>
          <a:r>
            <a:rPr lang="en-US" dirty="0"/>
            <a:t>Design</a:t>
          </a:r>
        </a:p>
      </dgm:t>
    </dgm:pt>
    <dgm:pt modelId="{E5D9E631-9CF3-493E-AA21-17856051287C}" type="parTrans" cxnId="{2DBEFAE0-A30A-4DD7-9E27-DD151F95C50C}">
      <dgm:prSet/>
      <dgm:spPr/>
      <dgm:t>
        <a:bodyPr/>
        <a:lstStyle/>
        <a:p>
          <a:endParaRPr lang="en-US"/>
        </a:p>
      </dgm:t>
    </dgm:pt>
    <dgm:pt modelId="{3D9F8171-423A-4C13-B3E4-C4AFBAA55974}" type="sibTrans" cxnId="{2DBEFAE0-A30A-4DD7-9E27-DD151F95C50C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 dirty="0"/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 dirty="0"/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 dirty="0"/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 dirty="0"/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 dirty="0"/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2CC6C2C5-D55C-4EEF-8D26-B4133761C3CE}">
      <dgm:prSet/>
      <dgm:spPr/>
      <dgm:t>
        <a:bodyPr/>
        <a:lstStyle/>
        <a:p>
          <a:r>
            <a:rPr lang="en-US" dirty="0"/>
            <a:t>The Problem</a:t>
          </a:r>
        </a:p>
      </dgm:t>
    </dgm:pt>
    <dgm:pt modelId="{DF01D3C5-54B8-4540-B3E5-D809033B3BB9}" type="parTrans" cxnId="{8B83A21A-6C64-4F95-9DB0-999A9A9986C5}">
      <dgm:prSet/>
      <dgm:spPr/>
    </dgm:pt>
    <dgm:pt modelId="{91B78EC8-447F-4C16-9AED-232EAF1AE76A}" type="sibTrans" cxnId="{8B83A21A-6C64-4F95-9DB0-999A9A9986C5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 dirty="0"/>
            <a:t>Achieved Goals</a:t>
          </a:r>
        </a:p>
      </dgm:t>
    </dgm:pt>
    <dgm:pt modelId="{6F9BF4E9-3AEA-42A3-932A-43D910CE989D}" type="parTrans" cxnId="{B5412D67-DDE7-4B75-8F6D-2F4FDB9654A5}">
      <dgm:prSet/>
      <dgm:spPr/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 dirty="0"/>
            <a:t>Dependencies</a:t>
          </a:r>
        </a:p>
      </dgm:t>
    </dgm:pt>
    <dgm:pt modelId="{D2408721-9B5B-4C7C-A49E-1991462F9D53}" type="parTrans" cxnId="{0F83389D-7870-4B15-B409-73AC08D80842}">
      <dgm:prSet/>
      <dgm:spPr/>
    </dgm:pt>
    <dgm:pt modelId="{19D54727-54EA-47EE-BA21-240A9AED2799}" type="sibTrans" cxnId="{0F83389D-7870-4B15-B409-73AC08D80842}">
      <dgm:prSet/>
      <dgm:spPr/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0" presStyleCnt="12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E58F2B74-9B63-45C4-86A6-BF61144D30AE}" type="pres">
      <dgm:prSet presAssocID="{2CC6C2C5-D55C-4EEF-8D26-B4133761C3CE}" presName="linNode" presStyleCnt="0"/>
      <dgm:spPr/>
    </dgm:pt>
    <dgm:pt modelId="{633C4CDB-68EC-42E6-B16A-F56E8CD12621}" type="pres">
      <dgm:prSet presAssocID="{2CC6C2C5-D55C-4EEF-8D26-B4133761C3CE}" presName="parentText" presStyleLbl="node1" presStyleIdx="1" presStyleCnt="12">
        <dgm:presLayoutVars>
          <dgm:chMax val="1"/>
          <dgm:bulletEnabled val="1"/>
        </dgm:presLayoutVars>
      </dgm:prSet>
      <dgm:spPr/>
    </dgm:pt>
    <dgm:pt modelId="{D7720D65-7302-4C6B-A304-FDB3DA618C8C}" type="pres">
      <dgm:prSet presAssocID="{91B78EC8-447F-4C16-9AED-232EAF1AE76A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2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2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E12BE114-965B-4CDD-BC0A-2B4EBE01BE39}" type="pres">
      <dgm:prSet presAssocID="{AF7FACE5-68CF-4FE4-8DF4-E6F7BAC961AA}" presName="linNode" presStyleCnt="0"/>
      <dgm:spPr/>
    </dgm:pt>
    <dgm:pt modelId="{EE701881-66BD-4374-B4D0-2A2095722C05}" type="pres">
      <dgm:prSet presAssocID="{AF7FACE5-68CF-4FE4-8DF4-E6F7BAC961AA}" presName="parentText" presStyleLbl="node1" presStyleIdx="4" presStyleCnt="12">
        <dgm:presLayoutVars>
          <dgm:chMax val="1"/>
          <dgm:bulletEnabled val="1"/>
        </dgm:presLayoutVars>
      </dgm:prSet>
      <dgm:spPr/>
    </dgm:pt>
    <dgm:pt modelId="{8FC4BF74-93AF-4654-874A-B3823F3F51A2}" type="pres">
      <dgm:prSet presAssocID="{3D9F8171-423A-4C13-B3E4-C4AFBAA55974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5" presStyleCnt="12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6" presStyleCnt="12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7" presStyleCnt="12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8" presStyleCnt="12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9" presStyleCnt="12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10" presStyleCnt="12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1" presStyleCnt="12">
        <dgm:presLayoutVars>
          <dgm:chMax val="1"/>
          <dgm:bulletEnabled val="1"/>
        </dgm:presLayoutVars>
      </dgm:prSet>
      <dgm:spPr/>
    </dgm:pt>
  </dgm:ptLst>
  <dgm:cxnLst>
    <dgm:cxn modelId="{CA674716-CB77-43AD-9961-33F99C128B04}" type="presOf" srcId="{68EB87DB-0581-4640-9ADB-562EA677AF1B}" destId="{6588EB65-C784-423D-AE18-E3CF6265C1D6}" srcOrd="0" destOrd="0" presId="urn:microsoft.com/office/officeart/2005/8/layout/vList5"/>
    <dgm:cxn modelId="{8B83A21A-6C64-4F95-9DB0-999A9A9986C5}" srcId="{14FB87C3-FCC9-46D8-8275-62A0B38C812D}" destId="{2CC6C2C5-D55C-4EEF-8D26-B4133761C3CE}" srcOrd="1" destOrd="0" parTransId="{DF01D3C5-54B8-4540-B3E5-D809033B3BB9}" sibTransId="{91B78EC8-447F-4C16-9AED-232EAF1AE76A}"/>
    <dgm:cxn modelId="{0913CB21-1232-4D42-B149-F4EBFED6C27A}" type="presOf" srcId="{14FB87C3-FCC9-46D8-8275-62A0B38C812D}" destId="{DDC7CEC3-F757-43A0-A2FA-ABA576BB655C}" srcOrd="0" destOrd="0" presId="urn:microsoft.com/office/officeart/2005/8/layout/vList5"/>
    <dgm:cxn modelId="{1900DD31-7666-4C0B-9F72-942FC413D72F}" type="presOf" srcId="{AF7FACE5-68CF-4FE4-8DF4-E6F7BAC961AA}" destId="{EE701881-66BD-4374-B4D0-2A2095722C05}" srcOrd="0" destOrd="0" presId="urn:microsoft.com/office/officeart/2005/8/layout/vList5"/>
    <dgm:cxn modelId="{B5412D67-DDE7-4B75-8F6D-2F4FDB9654A5}" srcId="{14FB87C3-FCC9-46D8-8275-62A0B38C812D}" destId="{D56B39B8-DE0D-4BE9-BED1-5379BDDE6463}" srcOrd="10" destOrd="0" parTransId="{6F9BF4E9-3AEA-42A3-932A-43D910CE989D}" sibTransId="{FCB22A08-CACA-4AC8-9F7E-48C50CBB6C3A}"/>
    <dgm:cxn modelId="{0073C250-C1F0-4EEE-B9C1-5AD31FCCDA88}" type="presOf" srcId="{40DB2B9C-1F19-441D-9344-82B86306084E}" destId="{1A5ED826-5D00-4CB2-87B5-BEC5EC62E772}" srcOrd="0" destOrd="0" presId="urn:microsoft.com/office/officeart/2005/8/layout/vList5"/>
    <dgm:cxn modelId="{D287EC70-487E-4DA9-A6FD-F904B6DDE86B}" type="presOf" srcId="{2CC6C2C5-D55C-4EEF-8D26-B4133761C3CE}" destId="{633C4CDB-68EC-42E6-B16A-F56E8CD12621}" srcOrd="0" destOrd="0" presId="urn:microsoft.com/office/officeart/2005/8/layout/vList5"/>
    <dgm:cxn modelId="{2F567151-8DD8-4D39-9F13-D0CBB08EA15E}" srcId="{14FB87C3-FCC9-46D8-8275-62A0B38C812D}" destId="{137C00AF-E6EB-4901-9912-841632B7FB80}" srcOrd="11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5" destOrd="0" parTransId="{A8801D20-7991-464C-B1B5-8A8F0FB26E2E}" sibTransId="{8B4AAB5F-F23A-4E49-8E27-64F73672C4BE}"/>
    <dgm:cxn modelId="{89335083-20B8-4122-955E-7B57119D3634}" type="presOf" srcId="{AA3D64A1-5984-4150-B0E2-C7D4729E9C34}" destId="{356775C3-4D34-450A-8B44-7D86E93032A5}" srcOrd="0" destOrd="0" presId="urn:microsoft.com/office/officeart/2005/8/layout/vList5"/>
    <dgm:cxn modelId="{1A9AD089-EAAE-4805-B682-3AD6DB9C7D59}" type="presOf" srcId="{137C00AF-E6EB-4901-9912-841632B7FB80}" destId="{DD9B7236-1E08-409A-9F65-F940323D19C0}" srcOrd="0" destOrd="0" presId="urn:microsoft.com/office/officeart/2005/8/layout/vList5"/>
    <dgm:cxn modelId="{8478FF94-29E0-413E-AC4D-68D43C1AAEDD}" type="presOf" srcId="{D26A42DB-657A-427C-BD7E-4C842922F6EE}" destId="{18232ADC-C076-49B0-9CD3-41278FA6D915}" srcOrd="0" destOrd="0" presId="urn:microsoft.com/office/officeart/2005/8/layout/vList5"/>
    <dgm:cxn modelId="{0F83389D-7870-4B15-B409-73AC08D80842}" srcId="{14FB87C3-FCC9-46D8-8275-62A0B38C812D}" destId="{344A5502-55A6-4C83-8A8C-E66CF4DEB2FB}" srcOrd="6" destOrd="0" parTransId="{D2408721-9B5B-4C7C-A49E-1991462F9D53}" sibTransId="{19D54727-54EA-47EE-BA21-240A9AED2799}"/>
    <dgm:cxn modelId="{C1E987C1-5591-4D9B-9070-3B2615AEA3D7}" type="presOf" srcId="{344A5502-55A6-4C83-8A8C-E66CF4DEB2FB}" destId="{D22C1773-3F60-41BD-805D-C07FE4D5F633}" srcOrd="0" destOrd="0" presId="urn:microsoft.com/office/officeart/2005/8/layout/vList5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E072A2CA-F860-4DFD-90B3-842350386A50}" type="presOf" srcId="{310F1D7F-1D49-4066-B0E4-252021FCA9F6}" destId="{8D870C57-7ADF-4ADA-A8C8-8067E4E1AA9C}" srcOrd="0" destOrd="0" presId="urn:microsoft.com/office/officeart/2005/8/layout/vList5"/>
    <dgm:cxn modelId="{0BAA96D4-7D28-4359-B70B-D19BDF874322}" srcId="{14FB87C3-FCC9-46D8-8275-62A0B38C812D}" destId="{84F6B20A-49A4-4704-AB4E-7D86696A7A35}" srcOrd="8" destOrd="0" parTransId="{FDA44E1B-5F78-4948-ACC3-3D246362422C}" sibTransId="{2B59BDDE-5441-467A-B7C4-2EC5ED17C959}"/>
    <dgm:cxn modelId="{B31D17D9-3CDD-4EBA-A0D4-3CED8F0F397B}" type="presOf" srcId="{84F6B20A-49A4-4704-AB4E-7D86696A7A35}" destId="{C2175BCC-CBB7-4BF3-9511-2D8C3F0FE10F}" srcOrd="0" destOrd="0" presId="urn:microsoft.com/office/officeart/2005/8/layout/vList5"/>
    <dgm:cxn modelId="{2DBEFAE0-A30A-4DD7-9E27-DD151F95C50C}" srcId="{14FB87C3-FCC9-46D8-8275-62A0B38C812D}" destId="{AF7FACE5-68CF-4FE4-8DF4-E6F7BAC961AA}" srcOrd="4" destOrd="0" parTransId="{E5D9E631-9CF3-493E-AA21-17856051287C}" sibTransId="{3D9F8171-423A-4C13-B3E4-C4AFBAA55974}"/>
    <dgm:cxn modelId="{58A598EE-6AEF-45A2-8C38-DCF0C47AECC8}" type="presOf" srcId="{D56B39B8-DE0D-4BE9-BED1-5379BDDE6463}" destId="{9A56D476-57EC-4DAE-8286-533FD3497850}" srcOrd="0" destOrd="0" presId="urn:microsoft.com/office/officeart/2005/8/layout/vList5"/>
    <dgm:cxn modelId="{7D5C36F2-7A86-4DBD-8587-B2AEE7659A18}" srcId="{14FB87C3-FCC9-46D8-8275-62A0B38C812D}" destId="{D26A42DB-657A-427C-BD7E-4C842922F6EE}" srcOrd="7" destOrd="0" parTransId="{9DD14044-67E1-4828-8063-12842CF77B22}" sibTransId="{91E4F36B-3DEC-4777-9FA9-DA73E7951DDC}"/>
    <dgm:cxn modelId="{4B4E35F4-5883-47C7-AF91-3D24792A3F81}" type="presOf" srcId="{5260635D-9975-408F-AB5B-D0D381D7298C}" destId="{70189A93-22F1-4B00-BD68-876AE5271AAE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74B075FA-A62A-488B-BD10-A6815CB257D4}" srcId="{14FB87C3-FCC9-46D8-8275-62A0B38C812D}" destId="{310F1D7F-1D49-4066-B0E4-252021FCA9F6}" srcOrd="0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9" destOrd="0" parTransId="{C7AC878B-CD17-448F-89B2-CE269A4DC9B7}" sibTransId="{0E9130F9-B3D7-4EEB-A383-9206D26FD21C}"/>
    <dgm:cxn modelId="{56A673C8-04CF-46A9-AB51-45BFF6466C2E}" type="presParOf" srcId="{DDC7CEC3-F757-43A0-A2FA-ABA576BB655C}" destId="{5C3D3754-B04A-4F7C-BE78-28E6689AEAB7}" srcOrd="0" destOrd="0" presId="urn:microsoft.com/office/officeart/2005/8/layout/vList5"/>
    <dgm:cxn modelId="{F019D5A2-AEBE-4A08-93FB-6404016221A8}" type="presParOf" srcId="{5C3D3754-B04A-4F7C-BE78-28E6689AEAB7}" destId="{8D870C57-7ADF-4ADA-A8C8-8067E4E1AA9C}" srcOrd="0" destOrd="0" presId="urn:microsoft.com/office/officeart/2005/8/layout/vList5"/>
    <dgm:cxn modelId="{BE5C0848-4D0B-4986-984D-072C602222E2}" type="presParOf" srcId="{DDC7CEC3-F757-43A0-A2FA-ABA576BB655C}" destId="{5AC9C6CD-DA56-4DF2-B23E-5ABE9380D47F}" srcOrd="1" destOrd="0" presId="urn:microsoft.com/office/officeart/2005/8/layout/vList5"/>
    <dgm:cxn modelId="{3C7EF957-E685-4FF6-9A58-5B4B2B72ED89}" type="presParOf" srcId="{DDC7CEC3-F757-43A0-A2FA-ABA576BB655C}" destId="{E58F2B74-9B63-45C4-86A6-BF61144D30AE}" srcOrd="2" destOrd="0" presId="urn:microsoft.com/office/officeart/2005/8/layout/vList5"/>
    <dgm:cxn modelId="{2D670CDF-1457-474B-A60C-D9533E444321}" type="presParOf" srcId="{E58F2B74-9B63-45C4-86A6-BF61144D30AE}" destId="{633C4CDB-68EC-42E6-B16A-F56E8CD12621}" srcOrd="0" destOrd="0" presId="urn:microsoft.com/office/officeart/2005/8/layout/vList5"/>
    <dgm:cxn modelId="{FF52F3A7-CD7F-440D-94FE-1FB45C0F3214}" type="presParOf" srcId="{DDC7CEC3-F757-43A0-A2FA-ABA576BB655C}" destId="{D7720D65-7302-4C6B-A304-FDB3DA618C8C}" srcOrd="3" destOrd="0" presId="urn:microsoft.com/office/officeart/2005/8/layout/vList5"/>
    <dgm:cxn modelId="{69946404-A7C9-4EB8-B071-7BF95D90D337}" type="presParOf" srcId="{DDC7CEC3-F757-43A0-A2FA-ABA576BB655C}" destId="{D28886D8-08ED-439D-970B-3A7BD0531C69}" srcOrd="4" destOrd="0" presId="urn:microsoft.com/office/officeart/2005/8/layout/vList5"/>
    <dgm:cxn modelId="{ACF2C7FC-5FD0-4CCB-B0F1-3751200B718D}" type="presParOf" srcId="{D28886D8-08ED-439D-970B-3A7BD0531C69}" destId="{6588EB65-C784-423D-AE18-E3CF6265C1D6}" srcOrd="0" destOrd="0" presId="urn:microsoft.com/office/officeart/2005/8/layout/vList5"/>
    <dgm:cxn modelId="{034A8A4F-87F3-4A0F-9429-5D1FE9811D0C}" type="presParOf" srcId="{DDC7CEC3-F757-43A0-A2FA-ABA576BB655C}" destId="{77CDB951-6A93-4226-AA54-1DD2858A277D}" srcOrd="5" destOrd="0" presId="urn:microsoft.com/office/officeart/2005/8/layout/vList5"/>
    <dgm:cxn modelId="{694536CE-94A6-40AC-8432-B797B5574C4A}" type="presParOf" srcId="{DDC7CEC3-F757-43A0-A2FA-ABA576BB655C}" destId="{B4EDADA8-1BE8-47E0-9FA7-FDCA8750565E}" srcOrd="6" destOrd="0" presId="urn:microsoft.com/office/officeart/2005/8/layout/vList5"/>
    <dgm:cxn modelId="{D9734BA9-887F-4DFD-A53E-784B8ACB0D5D}" type="presParOf" srcId="{B4EDADA8-1BE8-47E0-9FA7-FDCA8750565E}" destId="{70189A93-22F1-4B00-BD68-876AE5271AAE}" srcOrd="0" destOrd="0" presId="urn:microsoft.com/office/officeart/2005/8/layout/vList5"/>
    <dgm:cxn modelId="{4F84C738-7BFA-4C16-AD65-3BD3EADF8329}" type="presParOf" srcId="{DDC7CEC3-F757-43A0-A2FA-ABA576BB655C}" destId="{9FB877A9-376E-4BFE-992E-F8C48C80FF90}" srcOrd="7" destOrd="0" presId="urn:microsoft.com/office/officeart/2005/8/layout/vList5"/>
    <dgm:cxn modelId="{FE245C01-A86E-4455-842F-D65FCA478E8D}" type="presParOf" srcId="{DDC7CEC3-F757-43A0-A2FA-ABA576BB655C}" destId="{E12BE114-965B-4CDD-BC0A-2B4EBE01BE39}" srcOrd="8" destOrd="0" presId="urn:microsoft.com/office/officeart/2005/8/layout/vList5"/>
    <dgm:cxn modelId="{5D2884A3-4603-4F1A-8C7F-5C19D7730FFF}" type="presParOf" srcId="{E12BE114-965B-4CDD-BC0A-2B4EBE01BE39}" destId="{EE701881-66BD-4374-B4D0-2A2095722C05}" srcOrd="0" destOrd="0" presId="urn:microsoft.com/office/officeart/2005/8/layout/vList5"/>
    <dgm:cxn modelId="{AFD9057A-A073-4C81-B3ED-A5F1217E79C1}" type="presParOf" srcId="{DDC7CEC3-F757-43A0-A2FA-ABA576BB655C}" destId="{8FC4BF74-93AF-4654-874A-B3823F3F51A2}" srcOrd="9" destOrd="0" presId="urn:microsoft.com/office/officeart/2005/8/layout/vList5"/>
    <dgm:cxn modelId="{294DCDD9-8CE9-4B5E-B26E-AA6EA9937EF0}" type="presParOf" srcId="{DDC7CEC3-F757-43A0-A2FA-ABA576BB655C}" destId="{80E31028-E93F-443C-A94B-88959D7298AC}" srcOrd="10" destOrd="0" presId="urn:microsoft.com/office/officeart/2005/8/layout/vList5"/>
    <dgm:cxn modelId="{AAF50AEC-288C-4D5E-9A0C-C1BDCCB649C9}" type="presParOf" srcId="{80E31028-E93F-443C-A94B-88959D7298AC}" destId="{356775C3-4D34-450A-8B44-7D86E93032A5}" srcOrd="0" destOrd="0" presId="urn:microsoft.com/office/officeart/2005/8/layout/vList5"/>
    <dgm:cxn modelId="{5CBE201C-462B-419E-A005-28D493E57DEA}" type="presParOf" srcId="{DDC7CEC3-F757-43A0-A2FA-ABA576BB655C}" destId="{D717168E-8E7A-4D50-8FB1-4A5BA407F048}" srcOrd="11" destOrd="0" presId="urn:microsoft.com/office/officeart/2005/8/layout/vList5"/>
    <dgm:cxn modelId="{5344B8EF-5436-4DB9-B2E5-5C7882EE5612}" type="presParOf" srcId="{DDC7CEC3-F757-43A0-A2FA-ABA576BB655C}" destId="{E5BCAF12-E5E4-4EE9-9B93-D547F33BC8DF}" srcOrd="12" destOrd="0" presId="urn:microsoft.com/office/officeart/2005/8/layout/vList5"/>
    <dgm:cxn modelId="{F7E3C21E-E6AE-4EE5-AF59-31E5E936B792}" type="presParOf" srcId="{E5BCAF12-E5E4-4EE9-9B93-D547F33BC8DF}" destId="{D22C1773-3F60-41BD-805D-C07FE4D5F633}" srcOrd="0" destOrd="0" presId="urn:microsoft.com/office/officeart/2005/8/layout/vList5"/>
    <dgm:cxn modelId="{E6F14FD9-89C0-4E57-9773-EE420202515E}" type="presParOf" srcId="{DDC7CEC3-F757-43A0-A2FA-ABA576BB655C}" destId="{84372467-60A0-41D6-9693-AD944C5D4F8D}" srcOrd="13" destOrd="0" presId="urn:microsoft.com/office/officeart/2005/8/layout/vList5"/>
    <dgm:cxn modelId="{B85AC43B-2EEF-43A1-99AE-BD5BED85ADBD}" type="presParOf" srcId="{DDC7CEC3-F757-43A0-A2FA-ABA576BB655C}" destId="{74EFAD13-5696-48C7-8D06-C5533E338C7B}" srcOrd="14" destOrd="0" presId="urn:microsoft.com/office/officeart/2005/8/layout/vList5"/>
    <dgm:cxn modelId="{06E2A0EF-455F-4A90-B5E8-839BC7FBE430}" type="presParOf" srcId="{74EFAD13-5696-48C7-8D06-C5533E338C7B}" destId="{18232ADC-C076-49B0-9CD3-41278FA6D915}" srcOrd="0" destOrd="0" presId="urn:microsoft.com/office/officeart/2005/8/layout/vList5"/>
    <dgm:cxn modelId="{8991F9DB-2747-4B05-9D9A-A340609190F2}" type="presParOf" srcId="{DDC7CEC3-F757-43A0-A2FA-ABA576BB655C}" destId="{4F205B34-A769-4680-B79C-89048C82A0FE}" srcOrd="15" destOrd="0" presId="urn:microsoft.com/office/officeart/2005/8/layout/vList5"/>
    <dgm:cxn modelId="{0C3F215C-CD0C-4A54-9C60-94571717935B}" type="presParOf" srcId="{DDC7CEC3-F757-43A0-A2FA-ABA576BB655C}" destId="{A58C365F-6F1C-40B9-A9AC-017AF2757662}" srcOrd="16" destOrd="0" presId="urn:microsoft.com/office/officeart/2005/8/layout/vList5"/>
    <dgm:cxn modelId="{3C58D57A-16D0-4772-BC2B-0994E176DBCD}" type="presParOf" srcId="{A58C365F-6F1C-40B9-A9AC-017AF2757662}" destId="{C2175BCC-CBB7-4BF3-9511-2D8C3F0FE10F}" srcOrd="0" destOrd="0" presId="urn:microsoft.com/office/officeart/2005/8/layout/vList5"/>
    <dgm:cxn modelId="{F3630FD6-96EE-42C9-ADDC-9857DB8FE9CB}" type="presParOf" srcId="{DDC7CEC3-F757-43A0-A2FA-ABA576BB655C}" destId="{DB426266-BD16-4B1B-BF71-39FE68C6BAF2}" srcOrd="17" destOrd="0" presId="urn:microsoft.com/office/officeart/2005/8/layout/vList5"/>
    <dgm:cxn modelId="{56522CA0-5CC8-42E3-BD5B-A655955F3434}" type="presParOf" srcId="{DDC7CEC3-F757-43A0-A2FA-ABA576BB655C}" destId="{7650C0B0-C3B5-4443-B862-7946EA378229}" srcOrd="18" destOrd="0" presId="urn:microsoft.com/office/officeart/2005/8/layout/vList5"/>
    <dgm:cxn modelId="{372E77D0-EF36-4C5E-98A0-E424FC49A4EB}" type="presParOf" srcId="{7650C0B0-C3B5-4443-B862-7946EA378229}" destId="{1A5ED826-5D00-4CB2-87B5-BEC5EC62E772}" srcOrd="0" destOrd="0" presId="urn:microsoft.com/office/officeart/2005/8/layout/vList5"/>
    <dgm:cxn modelId="{6120560F-4F36-444A-80FF-59421A165F2A}" type="presParOf" srcId="{DDC7CEC3-F757-43A0-A2FA-ABA576BB655C}" destId="{4193C724-FBA7-4C74-8517-B7D904342F1A}" srcOrd="19" destOrd="0" presId="urn:microsoft.com/office/officeart/2005/8/layout/vList5"/>
    <dgm:cxn modelId="{8965DA87-164E-448D-86E1-F23971DD99BA}" type="presParOf" srcId="{DDC7CEC3-F757-43A0-A2FA-ABA576BB655C}" destId="{E89E302D-2568-4969-8E92-2A5A4046888C}" srcOrd="20" destOrd="0" presId="urn:microsoft.com/office/officeart/2005/8/layout/vList5"/>
    <dgm:cxn modelId="{CE5184AB-40DC-475B-9622-991C7319161C}" type="presParOf" srcId="{E89E302D-2568-4969-8E92-2A5A4046888C}" destId="{9A56D476-57EC-4DAE-8286-533FD3497850}" srcOrd="0" destOrd="0" presId="urn:microsoft.com/office/officeart/2005/8/layout/vList5"/>
    <dgm:cxn modelId="{2365DDD2-9447-4B1D-8A36-F4B00BF7468A}" type="presParOf" srcId="{DDC7CEC3-F757-43A0-A2FA-ABA576BB655C}" destId="{7E62A088-6EB1-469C-B3B4-93F22EEC19F3}" srcOrd="21" destOrd="0" presId="urn:microsoft.com/office/officeart/2005/8/layout/vList5"/>
    <dgm:cxn modelId="{AD4BC5D6-C85B-4331-8184-F02D6F3CFFF3}" type="presParOf" srcId="{DDC7CEC3-F757-43A0-A2FA-ABA576BB655C}" destId="{53CC562B-908F-40AB-AB1F-FE0C69491E4A}" srcOrd="22" destOrd="0" presId="urn:microsoft.com/office/officeart/2005/8/layout/vList5"/>
    <dgm:cxn modelId="{89334117-7CB6-46EC-8BDF-84FB838801E1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 dirty="0">
              <a:latin typeface="Calibri Light"/>
              <a:cs typeface="Calibri Light"/>
            </a:rPr>
            <a:t>Java is used as the language to create the functionality.</a:t>
          </a:r>
          <a:endParaRPr lang="en-US" dirty="0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 dirty="0">
              <a:latin typeface="Calibri Light"/>
              <a:cs typeface="Calibri Light"/>
            </a:rPr>
            <a:t>Only freely distributed, open-source dependencies are used. </a:t>
          </a:r>
          <a:endParaRPr lang="en-US" dirty="0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/>
            <a:t> Build automation tool</a:t>
          </a:r>
          <a:endParaRPr lang="en-US" dirty="0"/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</dgm:pt>
    <dgm:pt modelId="{31A76EE5-32D9-461C-B583-DD58FCB35CE5}">
      <dgm:prSet/>
      <dgm:spPr/>
      <dgm:t>
        <a:bodyPr/>
        <a:lstStyle/>
        <a:p>
          <a:r>
            <a:rPr lang="en-US"/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0" i="0"/>
            <a:t>Pre-processing</a:t>
          </a:r>
          <a:endParaRPr lang="en-US"/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/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/>
        </a:p>
      </dgm:t>
    </dgm:pt>
    <dgm:pt modelId="{ACA3DCF0-C519-491E-98D5-9731B761D50F}">
      <dgm:prSet/>
      <dgm:spPr/>
      <dgm:t>
        <a:bodyPr/>
        <a:lstStyle/>
        <a:p>
          <a:r>
            <a:rPr lang="en-US" b="0" i="0"/>
            <a:t>Indexing</a:t>
          </a:r>
          <a:endParaRPr lang="en-US"/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/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/>
        </a:p>
      </dgm:t>
    </dgm:pt>
    <dgm:pt modelId="{CA36C5A3-7A84-4035-A349-77559E16E9C5}">
      <dgm:prSet/>
      <dgm:spPr/>
      <dgm:t>
        <a:bodyPr/>
        <a:lstStyle/>
        <a:p>
          <a:r>
            <a:rPr lang="en-US" b="0" i="0"/>
            <a:t>Record pair comparison</a:t>
          </a:r>
          <a:endParaRPr lang="en-US"/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/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/>
        </a:p>
      </dgm:t>
    </dgm:pt>
    <dgm:pt modelId="{06DAD077-C6AA-454F-8E13-421E8DC91293}">
      <dgm:prSet/>
      <dgm:spPr/>
      <dgm:t>
        <a:bodyPr/>
        <a:lstStyle/>
        <a:p>
          <a:r>
            <a:rPr lang="en-US" b="0" i="0"/>
            <a:t>Classification</a:t>
          </a:r>
          <a:endParaRPr lang="en-US"/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/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/>
        </a:p>
      </dgm:t>
    </dgm:pt>
    <dgm:pt modelId="{3D9C9492-86F2-45D0-9144-F69E1AD4EE59}">
      <dgm:prSet/>
      <dgm:spPr/>
      <dgm:t>
        <a:bodyPr/>
        <a:lstStyle/>
        <a:p>
          <a:r>
            <a:rPr lang="en-US" b="0" i="0"/>
            <a:t>Evaluation</a:t>
          </a:r>
          <a:endParaRPr lang="en-US"/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/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/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16/7/layout/ChevronBlockProcess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dirty="0"/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dirty="0"/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dirty="0"/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 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dirty="0"/>
            <a:t>Combine</a:t>
          </a:r>
        </a:p>
      </dgm:t>
    </dgm:pt>
    <dgm:pt modelId="{F9EFDB20-890D-43BC-90DE-B5B004483BD2}" type="parTrans" cxnId="{203F89F8-AD34-4F36-958C-8D360BCD720B}">
      <dgm:prSet/>
      <dgm:spPr/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 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</dgm:pt>
    <dgm:pt modelId="{40BD49A3-A003-4ACB-931E-762F51A11B54}" type="sibTrans" cxnId="{0BAB61C7-C24A-448F-8541-2EF371655DA5}">
      <dgm:prSet/>
      <dgm:spPr/>
    </dgm:pt>
    <dgm:pt modelId="{57DE55B2-9BAD-4B8A-A921-EEE609B84DD1}">
      <dgm:prSet/>
      <dgm:spPr/>
      <dgm:t>
        <a:bodyPr/>
        <a:lstStyle/>
        <a:p>
          <a:endParaRPr lang="en-US" sz="2600" dirty="0"/>
        </a:p>
      </dgm:t>
    </dgm:pt>
    <dgm:pt modelId="{C47F8E2D-2949-4972-8D4E-825B30D9B705}" type="parTrans" cxnId="{A36AC470-991C-43C2-AD04-072A270E0310}">
      <dgm:prSet/>
      <dgm:spPr/>
    </dgm:pt>
    <dgm:pt modelId="{A645658A-20EC-4B23-B280-F86485045950}" type="sibTrans" cxnId="{A36AC470-991C-43C2-AD04-072A270E0310}">
      <dgm:prSet/>
      <dgm:spPr/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</dgm:pt>
    <dgm:pt modelId="{8BEB0FD9-60AD-4E31-89EF-1ED101707245}" type="sibTrans" cxnId="{58C4AEDE-4F68-4B5E-A1A3-F86BAB85E06C}">
      <dgm:prSet/>
      <dgm:spPr/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</dgm:pt>
    <dgm:pt modelId="{0038B60B-6A59-4197-BA4F-572A3AA8C174}" type="sibTrans" cxnId="{6E4C191C-8001-4855-A857-88B6EC5189AC}">
      <dgm:prSet/>
      <dgm:spPr/>
    </dgm:pt>
    <dgm:pt modelId="{E13F8F78-6BF5-42F0-ADCC-1BACBAF24E90}">
      <dgm:prSet/>
      <dgm:spPr/>
      <dgm:t>
        <a:bodyPr/>
        <a:lstStyle/>
        <a:p>
          <a:r>
            <a:rPr lang="en-US" sz="28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</dgm:pt>
    <dgm:pt modelId="{11829295-140C-4A55-9418-F416F0008F66}" type="sibTrans" cxnId="{02DF1A0D-6C47-40FC-9036-CA3EC5DACEB3}">
      <dgm:prSet/>
      <dgm:spPr/>
    </dgm:pt>
    <dgm:pt modelId="{11A8655E-F779-40DC-ADD5-5E89063778D5}">
      <dgm:prSet/>
      <dgm:spPr/>
      <dgm:t>
        <a:bodyPr/>
        <a:lstStyle/>
        <a:p>
          <a:endParaRPr lang="en-US" sz="2800" dirty="0"/>
        </a:p>
      </dgm:t>
    </dgm:pt>
    <dgm:pt modelId="{E1B03BEA-838D-4FFB-8E41-910CD7648273}" type="parTrans" cxnId="{AFC01E00-928E-4925-A531-5E3DCABB28F3}">
      <dgm:prSet/>
      <dgm:spPr/>
    </dgm:pt>
    <dgm:pt modelId="{E588C967-7394-47C9-B704-4CD2E3F40A18}" type="sibTrans" cxnId="{AFC01E00-928E-4925-A531-5E3DCABB28F3}">
      <dgm:prSet/>
      <dgm:spPr/>
    </dgm:pt>
    <dgm:pt modelId="{FB403E24-C319-4928-BFDA-3AE59C609B6E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950C2077-3263-401B-ABF1-FDFE2DAFC6F7}" type="pres">
      <dgm:prSet presAssocID="{12E9E40F-AE85-42D0-8D39-23AC9AFD73C3}" presName="composite" presStyleCnt="0"/>
      <dgm:spPr/>
    </dgm:pt>
    <dgm:pt modelId="{A6359751-46CD-4381-910F-8DCCC35D1B87}" type="pres">
      <dgm:prSet presAssocID="{12E9E40F-AE85-42D0-8D39-23AC9AFD73C3}" presName="parTx" presStyleLbl="alignNode1" presStyleIdx="0" presStyleCnt="4">
        <dgm:presLayoutVars>
          <dgm:chMax val="0"/>
          <dgm:chPref val="0"/>
        </dgm:presLayoutVars>
      </dgm:prSet>
      <dgm:spPr/>
    </dgm:pt>
    <dgm:pt modelId="{22B1D367-372A-4F0B-90D4-878ABC3231A6}" type="pres">
      <dgm:prSet presAssocID="{12E9E40F-AE85-42D0-8D39-23AC9AFD73C3}" presName="desTx" presStyleLbl="alignAccFollowNode1" presStyleIdx="0" presStyleCnt="4">
        <dgm:presLayoutVars/>
      </dgm:prSet>
      <dgm:spPr/>
    </dgm:pt>
    <dgm:pt modelId="{B0F8CDB1-C2B1-4228-BCA2-ADEEAE35AAE1}" type="pres">
      <dgm:prSet presAssocID="{29F4B3CD-B196-486A-B152-5D8E9EDA162F}" presName="space" presStyleCnt="0"/>
      <dgm:spPr/>
    </dgm:pt>
    <dgm:pt modelId="{B32F2769-4F10-40C4-9EBA-D9385E5BF907}" type="pres">
      <dgm:prSet presAssocID="{DBBAABE8-9CDE-4C0C-9BC7-C1DA874D7202}" presName="composite" presStyleCnt="0"/>
      <dgm:spPr/>
    </dgm:pt>
    <dgm:pt modelId="{8E668663-EAC7-4C63-8A1B-4CC234B5BDB1}" type="pres">
      <dgm:prSet presAssocID="{DBBAABE8-9CDE-4C0C-9BC7-C1DA874D7202}" presName="parTx" presStyleLbl="alignNode1" presStyleIdx="1" presStyleCnt="4">
        <dgm:presLayoutVars>
          <dgm:chMax val="0"/>
          <dgm:chPref val="0"/>
        </dgm:presLayoutVars>
      </dgm:prSet>
      <dgm:spPr/>
    </dgm:pt>
    <dgm:pt modelId="{37A930D6-309C-4A24-A493-FE698F45A226}" type="pres">
      <dgm:prSet presAssocID="{DBBAABE8-9CDE-4C0C-9BC7-C1DA874D7202}" presName="desTx" presStyleLbl="alignAccFollowNode1" presStyleIdx="1" presStyleCnt="4">
        <dgm:presLayoutVars/>
      </dgm:prSet>
      <dgm:spPr/>
    </dgm:pt>
    <dgm:pt modelId="{4E9EC2AA-6395-458D-AD71-BAE4632AFEFC}" type="pres">
      <dgm:prSet presAssocID="{A8C6837D-32E8-4DF1-B080-2EF5A678A927}" presName="space" presStyleCnt="0"/>
      <dgm:spPr/>
    </dgm:pt>
    <dgm:pt modelId="{392595AC-6CB6-4911-9C16-6B5CEEAED0C2}" type="pres">
      <dgm:prSet presAssocID="{F6473B38-4A9E-48DC-83EA-216AC9E20AB1}" presName="composite" presStyleCnt="0"/>
      <dgm:spPr/>
    </dgm:pt>
    <dgm:pt modelId="{C16B4BFE-F133-421F-A0E9-D1FCAA5F555D}" type="pres">
      <dgm:prSet presAssocID="{F6473B38-4A9E-48DC-83EA-216AC9E20AB1}" presName="parTx" presStyleLbl="alignNode1" presStyleIdx="2" presStyleCnt="4">
        <dgm:presLayoutVars>
          <dgm:chMax val="0"/>
          <dgm:chPref val="0"/>
        </dgm:presLayoutVars>
      </dgm:prSet>
      <dgm:spPr/>
    </dgm:pt>
    <dgm:pt modelId="{4ECA84B0-2EE2-49A4-83D1-BB76CEBF0141}" type="pres">
      <dgm:prSet presAssocID="{F6473B38-4A9E-48DC-83EA-216AC9E20AB1}" presName="desTx" presStyleLbl="alignAccFollowNode1" presStyleIdx="2" presStyleCnt="4">
        <dgm:presLayoutVars/>
      </dgm:prSet>
      <dgm:spPr/>
    </dgm:pt>
    <dgm:pt modelId="{3D40DA74-5D98-40F5-802A-DD1DB0BB9CC5}" type="pres">
      <dgm:prSet presAssocID="{1BFB567F-F3C2-471A-8844-72E3C4594082}" presName="space" presStyleCnt="0"/>
      <dgm:spPr/>
    </dgm:pt>
    <dgm:pt modelId="{FA2DD4C9-D55C-4D84-BFBA-5DBDCA00E020}" type="pres">
      <dgm:prSet presAssocID="{2B771E11-42C5-42AF-B727-BC25F5AABC0E}" presName="composite" presStyleCnt="0"/>
      <dgm:spPr/>
    </dgm:pt>
    <dgm:pt modelId="{3EF28675-B936-4184-AC81-23D5B485381F}" type="pres">
      <dgm:prSet presAssocID="{2B771E11-42C5-42AF-B727-BC25F5AABC0E}" presName="parTx" presStyleLbl="alignNode1" presStyleIdx="3" presStyleCnt="4">
        <dgm:presLayoutVars>
          <dgm:chMax val="0"/>
          <dgm:chPref val="0"/>
        </dgm:presLayoutVars>
      </dgm:prSet>
      <dgm:spPr/>
    </dgm:pt>
    <dgm:pt modelId="{F71CD58C-220C-4B5B-9366-7BD356E2E394}" type="pres">
      <dgm:prSet presAssocID="{2B771E11-42C5-42AF-B727-BC25F5AABC0E}" presName="desTx" presStyleLbl="alignAccFollowNode1" presStyleIdx="3" presStyleCnt="4">
        <dgm:presLayoutVars/>
      </dgm:prSet>
      <dgm:spPr/>
    </dgm:pt>
  </dgm:ptLst>
  <dgm:cxnLst>
    <dgm:cxn modelId="{AFC01E00-928E-4925-A531-5E3DCABB28F3}" srcId="{59653905-158C-41FF-AF10-4F22B503A69D}" destId="{11A8655E-F779-40DC-ADD5-5E89063778D5}" srcOrd="1" destOrd="0" parTransId="{E1B03BEA-838D-4FFB-8E41-910CD7648273}" sibTransId="{E588C967-7394-47C9-B704-4CD2E3F40A18}"/>
    <dgm:cxn modelId="{02DF1A0D-6C47-40FC-9036-CA3EC5DACEB3}" srcId="{59653905-158C-41FF-AF10-4F22B503A69D}" destId="{E13F8F78-6BF5-42F0-ADCC-1BACBAF24E90}" srcOrd="2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6AC11124-3050-4835-945C-5B4D63C0CA32}" type="presOf" srcId="{DC57DD83-24B6-4392-896F-615A9004EF52}" destId="{4ECA84B0-2EE2-49A4-83D1-BB76CEBF0141}" srcOrd="0" destOrd="2" presId="urn:microsoft.com/office/officeart/2016/7/layout/ChevronBlockProcess"/>
    <dgm:cxn modelId="{804BE526-59B2-4A9B-B09A-AA4D786E5D13}" type="presOf" srcId="{D6B7659B-3DE8-43EE-9682-4AA873F380CD}" destId="{22B1D367-372A-4F0B-90D4-878ABC3231A6}" srcOrd="0" destOrd="0" presId="urn:microsoft.com/office/officeart/2016/7/layout/ChevronBlockProcess"/>
    <dgm:cxn modelId="{9D692132-3A2F-4C8F-B265-A596BD504D2A}" type="presOf" srcId="{57DE55B2-9BAD-4B8A-A921-EEE609B84DD1}" destId="{4ECA84B0-2EE2-49A4-83D1-BB76CEBF0141}" srcOrd="0" destOrd="3" presId="urn:microsoft.com/office/officeart/2016/7/layout/ChevronBlockProcess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B5B55C60-527A-4640-8824-1E78D68153BF}" type="presOf" srcId="{37DC62FE-2ABE-4AD6-93AA-F80586F110A2}" destId="{4ECA84B0-2EE2-49A4-83D1-BB76CEBF0141}" srcOrd="0" destOrd="1" presId="urn:microsoft.com/office/officeart/2016/7/layout/ChevronBlockProcess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A36AC470-991C-43C2-AD04-072A270E0310}" srcId="{A3DAB37E-1D38-4EA3-A35D-F8EBF3270212}" destId="{57DE55B2-9BAD-4B8A-A921-EEE609B84DD1}" srcOrd="1" destOrd="0" parTransId="{C47F8E2D-2949-4972-8D4E-825B30D9B705}" sibTransId="{A645658A-20EC-4B23-B280-F86485045950}"/>
    <dgm:cxn modelId="{476C7D54-01F8-4C76-A7B0-B7D5A3DEC12E}" type="presOf" srcId="{DBBAABE8-9CDE-4C0C-9BC7-C1DA874D7202}" destId="{8E668663-EAC7-4C63-8A1B-4CC234B5BDB1}" srcOrd="0" destOrd="0" presId="urn:microsoft.com/office/officeart/2016/7/layout/ChevronBlockProcess"/>
    <dgm:cxn modelId="{2E6FB28D-E7EC-4CE7-AEBB-106123A2B88A}" type="presOf" srcId="{11A8655E-F779-40DC-ADD5-5E89063778D5}" destId="{F71CD58C-220C-4B5B-9366-7BD356E2E394}" srcOrd="0" destOrd="3" presId="urn:microsoft.com/office/officeart/2016/7/layout/ChevronBlockProcess"/>
    <dgm:cxn modelId="{99CCDA9B-65B0-4490-8FAA-DBA85526B414}" type="presOf" srcId="{9A33F798-73F0-4E39-BCBB-BE2F96C874AB}" destId="{FB403E24-C319-4928-BFDA-3AE59C609B6E}" srcOrd="0" destOrd="0" presId="urn:microsoft.com/office/officeart/2016/7/layout/ChevronBlockProcess"/>
    <dgm:cxn modelId="{3236A7AC-3B31-4512-AFC4-17404F3FF958}" type="presOf" srcId="{A3DAB37E-1D38-4EA3-A35D-F8EBF3270212}" destId="{4ECA84B0-2EE2-49A4-83D1-BB76CEBF0141}" srcOrd="0" destOrd="0" presId="urn:microsoft.com/office/officeart/2016/7/layout/ChevronBlockProcess"/>
    <dgm:cxn modelId="{C23C53AE-A5C7-43F9-A24B-A986A02145DF}" type="presOf" srcId="{485DB323-1653-4700-A799-ECBB45EE54EF}" destId="{F71CD58C-220C-4B5B-9366-7BD356E2E394}" srcOrd="0" destOrd="2" presId="urn:microsoft.com/office/officeart/2016/7/layout/ChevronBlockProcess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3C35EB9-0132-4A16-9D78-4F4AF856034C}" type="presOf" srcId="{90D11216-EB89-4A94-AED7-0E9B0F1FF885}" destId="{F71CD58C-220C-4B5B-9366-7BD356E2E394}" srcOrd="0" destOrd="0" presId="urn:microsoft.com/office/officeart/2016/7/layout/ChevronBlockProcess"/>
    <dgm:cxn modelId="{FF8B87BD-AC47-40DA-919E-63FBAF9CFB37}" type="presOf" srcId="{A0E5E432-0764-457D-9B7C-96633990B90B}" destId="{22B1D367-372A-4F0B-90D4-878ABC3231A6}" srcOrd="0" destOrd="1" presId="urn:microsoft.com/office/officeart/2016/7/layout/ChevronBlockProcess"/>
    <dgm:cxn modelId="{0BAB61C7-C24A-448F-8541-2EF371655DA5}" srcId="{57DE55B2-9BAD-4B8A-A921-EEE609B84DD1}" destId="{543E22F9-882B-454C-AFD5-90F453B8B51F}" srcOrd="0" destOrd="0" parTransId="{6A1B0A01-2EFF-4C95-87EA-D6642DC4C56D}" sibTransId="{40BD49A3-A003-4ACB-931E-762F51A11B54}"/>
    <dgm:cxn modelId="{0792AAD1-00CE-44F9-A80E-7D794D72B73C}" type="presOf" srcId="{543E22F9-882B-454C-AFD5-90F453B8B51F}" destId="{4ECA84B0-2EE2-49A4-83D1-BB76CEBF0141}" srcOrd="0" destOrd="4" presId="urn:microsoft.com/office/officeart/2016/7/layout/ChevronBlockProcess"/>
    <dgm:cxn modelId="{976757D2-EF17-4310-8404-DCD49386C597}" type="presOf" srcId="{59653905-158C-41FF-AF10-4F22B503A69D}" destId="{F71CD58C-220C-4B5B-9366-7BD356E2E394}" srcOrd="0" destOrd="1" presId="urn:microsoft.com/office/officeart/2016/7/layout/ChevronBlockProcess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8C016AE1-3747-466A-ACD4-90FC0E1651E6}" type="presOf" srcId="{1A41C15E-E50B-4849-89E9-096CA31308CA}" destId="{37A930D6-309C-4A24-A493-FE698F45A226}" srcOrd="0" destOrd="0" presId="urn:microsoft.com/office/officeart/2016/7/layout/ChevronBlockProcess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A42113EF-531A-4069-89D7-8ED7FFCA523B}" type="presOf" srcId="{2B771E11-42C5-42AF-B727-BC25F5AABC0E}" destId="{3EF28675-B936-4184-AC81-23D5B485381F}" srcOrd="0" destOrd="0" presId="urn:microsoft.com/office/officeart/2016/7/layout/ChevronBlockProcess"/>
    <dgm:cxn modelId="{99D05CF0-B628-4A7B-84BA-F37C49530EB8}" type="presOf" srcId="{E13F8F78-6BF5-42F0-ADCC-1BACBAF24E90}" destId="{F71CD58C-220C-4B5B-9366-7BD356E2E394}" srcOrd="0" destOrd="4" presId="urn:microsoft.com/office/officeart/2016/7/layout/ChevronBlockProcess"/>
    <dgm:cxn modelId="{6E2F27F4-3C2D-44C6-BCFB-F80BB1E5643C}" type="presOf" srcId="{F6473B38-4A9E-48DC-83EA-216AC9E20AB1}" destId="{C16B4BFE-F133-421F-A0E9-D1FCAA5F555D}" srcOrd="0" destOrd="0" presId="urn:microsoft.com/office/officeart/2016/7/layout/ChevronBlockProcess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0C0216FB-DB71-4BE3-B7AA-08852E5B7D98}" type="presOf" srcId="{12E9E40F-AE85-42D0-8D39-23AC9AFD73C3}" destId="{A6359751-46CD-4381-910F-8DCCC35D1B87}" srcOrd="0" destOrd="0" presId="urn:microsoft.com/office/officeart/2016/7/layout/ChevronBlockProcess"/>
    <dgm:cxn modelId="{A323EA74-8FDA-4182-8E20-AA1DDCBBEE88}" type="presParOf" srcId="{FB403E24-C319-4928-BFDA-3AE59C609B6E}" destId="{950C2077-3263-401B-ABF1-FDFE2DAFC6F7}" srcOrd="0" destOrd="0" presId="urn:microsoft.com/office/officeart/2016/7/layout/ChevronBlockProcess"/>
    <dgm:cxn modelId="{84EF4739-B017-4ADD-A79A-0F00FD2C535D}" type="presParOf" srcId="{950C2077-3263-401B-ABF1-FDFE2DAFC6F7}" destId="{A6359751-46CD-4381-910F-8DCCC35D1B87}" srcOrd="0" destOrd="0" presId="urn:microsoft.com/office/officeart/2016/7/layout/ChevronBlockProcess"/>
    <dgm:cxn modelId="{94723D1D-EF4A-4828-8416-964B0C29D9DA}" type="presParOf" srcId="{950C2077-3263-401B-ABF1-FDFE2DAFC6F7}" destId="{22B1D367-372A-4F0B-90D4-878ABC3231A6}" srcOrd="1" destOrd="0" presId="urn:microsoft.com/office/officeart/2016/7/layout/ChevronBlockProcess"/>
    <dgm:cxn modelId="{4DC3FCCD-1727-4319-923D-2EEA366FFBFC}" type="presParOf" srcId="{FB403E24-C319-4928-BFDA-3AE59C609B6E}" destId="{B0F8CDB1-C2B1-4228-BCA2-ADEEAE35AAE1}" srcOrd="1" destOrd="0" presId="urn:microsoft.com/office/officeart/2016/7/layout/ChevronBlockProcess"/>
    <dgm:cxn modelId="{CC2E880B-5BA4-446D-BEEF-58A7442D53E7}" type="presParOf" srcId="{FB403E24-C319-4928-BFDA-3AE59C609B6E}" destId="{B32F2769-4F10-40C4-9EBA-D9385E5BF907}" srcOrd="2" destOrd="0" presId="urn:microsoft.com/office/officeart/2016/7/layout/ChevronBlockProcess"/>
    <dgm:cxn modelId="{C0F12DDF-5E2A-4616-8D4E-96607E77CD47}" type="presParOf" srcId="{B32F2769-4F10-40C4-9EBA-D9385E5BF907}" destId="{8E668663-EAC7-4C63-8A1B-4CC234B5BDB1}" srcOrd="0" destOrd="0" presId="urn:microsoft.com/office/officeart/2016/7/layout/ChevronBlockProcess"/>
    <dgm:cxn modelId="{DAE1C274-B8EB-4ECD-8D1E-D63CE7298C2A}" type="presParOf" srcId="{B32F2769-4F10-40C4-9EBA-D9385E5BF907}" destId="{37A930D6-309C-4A24-A493-FE698F45A226}" srcOrd="1" destOrd="0" presId="urn:microsoft.com/office/officeart/2016/7/layout/ChevronBlockProcess"/>
    <dgm:cxn modelId="{D172134E-00E3-4308-8530-FF52ABEFE272}" type="presParOf" srcId="{FB403E24-C319-4928-BFDA-3AE59C609B6E}" destId="{4E9EC2AA-6395-458D-AD71-BAE4632AFEFC}" srcOrd="3" destOrd="0" presId="urn:microsoft.com/office/officeart/2016/7/layout/ChevronBlockProcess"/>
    <dgm:cxn modelId="{5B153EEA-BC3A-457D-A5C8-39E641733B94}" type="presParOf" srcId="{FB403E24-C319-4928-BFDA-3AE59C609B6E}" destId="{392595AC-6CB6-4911-9C16-6B5CEEAED0C2}" srcOrd="4" destOrd="0" presId="urn:microsoft.com/office/officeart/2016/7/layout/ChevronBlockProcess"/>
    <dgm:cxn modelId="{66D05CDC-6E79-4244-B9FB-8CD32805D5F1}" type="presParOf" srcId="{392595AC-6CB6-4911-9C16-6B5CEEAED0C2}" destId="{C16B4BFE-F133-421F-A0E9-D1FCAA5F555D}" srcOrd="0" destOrd="0" presId="urn:microsoft.com/office/officeart/2016/7/layout/ChevronBlockProcess"/>
    <dgm:cxn modelId="{58DF3C21-7ED9-44AA-8FDD-47EB4312F307}" type="presParOf" srcId="{392595AC-6CB6-4911-9C16-6B5CEEAED0C2}" destId="{4ECA84B0-2EE2-49A4-83D1-BB76CEBF0141}" srcOrd="1" destOrd="0" presId="urn:microsoft.com/office/officeart/2016/7/layout/ChevronBlockProcess"/>
    <dgm:cxn modelId="{53FA832F-B30F-4188-843A-D438038BE7E5}" type="presParOf" srcId="{FB403E24-C319-4928-BFDA-3AE59C609B6E}" destId="{3D40DA74-5D98-40F5-802A-DD1DB0BB9CC5}" srcOrd="5" destOrd="0" presId="urn:microsoft.com/office/officeart/2016/7/layout/ChevronBlockProcess"/>
    <dgm:cxn modelId="{003AC160-3641-48CD-BAB8-975AFB1B6888}" type="presParOf" srcId="{FB403E24-C319-4928-BFDA-3AE59C609B6E}" destId="{FA2DD4C9-D55C-4D84-BFBA-5DBDCA00E020}" srcOrd="6" destOrd="0" presId="urn:microsoft.com/office/officeart/2016/7/layout/ChevronBlockProcess"/>
    <dgm:cxn modelId="{17FD6B58-6330-4297-95B2-23CE0D76A8DF}" type="presParOf" srcId="{FA2DD4C9-D55C-4D84-BFBA-5DBDCA00E020}" destId="{3EF28675-B936-4184-AC81-23D5B485381F}" srcOrd="0" destOrd="0" presId="urn:microsoft.com/office/officeart/2016/7/layout/ChevronBlockProcess"/>
    <dgm:cxn modelId="{CF597603-C1EC-4D9F-84B7-0B66F98FEABA}" type="presParOf" srcId="{FA2DD4C9-D55C-4D84-BFBA-5DBDCA00E020}" destId="{F71CD58C-220C-4B5B-9366-7BD356E2E394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/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O(n*m) 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 dirty="0"/>
            <a:t>Master data set– 21,450 </a:t>
          </a:r>
          <a:r>
            <a:rPr lang="en-US" sz="3800" dirty="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 dirty="0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 dirty="0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dirty="0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 dirty="0"/>
            <a:t>Match data set– </a:t>
          </a:r>
          <a:r>
            <a:rPr lang="en-US" sz="3800" dirty="0"/>
            <a:t>29,585 records</a:t>
          </a:r>
        </a:p>
      </dgm:t>
    </dgm:pt>
    <dgm:pt modelId="{F34A5343-BB30-44DF-BF82-40D7EEDAFFE6}" type="parTrans" cxnId="{B88D3EBE-8D34-4C5B-88D8-EBBF2153B233}">
      <dgm:prSet/>
      <dgm:spPr/>
    </dgm:pt>
    <dgm:pt modelId="{A3D9DCB7-5194-4C82-AFDF-D715595D1FC5}" type="sibTrans" cxnId="{B88D3EBE-8D34-4C5B-88D8-EBBF2153B233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/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 dirty="0"/>
            <a:t>841,138 comparisons!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 dirty="0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dirty="0"/>
            <a:t>~1 second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 dirty="0"/>
            <a:t>Reduced # of comparisons by 99.9%</a:t>
          </a:r>
        </a:p>
      </dgm:t>
    </dgm:pt>
    <dgm:pt modelId="{6F1E8A3E-1192-4A4F-89D0-0DFFBC0A9570}" type="parTrans" cxnId="{542A12D1-F2E8-4AFE-BB33-B1447F6DBE5F}">
      <dgm:prSet/>
      <dgm:spPr/>
    </dgm:pt>
    <dgm:pt modelId="{F38EB8C7-DA6D-409A-8F8A-8BB5083782B4}" type="sibTrans" cxnId="{542A12D1-F2E8-4AFE-BB33-B1447F6DBE5F}">
      <dgm:prSet/>
      <dgm:spPr/>
    </dgm:pt>
    <dgm:pt modelId="{26A16223-2C50-4602-86A6-82D3020CFE67}">
      <dgm:prSet/>
      <dgm:spPr/>
      <dgm:t>
        <a:bodyPr/>
        <a:lstStyle/>
        <a:p>
          <a:r>
            <a:rPr lang="en-US" dirty="0"/>
            <a:t>Apache Commons Codec package used</a:t>
          </a:r>
        </a:p>
      </dgm:t>
    </dgm:pt>
    <dgm:pt modelId="{D905DD75-0BB8-4125-AA0A-528E03AA3119}" type="parTrans" cxnId="{A9504CAD-446E-4339-BE93-6B1D99DD2BD5}">
      <dgm:prSet/>
      <dgm:spPr/>
    </dgm:pt>
    <dgm:pt modelId="{DE836D2C-69BC-417C-BD9B-4DE6F708CC92}" type="sibTrans" cxnId="{A9504CAD-446E-4339-BE93-6B1D99DD2BD5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3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2" presId="urn:microsoft.com/office/officeart/2005/8/layout/list1"/>
    <dgm:cxn modelId="{5698B2BD-B3BB-4D3C-AAB5-241119932A1B}" srcId="{04818EA6-BF42-4913-A2EF-FD668A22406F}" destId="{D2EB243B-56D4-4C21-BEBA-84D4D8C5B04F}" srcOrd="2" destOrd="0" parTransId="{ACA7E1F0-205E-49B6-97FB-4C24F6F3E2EA}" sibTransId="{0953A6C3-10F1-4DD3-B0F2-497D8CA6C1A8}"/>
    <dgm:cxn modelId="{542A12D1-F2E8-4AFE-BB33-B1447F6DBE5F}" srcId="{04818EA6-BF42-4913-A2EF-FD668A22406F}" destId="{3C6F1876-88E5-4907-A216-5984FEB66708}" srcOrd="3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hierarchy3" loCatId="hierarchy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 dirty="0">
              <a:latin typeface="Century Gothic" panose="020B0502020202020204"/>
            </a:rPr>
            <a:t>Confidence</a:t>
          </a:r>
          <a:endParaRPr lang="en-US" dirty="0"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 dirty="0">
              <a:solidFill>
                <a:srgbClr val="000000"/>
              </a:solidFill>
              <a:latin typeface="Century Gothic" panose="020B0502020202020204"/>
            </a:rPr>
            <a:t>Sum of each field's similarity * each field's 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 dirty="0"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</dgm:pt>
    <dgm:pt modelId="{66E70B63-6ED8-489A-8FE3-7A8DFFD1C1FE}" type="sibTrans" cxnId="{639D7E03-A291-4221-A037-B584E6CC4E21}">
      <dgm:prSet/>
      <dgm:spPr/>
    </dgm:pt>
    <dgm:pt modelId="{2D1BBFFB-F2A5-4D0E-B69D-B550338136D1}" type="pres">
      <dgm:prSet presAssocID="{A3F3E29B-A89E-493D-943F-76C7AD429A3B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93526C7-9E2D-4D77-AB13-65B0C57A2394}" type="pres">
      <dgm:prSet presAssocID="{41B3F900-9B09-4AD0-8F68-D83DEDFD17B6}" presName="root" presStyleCnt="0"/>
      <dgm:spPr/>
    </dgm:pt>
    <dgm:pt modelId="{1FB59C52-AA8D-453B-ADA4-324107A11A3C}" type="pres">
      <dgm:prSet presAssocID="{41B3F900-9B09-4AD0-8F68-D83DEDFD17B6}" presName="rootComposite" presStyleCnt="0"/>
      <dgm:spPr/>
    </dgm:pt>
    <dgm:pt modelId="{CA34B27D-F68C-4335-A54C-C6EBC4A07C19}" type="pres">
      <dgm:prSet presAssocID="{41B3F900-9B09-4AD0-8F68-D83DEDFD17B6}" presName="rootText" presStyleLbl="node1" presStyleIdx="0" presStyleCnt="3"/>
      <dgm:spPr/>
    </dgm:pt>
    <dgm:pt modelId="{FB4DBC1E-F0D6-457C-9376-083E591E37BE}" type="pres">
      <dgm:prSet presAssocID="{41B3F900-9B09-4AD0-8F68-D83DEDFD17B6}" presName="rootConnector" presStyleLbl="node1" presStyleIdx="0" presStyleCnt="3"/>
      <dgm:spPr/>
    </dgm:pt>
    <dgm:pt modelId="{E16BC818-8399-4840-9A16-0236C860D692}" type="pres">
      <dgm:prSet presAssocID="{41B3F900-9B09-4AD0-8F68-D83DEDFD17B6}" presName="childShape" presStyleCnt="0"/>
      <dgm:spPr/>
    </dgm:pt>
    <dgm:pt modelId="{C59C66FA-01E1-41A7-92D8-15BB8E5E53F6}" type="pres">
      <dgm:prSet presAssocID="{08A62E85-3D11-48F7-85EE-EB1453AC3F09}" presName="Name13" presStyleLbl="parChTrans1D2" presStyleIdx="0" presStyleCnt="6"/>
      <dgm:spPr/>
    </dgm:pt>
    <dgm:pt modelId="{9EAD244F-510E-46F8-B155-3DA7F1A41447}" type="pres">
      <dgm:prSet presAssocID="{02F52AEC-FAB7-4326-B5E5-043A9F74382B}" presName="childText" presStyleLbl="bgAcc1" presStyleIdx="0" presStyleCnt="6">
        <dgm:presLayoutVars>
          <dgm:bulletEnabled val="1"/>
        </dgm:presLayoutVars>
      </dgm:prSet>
      <dgm:spPr/>
    </dgm:pt>
    <dgm:pt modelId="{D1657C92-8441-4EF5-827C-5C1561E8C24A}" type="pres">
      <dgm:prSet presAssocID="{2EE53EA6-9336-45B5-8C32-4C309933B17D}" presName="Name13" presStyleLbl="parChTrans1D2" presStyleIdx="1" presStyleCnt="6"/>
      <dgm:spPr/>
    </dgm:pt>
    <dgm:pt modelId="{698D9B55-4024-4D18-9439-70703E82CF19}" type="pres">
      <dgm:prSet presAssocID="{BF8F0CC6-E046-4D90-9A11-BE9F51717AC7}" presName="childText" presStyleLbl="bgAcc1" presStyleIdx="1" presStyleCnt="6">
        <dgm:presLayoutVars>
          <dgm:bulletEnabled val="1"/>
        </dgm:presLayoutVars>
      </dgm:prSet>
      <dgm:spPr/>
    </dgm:pt>
    <dgm:pt modelId="{B289F77A-2C52-447B-A75F-B282A17552D1}" type="pres">
      <dgm:prSet presAssocID="{13F81D10-01D7-40B0-BA7C-5FCE1540D30D}" presName="root" presStyleCnt="0"/>
      <dgm:spPr/>
    </dgm:pt>
    <dgm:pt modelId="{576BE4E5-C8E1-48F1-996A-51C6A85857A2}" type="pres">
      <dgm:prSet presAssocID="{13F81D10-01D7-40B0-BA7C-5FCE1540D30D}" presName="rootComposite" presStyleCnt="0"/>
      <dgm:spPr/>
    </dgm:pt>
    <dgm:pt modelId="{373A6233-BD54-491A-B735-4F57111A2826}" type="pres">
      <dgm:prSet presAssocID="{13F81D10-01D7-40B0-BA7C-5FCE1540D30D}" presName="rootText" presStyleLbl="node1" presStyleIdx="1" presStyleCnt="3"/>
      <dgm:spPr/>
    </dgm:pt>
    <dgm:pt modelId="{82BD44BA-4553-4208-8EE2-240BB0F4629C}" type="pres">
      <dgm:prSet presAssocID="{13F81D10-01D7-40B0-BA7C-5FCE1540D30D}" presName="rootConnector" presStyleLbl="node1" presStyleIdx="1" presStyleCnt="3"/>
      <dgm:spPr/>
    </dgm:pt>
    <dgm:pt modelId="{FD656192-449D-4166-8A73-6064D2007161}" type="pres">
      <dgm:prSet presAssocID="{13F81D10-01D7-40B0-BA7C-5FCE1540D30D}" presName="childShape" presStyleCnt="0"/>
      <dgm:spPr/>
    </dgm:pt>
    <dgm:pt modelId="{A1CB3702-22E7-4793-9C65-BF0E602925DC}" type="pres">
      <dgm:prSet presAssocID="{0D277EE3-6A3D-4846-BF2F-16443DE3595F}" presName="Name13" presStyleLbl="parChTrans1D2" presStyleIdx="2" presStyleCnt="6"/>
      <dgm:spPr/>
    </dgm:pt>
    <dgm:pt modelId="{987D11C0-A42D-476F-BFBD-73066FE8139E}" type="pres">
      <dgm:prSet presAssocID="{D04CA83C-4B84-49AD-B26D-5071A61E184C}" presName="childText" presStyleLbl="bgAcc1" presStyleIdx="2" presStyleCnt="6">
        <dgm:presLayoutVars>
          <dgm:bulletEnabled val="1"/>
        </dgm:presLayoutVars>
      </dgm:prSet>
      <dgm:spPr/>
    </dgm:pt>
    <dgm:pt modelId="{6BFFBC29-1762-4CC5-8A81-29CCF2EDAC4D}" type="pres">
      <dgm:prSet presAssocID="{70C8F0A4-7A5B-49DB-8935-38589693484D}" presName="Name13" presStyleLbl="parChTrans1D2" presStyleIdx="3" presStyleCnt="6"/>
      <dgm:spPr/>
    </dgm:pt>
    <dgm:pt modelId="{D58FA286-8B85-4B78-9323-912B776C5BB1}" type="pres">
      <dgm:prSet presAssocID="{69C7D1E2-159C-464A-86EC-620BDEE625D5}" presName="childText" presStyleLbl="bgAcc1" presStyleIdx="3" presStyleCnt="6">
        <dgm:presLayoutVars>
          <dgm:bulletEnabled val="1"/>
        </dgm:presLayoutVars>
      </dgm:prSet>
      <dgm:spPr/>
    </dgm:pt>
    <dgm:pt modelId="{EBD2BD6A-4AA8-4AB5-93D6-A6B0A878744F}" type="pres">
      <dgm:prSet presAssocID="{9295ACC8-CBB7-4EC3-8DBA-FA1FEC946D82}" presName="root" presStyleCnt="0"/>
      <dgm:spPr/>
    </dgm:pt>
    <dgm:pt modelId="{4FA6683B-E3D3-42E6-9A4F-2FAE282863E0}" type="pres">
      <dgm:prSet presAssocID="{9295ACC8-CBB7-4EC3-8DBA-FA1FEC946D82}" presName="rootComposite" presStyleCnt="0"/>
      <dgm:spPr/>
    </dgm:pt>
    <dgm:pt modelId="{DEDB9FE1-40E3-4F2C-8F2F-63EC39AAA7A2}" type="pres">
      <dgm:prSet presAssocID="{9295ACC8-CBB7-4EC3-8DBA-FA1FEC946D82}" presName="rootText" presStyleLbl="node1" presStyleIdx="2" presStyleCnt="3"/>
      <dgm:spPr/>
    </dgm:pt>
    <dgm:pt modelId="{D6E5F6BC-BB97-4CEC-BF52-901D55C97978}" type="pres">
      <dgm:prSet presAssocID="{9295ACC8-CBB7-4EC3-8DBA-FA1FEC946D82}" presName="rootConnector" presStyleLbl="node1" presStyleIdx="2" presStyleCnt="3"/>
      <dgm:spPr/>
    </dgm:pt>
    <dgm:pt modelId="{B916D87C-68CD-4058-B704-320C0ACE9440}" type="pres">
      <dgm:prSet presAssocID="{9295ACC8-CBB7-4EC3-8DBA-FA1FEC946D82}" presName="childShape" presStyleCnt="0"/>
      <dgm:spPr/>
    </dgm:pt>
    <dgm:pt modelId="{801A3F91-A3BB-43A5-946E-78A7FC616E07}" type="pres">
      <dgm:prSet presAssocID="{9EFE582D-7587-46E9-80D8-BF90418ACF8D}" presName="Name13" presStyleLbl="parChTrans1D2" presStyleIdx="4" presStyleCnt="6"/>
      <dgm:spPr/>
    </dgm:pt>
    <dgm:pt modelId="{FC0A8545-B1E7-4886-B301-B5DC9513741B}" type="pres">
      <dgm:prSet presAssocID="{6415F561-0558-452E-9360-65B86A550ED8}" presName="childText" presStyleLbl="bgAcc1" presStyleIdx="4" presStyleCnt="6">
        <dgm:presLayoutVars>
          <dgm:bulletEnabled val="1"/>
        </dgm:presLayoutVars>
      </dgm:prSet>
      <dgm:spPr/>
    </dgm:pt>
    <dgm:pt modelId="{C105D1A1-BFE6-4EA4-AA0C-3F37135E55EA}" type="pres">
      <dgm:prSet presAssocID="{CFE3861A-7F9F-47E3-8251-C99AE3B142B4}" presName="Name13" presStyleLbl="parChTrans1D2" presStyleIdx="5" presStyleCnt="6"/>
      <dgm:spPr/>
    </dgm:pt>
    <dgm:pt modelId="{2AD232D8-5676-4004-AD16-05DB14DE102C}" type="pres">
      <dgm:prSet presAssocID="{F43DBB25-2F6C-40A5-8836-DC703C0EBBC9}" presName="childText" presStyleLbl="bgAcc1" presStyleIdx="5" presStyleCnt="6">
        <dgm:presLayoutVars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79236822-8016-4D5A-8151-C7FA536E4DAE}" type="presOf" srcId="{D04CA83C-4B84-49AD-B26D-5071A61E184C}" destId="{987D11C0-A42D-476F-BFBD-73066FE8139E}" srcOrd="0" destOrd="0" presId="urn:microsoft.com/office/officeart/2005/8/layout/hierarchy3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3DA3362F-D487-4B57-9424-10459A50BC63}" type="presOf" srcId="{F43DBB25-2F6C-40A5-8836-DC703C0EBBC9}" destId="{2AD232D8-5676-4004-AD16-05DB14DE102C}" srcOrd="0" destOrd="0" presId="urn:microsoft.com/office/officeart/2005/8/layout/hierarchy3"/>
    <dgm:cxn modelId="{770A4433-356E-4529-B230-A7A6ECA0B72C}" type="presOf" srcId="{0D277EE3-6A3D-4846-BF2F-16443DE3595F}" destId="{A1CB3702-22E7-4793-9C65-BF0E602925DC}" srcOrd="0" destOrd="0" presId="urn:microsoft.com/office/officeart/2005/8/layout/hierarchy3"/>
    <dgm:cxn modelId="{90D0ED35-A44D-48D1-A3C6-1AFFBFBC06A6}" type="presOf" srcId="{9295ACC8-CBB7-4EC3-8DBA-FA1FEC946D82}" destId="{DEDB9FE1-40E3-4F2C-8F2F-63EC39AAA7A2}" srcOrd="0" destOrd="0" presId="urn:microsoft.com/office/officeart/2005/8/layout/hierarchy3"/>
    <dgm:cxn modelId="{85A20B5C-5956-48F5-B368-0B8C10FD8EBA}" type="presOf" srcId="{02F52AEC-FAB7-4326-B5E5-043A9F74382B}" destId="{9EAD244F-510E-46F8-B155-3DA7F1A41447}" srcOrd="0" destOrd="0" presId="urn:microsoft.com/office/officeart/2005/8/layout/hierarchy3"/>
    <dgm:cxn modelId="{4160D55F-BD7D-4831-A6E5-613D25A9D54D}" type="presOf" srcId="{13F81D10-01D7-40B0-BA7C-5FCE1540D30D}" destId="{373A6233-BD54-491A-B735-4F57111A2826}" srcOrd="0" destOrd="0" presId="urn:microsoft.com/office/officeart/2005/8/layout/hierarchy3"/>
    <dgm:cxn modelId="{98266260-AFCF-4B51-A134-8F90E2209D88}" type="presOf" srcId="{41B3F900-9B09-4AD0-8F68-D83DEDFD17B6}" destId="{FB4DBC1E-F0D6-457C-9376-083E591E37BE}" srcOrd="1" destOrd="0" presId="urn:microsoft.com/office/officeart/2005/8/layout/hierarchy3"/>
    <dgm:cxn modelId="{3F1CA662-D63E-4E6E-90B9-9767B44D8727}" type="presOf" srcId="{6415F561-0558-452E-9360-65B86A550ED8}" destId="{FC0A8545-B1E7-4886-B301-B5DC9513741B}" srcOrd="0" destOrd="0" presId="urn:microsoft.com/office/officeart/2005/8/layout/hierarchy3"/>
    <dgm:cxn modelId="{A42CA662-6699-4FA2-AF68-7070AB209E37}" type="presOf" srcId="{9295ACC8-CBB7-4EC3-8DBA-FA1FEC946D82}" destId="{D6E5F6BC-BB97-4CEC-BF52-901D55C97978}" srcOrd="1" destOrd="0" presId="urn:microsoft.com/office/officeart/2005/8/layout/hierarchy3"/>
    <dgm:cxn modelId="{4B56634F-26F0-4281-9420-7B9EDF68DD49}" type="presOf" srcId="{A3F3E29B-A89E-493D-943F-76C7AD429A3B}" destId="{2D1BBFFB-F2A5-4D0E-B69D-B550338136D1}" srcOrd="0" destOrd="0" presId="urn:microsoft.com/office/officeart/2005/8/layout/hierarchy3"/>
    <dgm:cxn modelId="{F2617156-3232-4233-87A0-C87916E5BFAA}" type="presOf" srcId="{BF8F0CC6-E046-4D90-9A11-BE9F51717AC7}" destId="{698D9B55-4024-4D18-9439-70703E82CF19}" srcOrd="0" destOrd="0" presId="urn:microsoft.com/office/officeart/2005/8/layout/hierarchy3"/>
    <dgm:cxn modelId="{DA47FC78-EFC8-4AE6-9A1C-32CDD9C4B85C}" type="presOf" srcId="{9EFE582D-7587-46E9-80D8-BF90418ACF8D}" destId="{801A3F91-A3BB-43A5-946E-78A7FC616E07}" srcOrd="0" destOrd="0" presId="urn:microsoft.com/office/officeart/2005/8/layout/hierarchy3"/>
    <dgm:cxn modelId="{93E94C8F-1CED-4715-B575-403E0DD52BC0}" type="presOf" srcId="{13F81D10-01D7-40B0-BA7C-5FCE1540D30D}" destId="{82BD44BA-4553-4208-8EE2-240BB0F4629C}" srcOrd="1" destOrd="0" presId="urn:microsoft.com/office/officeart/2005/8/layout/hierarchy3"/>
    <dgm:cxn modelId="{881150A1-E225-4B81-B5B0-967A5F611577}" type="presOf" srcId="{CFE3861A-7F9F-47E3-8251-C99AE3B142B4}" destId="{C105D1A1-BFE6-4EA4-AA0C-3F37135E55EA}" srcOrd="0" destOrd="0" presId="urn:microsoft.com/office/officeart/2005/8/layout/hierarchy3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0F8B3FC9-7081-4A00-88B6-DF4D9A1A7F7D}" type="presOf" srcId="{2EE53EA6-9336-45B5-8C32-4C309933B17D}" destId="{D1657C92-8441-4EF5-827C-5C1561E8C24A}" srcOrd="0" destOrd="0" presId="urn:microsoft.com/office/officeart/2005/8/layout/hierarchy3"/>
    <dgm:cxn modelId="{08A729DA-971D-494D-B42B-6491EAB205AE}" type="presOf" srcId="{70C8F0A4-7A5B-49DB-8935-38589693484D}" destId="{6BFFBC29-1762-4CC5-8A81-29CCF2EDAC4D}" srcOrd="0" destOrd="0" presId="urn:microsoft.com/office/officeart/2005/8/layout/hierarchy3"/>
    <dgm:cxn modelId="{262EDADA-695B-4B9C-985D-EC09D3B1C3A3}" type="presOf" srcId="{08A62E85-3D11-48F7-85EE-EB1453AC3F09}" destId="{C59C66FA-01E1-41A7-92D8-15BB8E5E53F6}" srcOrd="0" destOrd="0" presId="urn:microsoft.com/office/officeart/2005/8/layout/hierarchy3"/>
    <dgm:cxn modelId="{E33083E3-5EF9-4522-A757-213C8C5E3C18}" type="presOf" srcId="{41B3F900-9B09-4AD0-8F68-D83DEDFD17B6}" destId="{CA34B27D-F68C-4335-A54C-C6EBC4A07C19}" srcOrd="0" destOrd="0" presId="urn:microsoft.com/office/officeart/2005/8/layout/hierarchy3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9BB466FD-E191-4A31-94CD-D759BD64E4AF}" type="presOf" srcId="{69C7D1E2-159C-464A-86EC-620BDEE625D5}" destId="{D58FA286-8B85-4B78-9323-912B776C5BB1}" srcOrd="0" destOrd="0" presId="urn:microsoft.com/office/officeart/2005/8/layout/hierarchy3"/>
    <dgm:cxn modelId="{101DA7D9-1BF8-4662-83E0-5C3EF3136FB2}" type="presParOf" srcId="{2D1BBFFB-F2A5-4D0E-B69D-B550338136D1}" destId="{F93526C7-9E2D-4D77-AB13-65B0C57A2394}" srcOrd="0" destOrd="0" presId="urn:microsoft.com/office/officeart/2005/8/layout/hierarchy3"/>
    <dgm:cxn modelId="{62618F7E-101F-4656-89F2-C19ACEF35470}" type="presParOf" srcId="{F93526C7-9E2D-4D77-AB13-65B0C57A2394}" destId="{1FB59C52-AA8D-453B-ADA4-324107A11A3C}" srcOrd="0" destOrd="0" presId="urn:microsoft.com/office/officeart/2005/8/layout/hierarchy3"/>
    <dgm:cxn modelId="{4105452D-E543-4A19-A53D-31E46634E271}" type="presParOf" srcId="{1FB59C52-AA8D-453B-ADA4-324107A11A3C}" destId="{CA34B27D-F68C-4335-A54C-C6EBC4A07C19}" srcOrd="0" destOrd="0" presId="urn:microsoft.com/office/officeart/2005/8/layout/hierarchy3"/>
    <dgm:cxn modelId="{46168432-6135-4CE7-9F5A-5018386EDC96}" type="presParOf" srcId="{1FB59C52-AA8D-453B-ADA4-324107A11A3C}" destId="{FB4DBC1E-F0D6-457C-9376-083E591E37BE}" srcOrd="1" destOrd="0" presId="urn:microsoft.com/office/officeart/2005/8/layout/hierarchy3"/>
    <dgm:cxn modelId="{8C18D4B7-4816-4F94-824C-900C365042D5}" type="presParOf" srcId="{F93526C7-9E2D-4D77-AB13-65B0C57A2394}" destId="{E16BC818-8399-4840-9A16-0236C860D692}" srcOrd="1" destOrd="0" presId="urn:microsoft.com/office/officeart/2005/8/layout/hierarchy3"/>
    <dgm:cxn modelId="{573A0688-047E-4541-8B69-731CC527E926}" type="presParOf" srcId="{E16BC818-8399-4840-9A16-0236C860D692}" destId="{C59C66FA-01E1-41A7-92D8-15BB8E5E53F6}" srcOrd="0" destOrd="0" presId="urn:microsoft.com/office/officeart/2005/8/layout/hierarchy3"/>
    <dgm:cxn modelId="{CECAFCF2-1B8D-4309-9E4E-4090D62143B8}" type="presParOf" srcId="{E16BC818-8399-4840-9A16-0236C860D692}" destId="{9EAD244F-510E-46F8-B155-3DA7F1A41447}" srcOrd="1" destOrd="0" presId="urn:microsoft.com/office/officeart/2005/8/layout/hierarchy3"/>
    <dgm:cxn modelId="{F9CA595B-4660-43B0-AD27-915486BE4554}" type="presParOf" srcId="{E16BC818-8399-4840-9A16-0236C860D692}" destId="{D1657C92-8441-4EF5-827C-5C1561E8C24A}" srcOrd="2" destOrd="0" presId="urn:microsoft.com/office/officeart/2005/8/layout/hierarchy3"/>
    <dgm:cxn modelId="{CF4AA5F3-BA29-4913-969C-C7461EC540E2}" type="presParOf" srcId="{E16BC818-8399-4840-9A16-0236C860D692}" destId="{698D9B55-4024-4D18-9439-70703E82CF19}" srcOrd="3" destOrd="0" presId="urn:microsoft.com/office/officeart/2005/8/layout/hierarchy3"/>
    <dgm:cxn modelId="{682D9DF2-DC4E-447E-833D-D76DC470E867}" type="presParOf" srcId="{2D1BBFFB-F2A5-4D0E-B69D-B550338136D1}" destId="{B289F77A-2C52-447B-A75F-B282A17552D1}" srcOrd="1" destOrd="0" presId="urn:microsoft.com/office/officeart/2005/8/layout/hierarchy3"/>
    <dgm:cxn modelId="{0B606BF8-8F14-42B0-9832-7E32784AB392}" type="presParOf" srcId="{B289F77A-2C52-447B-A75F-B282A17552D1}" destId="{576BE4E5-C8E1-48F1-996A-51C6A85857A2}" srcOrd="0" destOrd="0" presId="urn:microsoft.com/office/officeart/2005/8/layout/hierarchy3"/>
    <dgm:cxn modelId="{0D8BB0FF-223B-452E-A001-80A618FEEC19}" type="presParOf" srcId="{576BE4E5-C8E1-48F1-996A-51C6A85857A2}" destId="{373A6233-BD54-491A-B735-4F57111A2826}" srcOrd="0" destOrd="0" presId="urn:microsoft.com/office/officeart/2005/8/layout/hierarchy3"/>
    <dgm:cxn modelId="{6B768DD1-AD23-49D7-9275-719C8AAB0194}" type="presParOf" srcId="{576BE4E5-C8E1-48F1-996A-51C6A85857A2}" destId="{82BD44BA-4553-4208-8EE2-240BB0F4629C}" srcOrd="1" destOrd="0" presId="urn:microsoft.com/office/officeart/2005/8/layout/hierarchy3"/>
    <dgm:cxn modelId="{B52FD3C4-56A3-40F9-AC03-63822295B14F}" type="presParOf" srcId="{B289F77A-2C52-447B-A75F-B282A17552D1}" destId="{FD656192-449D-4166-8A73-6064D2007161}" srcOrd="1" destOrd="0" presId="urn:microsoft.com/office/officeart/2005/8/layout/hierarchy3"/>
    <dgm:cxn modelId="{15737608-08D8-409C-ADA5-C9756034280C}" type="presParOf" srcId="{FD656192-449D-4166-8A73-6064D2007161}" destId="{A1CB3702-22E7-4793-9C65-BF0E602925DC}" srcOrd="0" destOrd="0" presId="urn:microsoft.com/office/officeart/2005/8/layout/hierarchy3"/>
    <dgm:cxn modelId="{A1072E26-21FD-44F5-B085-FE76774D1D49}" type="presParOf" srcId="{FD656192-449D-4166-8A73-6064D2007161}" destId="{987D11C0-A42D-476F-BFBD-73066FE8139E}" srcOrd="1" destOrd="0" presId="urn:microsoft.com/office/officeart/2005/8/layout/hierarchy3"/>
    <dgm:cxn modelId="{9CB258BD-04CA-4707-9939-B7315E152AEF}" type="presParOf" srcId="{FD656192-449D-4166-8A73-6064D2007161}" destId="{6BFFBC29-1762-4CC5-8A81-29CCF2EDAC4D}" srcOrd="2" destOrd="0" presId="urn:microsoft.com/office/officeart/2005/8/layout/hierarchy3"/>
    <dgm:cxn modelId="{C8B78559-E29F-4838-917E-8ED895B51789}" type="presParOf" srcId="{FD656192-449D-4166-8A73-6064D2007161}" destId="{D58FA286-8B85-4B78-9323-912B776C5BB1}" srcOrd="3" destOrd="0" presId="urn:microsoft.com/office/officeart/2005/8/layout/hierarchy3"/>
    <dgm:cxn modelId="{94D8FE55-54AD-4148-82B2-71EF15E2EA6D}" type="presParOf" srcId="{2D1BBFFB-F2A5-4D0E-B69D-B550338136D1}" destId="{EBD2BD6A-4AA8-4AB5-93D6-A6B0A878744F}" srcOrd="2" destOrd="0" presId="urn:microsoft.com/office/officeart/2005/8/layout/hierarchy3"/>
    <dgm:cxn modelId="{3EA4A9D6-F699-4160-9B89-B780538CE4AF}" type="presParOf" srcId="{EBD2BD6A-4AA8-4AB5-93D6-A6B0A878744F}" destId="{4FA6683B-E3D3-42E6-9A4F-2FAE282863E0}" srcOrd="0" destOrd="0" presId="urn:microsoft.com/office/officeart/2005/8/layout/hierarchy3"/>
    <dgm:cxn modelId="{280E0342-6B55-4B8B-8E51-ECFE39FDB52B}" type="presParOf" srcId="{4FA6683B-E3D3-42E6-9A4F-2FAE282863E0}" destId="{DEDB9FE1-40E3-4F2C-8F2F-63EC39AAA7A2}" srcOrd="0" destOrd="0" presId="urn:microsoft.com/office/officeart/2005/8/layout/hierarchy3"/>
    <dgm:cxn modelId="{2E545B90-76D3-4F84-9244-3B0EC2E810A4}" type="presParOf" srcId="{4FA6683B-E3D3-42E6-9A4F-2FAE282863E0}" destId="{D6E5F6BC-BB97-4CEC-BF52-901D55C97978}" srcOrd="1" destOrd="0" presId="urn:microsoft.com/office/officeart/2005/8/layout/hierarchy3"/>
    <dgm:cxn modelId="{4BB57625-3C15-4E85-ABD4-CC9C1270224E}" type="presParOf" srcId="{EBD2BD6A-4AA8-4AB5-93D6-A6B0A878744F}" destId="{B916D87C-68CD-4058-B704-320C0ACE9440}" srcOrd="1" destOrd="0" presId="urn:microsoft.com/office/officeart/2005/8/layout/hierarchy3"/>
    <dgm:cxn modelId="{8BE1B354-D188-4421-AB3F-EA532430FF71}" type="presParOf" srcId="{B916D87C-68CD-4058-B704-320C0ACE9440}" destId="{801A3F91-A3BB-43A5-946E-78A7FC616E07}" srcOrd="0" destOrd="0" presId="urn:microsoft.com/office/officeart/2005/8/layout/hierarchy3"/>
    <dgm:cxn modelId="{9B849619-D9DC-4CFE-8540-9285412CCF80}" type="presParOf" srcId="{B916D87C-68CD-4058-B704-320C0ACE9440}" destId="{FC0A8545-B1E7-4886-B301-B5DC9513741B}" srcOrd="1" destOrd="0" presId="urn:microsoft.com/office/officeart/2005/8/layout/hierarchy3"/>
    <dgm:cxn modelId="{034A9842-2026-465D-AF88-BAF20C6B09E5}" type="presParOf" srcId="{B916D87C-68CD-4058-B704-320C0ACE9440}" destId="{C105D1A1-BFE6-4EA4-AA0C-3F37135E55EA}" srcOrd="2" destOrd="0" presId="urn:microsoft.com/office/officeart/2005/8/layout/hierarchy3"/>
    <dgm:cxn modelId="{8BF1477E-A194-41AB-B4B0-C76690177FD9}" type="presParOf" srcId="{B916D87C-68CD-4058-B704-320C0ACE9440}" destId="{2AD232D8-5676-4004-AD16-05DB14DE102C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0" i="0" dirty="0">
              <a:latin typeface="Century Gothic" panose="020B0502020202020204"/>
            </a:rPr>
            <a:t>Non-match </a:t>
          </a:r>
          <a:endParaRPr lang="en-US" dirty="0"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0" i="0" dirty="0">
              <a:latin typeface="Century Gothic"/>
            </a:rPr>
            <a:t>Potential Match</a:t>
          </a:r>
          <a:endParaRPr lang="en-US" dirty="0"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0" i="0" dirty="0">
              <a:latin typeface="Century Gothic"/>
            </a:rPr>
            <a:t>Match</a:t>
          </a:r>
          <a:endParaRPr lang="en-US" dirty="0"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 dirty="0">
              <a:latin typeface="Century Gothic"/>
            </a:rPr>
            <a:t>[ 0, 70)</a:t>
          </a:r>
          <a:endParaRPr lang="en-US" dirty="0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 dirty="0">
              <a:latin typeface="Century Gothic"/>
            </a:rPr>
            <a:t>[70, 90)</a:t>
          </a:r>
          <a:endParaRPr lang="en-US" dirty="0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 dirty="0">
              <a:latin typeface="Century Gothic"/>
            </a:rPr>
            <a:t>[ 90, 100]</a:t>
          </a:r>
          <a:endParaRPr lang="en-US" dirty="0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/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/>
            <a:t>Count how known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/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/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 dirty="0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 dirty="0"/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 dirty="0"/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dirty="0" err="1"/>
            <a:t>Org.json's</a:t>
          </a:r>
          <a:r>
            <a:rPr lang="en-US" dirty="0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 dirty="0"/>
            <a:t>CSV Parsing</a:t>
          </a:r>
          <a:endParaRPr lang="en-US" sz="3000" dirty="0">
            <a:solidFill>
              <a:srgbClr val="010000"/>
            </a:solidFill>
            <a:latin typeface="Corbel"/>
          </a:endParaRPr>
        </a:p>
      </dgm:t>
    </dgm:pt>
    <dgm:pt modelId="{0C7148DF-BA08-40BF-B513-4E1515C46C9D}" type="parTrans" cxnId="{2E39548D-7ECF-472E-A6F7-8FE6F1E7E9DF}">
      <dgm:prSet/>
      <dgm:spPr/>
    </dgm:pt>
    <dgm:pt modelId="{91172A2A-45E4-4302-A342-B6542289DEE9}" type="sibTrans" cxnId="{2E39548D-7ECF-472E-A6F7-8FE6F1E7E9DF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 dirty="0"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dirty="0" err="1">
              <a:latin typeface="Corbel"/>
            </a:rPr>
            <a:t>Xdrop's</a:t>
          </a:r>
          <a:r>
            <a:rPr lang="en-US" sz="3000" dirty="0">
              <a:latin typeface="Corbel"/>
            </a:rPr>
            <a:t> </a:t>
          </a:r>
          <a:r>
            <a:rPr lang="en-US" sz="3000" dirty="0" err="1">
              <a:latin typeface="Corbel"/>
            </a:rPr>
            <a:t>FuzzyWuzzy</a:t>
          </a:r>
          <a:r>
            <a:rPr lang="en-US" sz="3000" dirty="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</dgm:pt>
    <dgm:pt modelId="{99437D3D-874A-4EC7-AF2D-D1E9ACDEB264}" type="sibTrans" cxnId="{E3CBFCDA-5928-4779-A658-3DFDFA622B94}">
      <dgm:prSet/>
      <dgm:spPr/>
    </dgm:pt>
    <dgm:pt modelId="{50DE0A83-B742-42CA-B0B9-8E6201CDCB22}">
      <dgm:prSet/>
      <dgm:spPr/>
      <dgm:t>
        <a:bodyPr/>
        <a:lstStyle/>
        <a:p>
          <a:r>
            <a:rPr lang="en-US" sz="3000" dirty="0" err="1">
              <a:latin typeface="Corbel"/>
            </a:rPr>
            <a:t>Levenshtein</a:t>
          </a:r>
          <a:r>
            <a:rPr lang="en-US" sz="3000" dirty="0"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</dgm:pt>
    <dgm:pt modelId="{1C40E035-68F8-4B69-ABFF-5F5DD07A26A6}" type="sibTrans" cxnId="{0301D2EA-1065-4D59-B712-A38C31DAC18C}">
      <dgm:prSet/>
      <dgm:spPr/>
    </dgm:pt>
    <dgm:pt modelId="{95F5072A-EE61-4366-8696-6625714AD05C}">
      <dgm:prSet/>
      <dgm:spPr/>
      <dgm:t>
        <a:bodyPr/>
        <a:lstStyle/>
        <a:p>
          <a:r>
            <a:rPr lang="en-US" sz="3000" dirty="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</dgm:pt>
    <dgm:pt modelId="{12D02B6F-F25B-4F1D-86A3-54AB6985FFAC}" type="sibTrans" cxnId="{05E42E2C-CE0E-44CC-B805-BBF06BC20E42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dirty="0"/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/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/>
        </a:p>
      </dgm:t>
    </dgm:pt>
    <dgm:pt modelId="{54AA9DF5-B60A-4EEC-BF3D-7CE602EA1185}">
      <dgm:prSet/>
      <dgm:spPr/>
      <dgm:t>
        <a:bodyPr/>
        <a:lstStyle/>
        <a:p>
          <a:r>
            <a:rPr lang="en-US" dirty="0"/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/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/>
        </a:p>
      </dgm:t>
    </dgm:pt>
    <dgm:pt modelId="{D117935A-3924-421F-9DBB-747D8D064A5E}">
      <dgm:prSet/>
      <dgm:spPr/>
      <dgm:t>
        <a:bodyPr/>
        <a:lstStyle/>
        <a:p>
          <a:r>
            <a:rPr lang="en-US" dirty="0"/>
            <a:t>Object Oriented Design</a:t>
          </a:r>
        </a:p>
      </dgm:t>
    </dgm:pt>
    <dgm:pt modelId="{186F1F33-ED3D-482A-AD2F-2CEA91BDFD55}" type="parTrans" cxnId="{70F97338-B73E-41FB-BCA1-5E7B806E340E}">
      <dgm:prSet/>
      <dgm:spPr/>
    </dgm:pt>
    <dgm:pt modelId="{143C7AA3-14B1-4ABA-B1B6-3E90FA40CEF3}" type="sibTrans" cxnId="{70F97338-B73E-41FB-BCA1-5E7B806E340E}">
      <dgm:prSet/>
      <dgm:spPr/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 dirty="0"/>
            <a:t>Simplicity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</dgm:pt>
    <dgm:pt modelId="{6B6136A6-500A-4E42-B8F6-F3855F212AC9}">
      <dgm:prSet/>
      <dgm:spPr/>
      <dgm:t>
        <a:bodyPr/>
        <a:lstStyle/>
        <a:p>
          <a:r>
            <a:rPr lang="en-US" dirty="0"/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</dgm:pt>
    <dgm:pt modelId="{FAB5E2F3-4582-42EB-BC90-80BC198090BA}">
      <dgm:prSet/>
      <dgm:spPr/>
      <dgm:t>
        <a:bodyPr/>
        <a:lstStyle/>
        <a:p>
          <a:r>
            <a:rPr lang="en-US" dirty="0"/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870C57-7ADF-4ADA-A8C8-8067E4E1AA9C}">
      <dsp:nvSpPr>
        <dsp:cNvPr id="0" name=""/>
        <dsp:cNvSpPr/>
      </dsp:nvSpPr>
      <dsp:spPr>
        <a:xfrm>
          <a:off x="4531320" y="2733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Objective</a:t>
          </a:r>
        </a:p>
      </dsp:txBody>
      <dsp:txXfrm>
        <a:off x="4549831" y="21244"/>
        <a:ext cx="5060713" cy="342172"/>
      </dsp:txXfrm>
    </dsp:sp>
    <dsp:sp modelId="{633C4CDB-68EC-42E6-B16A-F56E8CD12621}">
      <dsp:nvSpPr>
        <dsp:cNvPr id="0" name=""/>
        <dsp:cNvSpPr/>
      </dsp:nvSpPr>
      <dsp:spPr>
        <a:xfrm>
          <a:off x="4531320" y="400887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30513"/>
                <a:satOff val="2246"/>
                <a:lumOff val="-64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3"/>
                <a:satOff val="2246"/>
                <a:lumOff val="-64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3"/>
                <a:satOff val="2246"/>
                <a:lumOff val="-64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The Problem</a:t>
          </a:r>
        </a:p>
      </dsp:txBody>
      <dsp:txXfrm>
        <a:off x="4549831" y="419398"/>
        <a:ext cx="5060713" cy="342172"/>
      </dsp:txXfrm>
    </dsp:sp>
    <dsp:sp modelId="{6588EB65-C784-423D-AE18-E3CF6265C1D6}">
      <dsp:nvSpPr>
        <dsp:cNvPr id="0" name=""/>
        <dsp:cNvSpPr/>
      </dsp:nvSpPr>
      <dsp:spPr>
        <a:xfrm>
          <a:off x="4531320" y="799042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861025"/>
                <a:satOff val="4492"/>
                <a:lumOff val="-128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861025"/>
                <a:satOff val="4492"/>
                <a:lumOff val="-128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861025"/>
                <a:satOff val="4492"/>
                <a:lumOff val="-128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Requirements</a:t>
          </a:r>
        </a:p>
      </dsp:txBody>
      <dsp:txXfrm>
        <a:off x="4549831" y="817553"/>
        <a:ext cx="5060713" cy="342172"/>
      </dsp:txXfrm>
    </dsp:sp>
    <dsp:sp modelId="{70189A93-22F1-4B00-BD68-876AE5271AAE}">
      <dsp:nvSpPr>
        <dsp:cNvPr id="0" name=""/>
        <dsp:cNvSpPr/>
      </dsp:nvSpPr>
      <dsp:spPr>
        <a:xfrm>
          <a:off x="4531320" y="1197196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1291538"/>
                <a:satOff val="6738"/>
                <a:lumOff val="-192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291538"/>
                <a:satOff val="6738"/>
                <a:lumOff val="-192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291538"/>
                <a:satOff val="6738"/>
                <a:lumOff val="-192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Design Decisions</a:t>
          </a:r>
        </a:p>
      </dsp:txBody>
      <dsp:txXfrm>
        <a:off x="4549831" y="1215707"/>
        <a:ext cx="5060713" cy="342172"/>
      </dsp:txXfrm>
    </dsp:sp>
    <dsp:sp modelId="{EE701881-66BD-4374-B4D0-2A2095722C05}">
      <dsp:nvSpPr>
        <dsp:cNvPr id="0" name=""/>
        <dsp:cNvSpPr/>
      </dsp:nvSpPr>
      <dsp:spPr>
        <a:xfrm>
          <a:off x="4531320" y="1595350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1722050"/>
                <a:satOff val="8984"/>
                <a:lumOff val="-256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722050"/>
                <a:satOff val="8984"/>
                <a:lumOff val="-256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722050"/>
                <a:satOff val="8984"/>
                <a:lumOff val="-256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Design</a:t>
          </a:r>
        </a:p>
      </dsp:txBody>
      <dsp:txXfrm>
        <a:off x="4549831" y="1613861"/>
        <a:ext cx="5060713" cy="342172"/>
      </dsp:txXfrm>
    </dsp:sp>
    <dsp:sp modelId="{356775C3-4D34-450A-8B44-7D86E93032A5}">
      <dsp:nvSpPr>
        <dsp:cNvPr id="0" name=""/>
        <dsp:cNvSpPr/>
      </dsp:nvSpPr>
      <dsp:spPr>
        <a:xfrm>
          <a:off x="4531320" y="1993505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2152563"/>
                <a:satOff val="11230"/>
                <a:lumOff val="-320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152563"/>
                <a:satOff val="11230"/>
                <a:lumOff val="-320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152563"/>
                <a:satOff val="11230"/>
                <a:lumOff val="-320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Implementation</a:t>
          </a:r>
        </a:p>
      </dsp:txBody>
      <dsp:txXfrm>
        <a:off x="4549831" y="2012016"/>
        <a:ext cx="5060713" cy="342172"/>
      </dsp:txXfrm>
    </dsp:sp>
    <dsp:sp modelId="{D22C1773-3F60-41BD-805D-C07FE4D5F633}">
      <dsp:nvSpPr>
        <dsp:cNvPr id="0" name=""/>
        <dsp:cNvSpPr/>
      </dsp:nvSpPr>
      <dsp:spPr>
        <a:xfrm>
          <a:off x="4531320" y="2391659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2583075"/>
                <a:satOff val="13477"/>
                <a:lumOff val="-385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583075"/>
                <a:satOff val="13477"/>
                <a:lumOff val="-385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583075"/>
                <a:satOff val="13477"/>
                <a:lumOff val="-385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Dependencies</a:t>
          </a:r>
        </a:p>
      </dsp:txBody>
      <dsp:txXfrm>
        <a:off x="4549831" y="2410170"/>
        <a:ext cx="5060713" cy="342172"/>
      </dsp:txXfrm>
    </dsp:sp>
    <dsp:sp modelId="{18232ADC-C076-49B0-9CD3-41278FA6D915}">
      <dsp:nvSpPr>
        <dsp:cNvPr id="0" name=""/>
        <dsp:cNvSpPr/>
      </dsp:nvSpPr>
      <dsp:spPr>
        <a:xfrm>
          <a:off x="4531320" y="2789813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013588"/>
                <a:satOff val="15723"/>
                <a:lumOff val="-449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013588"/>
                <a:satOff val="15723"/>
                <a:lumOff val="-449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013588"/>
                <a:satOff val="15723"/>
                <a:lumOff val="-449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Demo</a:t>
          </a:r>
        </a:p>
      </dsp:txBody>
      <dsp:txXfrm>
        <a:off x="4549831" y="2808324"/>
        <a:ext cx="5060713" cy="342172"/>
      </dsp:txXfrm>
    </dsp:sp>
    <dsp:sp modelId="{C2175BCC-CBB7-4BF3-9511-2D8C3F0FE10F}">
      <dsp:nvSpPr>
        <dsp:cNvPr id="0" name=""/>
        <dsp:cNvSpPr/>
      </dsp:nvSpPr>
      <dsp:spPr>
        <a:xfrm>
          <a:off x="4531320" y="3187968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444101"/>
                <a:satOff val="17969"/>
                <a:lumOff val="-513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444101"/>
                <a:satOff val="17969"/>
                <a:lumOff val="-513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444101"/>
                <a:satOff val="17969"/>
                <a:lumOff val="-513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Testing</a:t>
          </a:r>
        </a:p>
      </dsp:txBody>
      <dsp:txXfrm>
        <a:off x="4549831" y="3206479"/>
        <a:ext cx="5060713" cy="342172"/>
      </dsp:txXfrm>
    </dsp:sp>
    <dsp:sp modelId="{1A5ED826-5D00-4CB2-87B5-BEC5EC62E772}">
      <dsp:nvSpPr>
        <dsp:cNvPr id="0" name=""/>
        <dsp:cNvSpPr/>
      </dsp:nvSpPr>
      <dsp:spPr>
        <a:xfrm>
          <a:off x="4531320" y="3586122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3874613"/>
                <a:satOff val="20215"/>
                <a:lumOff val="-577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874613"/>
                <a:satOff val="20215"/>
                <a:lumOff val="-577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874613"/>
                <a:satOff val="20215"/>
                <a:lumOff val="-577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Maintainability</a:t>
          </a:r>
        </a:p>
      </dsp:txBody>
      <dsp:txXfrm>
        <a:off x="4549831" y="3604633"/>
        <a:ext cx="5060713" cy="342172"/>
      </dsp:txXfrm>
    </dsp:sp>
    <dsp:sp modelId="{9A56D476-57EC-4DAE-8286-533FD3497850}">
      <dsp:nvSpPr>
        <dsp:cNvPr id="0" name=""/>
        <dsp:cNvSpPr/>
      </dsp:nvSpPr>
      <dsp:spPr>
        <a:xfrm>
          <a:off x="4531320" y="3984276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305126"/>
                <a:satOff val="22461"/>
                <a:lumOff val="-641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305126"/>
                <a:satOff val="22461"/>
                <a:lumOff val="-641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305126"/>
                <a:satOff val="22461"/>
                <a:lumOff val="-641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Achieved Goals</a:t>
          </a:r>
        </a:p>
      </dsp:txBody>
      <dsp:txXfrm>
        <a:off x="4549831" y="4002787"/>
        <a:ext cx="5060713" cy="342172"/>
      </dsp:txXfrm>
    </dsp:sp>
    <dsp:sp modelId="{DD9B7236-1E08-409A-9F65-F940323D19C0}">
      <dsp:nvSpPr>
        <dsp:cNvPr id="0" name=""/>
        <dsp:cNvSpPr/>
      </dsp:nvSpPr>
      <dsp:spPr>
        <a:xfrm>
          <a:off x="4531320" y="4382430"/>
          <a:ext cx="5097735" cy="379194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Conclusion</a:t>
          </a:r>
        </a:p>
      </dsp:txBody>
      <dsp:txXfrm>
        <a:off x="4549831" y="4400941"/>
        <a:ext cx="5060713" cy="3421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Java is used as the language to create the functionality.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 dirty="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 dirty="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 Build automation tool</a:t>
          </a:r>
          <a:endParaRPr lang="en-US" sz="5600" kern="1200" dirty="0"/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Pre-processing</a:t>
          </a:r>
          <a:endParaRPr lang="en-US" sz="3100" kern="1200"/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Indexing</a:t>
          </a:r>
          <a:endParaRPr lang="en-US" sz="3100" kern="1200"/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Record pair comparison</a:t>
          </a:r>
          <a:endParaRPr lang="en-US" sz="3100" kern="1200"/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Classification</a:t>
          </a:r>
          <a:endParaRPr lang="en-US" sz="3100" kern="1200"/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Evaluation</a:t>
          </a:r>
          <a:endParaRPr lang="en-US" sz="3100" kern="1200"/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359751-46CD-4381-910F-8DCCC35D1B87}">
      <dsp:nvSpPr>
        <dsp:cNvPr id="0" name=""/>
        <dsp:cNvSpPr/>
      </dsp:nvSpPr>
      <dsp:spPr>
        <a:xfrm>
          <a:off x="11085" y="129804"/>
          <a:ext cx="2436862" cy="73105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0265" tIns="90265" rIns="90265" bIns="9026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Remove</a:t>
          </a:r>
        </a:p>
      </dsp:txBody>
      <dsp:txXfrm>
        <a:off x="230402" y="129804"/>
        <a:ext cx="1998228" cy="731058"/>
      </dsp:txXfrm>
    </dsp:sp>
    <dsp:sp modelId="{22B1D367-372A-4F0B-90D4-878ABC3231A6}">
      <dsp:nvSpPr>
        <dsp:cNvPr id="0" name=""/>
        <dsp:cNvSpPr/>
      </dsp:nvSpPr>
      <dsp:spPr>
        <a:xfrm>
          <a:off x="11085" y="860863"/>
          <a:ext cx="2217545" cy="243201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35" tIns="175235" rIns="175235" bIns="350471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Unwanted characters 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Punctuation, tabs, new lines</a:t>
          </a:r>
        </a:p>
      </dsp:txBody>
      <dsp:txXfrm>
        <a:off x="11085" y="860863"/>
        <a:ext cx="2217545" cy="2432015"/>
      </dsp:txXfrm>
    </dsp:sp>
    <dsp:sp modelId="{8E668663-EAC7-4C63-8A1B-4CC234B5BDB1}">
      <dsp:nvSpPr>
        <dsp:cNvPr id="0" name=""/>
        <dsp:cNvSpPr/>
      </dsp:nvSpPr>
      <dsp:spPr>
        <a:xfrm>
          <a:off x="2399868" y="129804"/>
          <a:ext cx="2436862" cy="73105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0265" tIns="90265" rIns="90265" bIns="9026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Trim</a:t>
          </a:r>
        </a:p>
      </dsp:txBody>
      <dsp:txXfrm>
        <a:off x="2619185" y="129804"/>
        <a:ext cx="1998228" cy="731058"/>
      </dsp:txXfrm>
    </dsp:sp>
    <dsp:sp modelId="{37A930D6-309C-4A24-A493-FE698F45A226}">
      <dsp:nvSpPr>
        <dsp:cNvPr id="0" name=""/>
        <dsp:cNvSpPr/>
      </dsp:nvSpPr>
      <dsp:spPr>
        <a:xfrm>
          <a:off x="2399868" y="860863"/>
          <a:ext cx="2217545" cy="2432015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35" tIns="175235" rIns="175235" bIns="350471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All unnecessary whitespace</a:t>
          </a:r>
        </a:p>
      </dsp:txBody>
      <dsp:txXfrm>
        <a:off x="2399868" y="860863"/>
        <a:ext cx="2217545" cy="2432015"/>
      </dsp:txXfrm>
    </dsp:sp>
    <dsp:sp modelId="{C16B4BFE-F133-421F-A0E9-D1FCAA5F555D}">
      <dsp:nvSpPr>
        <dsp:cNvPr id="0" name=""/>
        <dsp:cNvSpPr/>
      </dsp:nvSpPr>
      <dsp:spPr>
        <a:xfrm>
          <a:off x="4788651" y="129804"/>
          <a:ext cx="2436862" cy="73105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0265" tIns="90265" rIns="90265" bIns="9026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Combine</a:t>
          </a:r>
        </a:p>
      </dsp:txBody>
      <dsp:txXfrm>
        <a:off x="5007968" y="129804"/>
        <a:ext cx="1998228" cy="731058"/>
      </dsp:txXfrm>
    </dsp:sp>
    <dsp:sp modelId="{4ECA84B0-2EE2-49A4-83D1-BB76CEBF0141}">
      <dsp:nvSpPr>
        <dsp:cNvPr id="0" name=""/>
        <dsp:cNvSpPr/>
      </dsp:nvSpPr>
      <dsp:spPr>
        <a:xfrm>
          <a:off x="4788651" y="860863"/>
          <a:ext cx="2217545" cy="2432015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35" tIns="175235" rIns="175235" bIns="350471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Related fields into a single field 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Ex. 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Address_1 &amp; Address_2 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600" kern="1200" dirty="0"/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Address</a:t>
          </a:r>
        </a:p>
      </dsp:txBody>
      <dsp:txXfrm>
        <a:off x="4788651" y="860863"/>
        <a:ext cx="2217545" cy="2432015"/>
      </dsp:txXfrm>
    </dsp:sp>
    <dsp:sp modelId="{3EF28675-B936-4184-AC81-23D5B485381F}">
      <dsp:nvSpPr>
        <dsp:cNvPr id="0" name=""/>
        <dsp:cNvSpPr/>
      </dsp:nvSpPr>
      <dsp:spPr>
        <a:xfrm>
          <a:off x="7177434" y="129804"/>
          <a:ext cx="2436862" cy="73105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0265" tIns="90265" rIns="90265" bIns="9026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Standardize</a:t>
          </a:r>
        </a:p>
      </dsp:txBody>
      <dsp:txXfrm>
        <a:off x="7396751" y="129804"/>
        <a:ext cx="1998228" cy="731058"/>
      </dsp:txXfrm>
    </dsp:sp>
    <dsp:sp modelId="{F71CD58C-220C-4B5B-9366-7BD356E2E394}">
      <dsp:nvSpPr>
        <dsp:cNvPr id="0" name=""/>
        <dsp:cNvSpPr/>
      </dsp:nvSpPr>
      <dsp:spPr>
        <a:xfrm>
          <a:off x="7177434" y="860863"/>
          <a:ext cx="2217545" cy="243201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35" tIns="175235" rIns="175235" bIns="350471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Common address abbreviations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Ex. 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123 N State St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600" kern="1200" dirty="0"/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123 North State Street</a:t>
          </a:r>
        </a:p>
      </dsp:txBody>
      <dsp:txXfrm>
        <a:off x="7177434" y="860863"/>
        <a:ext cx="2217545" cy="243201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O(n*m) 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/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/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05105"/>
          <a:ext cx="6817995" cy="2891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9152" tIns="562356" rIns="529152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Group similar records together by phonetic encoding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Apache Commons Codec package used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841,138 comparisons!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Reduced # of comparisons by 99.9%</a:t>
          </a:r>
        </a:p>
      </dsp:txBody>
      <dsp:txXfrm>
        <a:off x="0" y="505105"/>
        <a:ext cx="6817995" cy="2891700"/>
      </dsp:txXfrm>
    </dsp:sp>
    <dsp:sp modelId="{028E6A7E-23BA-4F12-8DC1-7FD956608DDD}">
      <dsp:nvSpPr>
        <dsp:cNvPr id="0" name=""/>
        <dsp:cNvSpPr/>
      </dsp:nvSpPr>
      <dsp:spPr>
        <a:xfrm>
          <a:off x="340899" y="106585"/>
          <a:ext cx="4772596" cy="7970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0393" tIns="0" rIns="18039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/>
            <a:t>Indexing approach</a:t>
          </a:r>
        </a:p>
      </dsp:txBody>
      <dsp:txXfrm>
        <a:off x="379807" y="145493"/>
        <a:ext cx="4694780" cy="719224"/>
      </dsp:txXfrm>
    </dsp:sp>
    <dsp:sp modelId="{07B3EA0B-0A65-415B-9037-DA23320F68C7}">
      <dsp:nvSpPr>
        <dsp:cNvPr id="0" name=""/>
        <dsp:cNvSpPr/>
      </dsp:nvSpPr>
      <dsp:spPr>
        <a:xfrm>
          <a:off x="0" y="3941126"/>
          <a:ext cx="6817995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9152" tIns="562356" rIns="529152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~1 second</a:t>
          </a:r>
        </a:p>
      </dsp:txBody>
      <dsp:txXfrm>
        <a:off x="0" y="3941126"/>
        <a:ext cx="6817995" cy="1148175"/>
      </dsp:txXfrm>
    </dsp:sp>
    <dsp:sp modelId="{6A9ADE83-535F-402B-8DB7-34B1937E93A9}">
      <dsp:nvSpPr>
        <dsp:cNvPr id="0" name=""/>
        <dsp:cNvSpPr/>
      </dsp:nvSpPr>
      <dsp:spPr>
        <a:xfrm>
          <a:off x="340899" y="3542605"/>
          <a:ext cx="4772596" cy="79704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0393" tIns="0" rIns="180393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/>
            <a:t>Time</a:t>
          </a:r>
        </a:p>
      </dsp:txBody>
      <dsp:txXfrm>
        <a:off x="379807" y="3581513"/>
        <a:ext cx="4694780" cy="71922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34B27D-F68C-4335-A54C-C6EBC4A07C19}">
      <dsp:nvSpPr>
        <dsp:cNvPr id="0" name=""/>
        <dsp:cNvSpPr/>
      </dsp:nvSpPr>
      <dsp:spPr>
        <a:xfrm>
          <a:off x="3332273" y="221"/>
          <a:ext cx="2454281" cy="122714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entury Gothic" panose="020B0502020202020204"/>
            </a:rPr>
            <a:t>Similarity Metric</a:t>
          </a:r>
        </a:p>
      </dsp:txBody>
      <dsp:txXfrm>
        <a:off x="3368215" y="36163"/>
        <a:ext cx="2382397" cy="1155256"/>
      </dsp:txXfrm>
    </dsp:sp>
    <dsp:sp modelId="{C59C66FA-01E1-41A7-92D8-15BB8E5E53F6}">
      <dsp:nvSpPr>
        <dsp:cNvPr id="0" name=""/>
        <dsp:cNvSpPr/>
      </dsp:nvSpPr>
      <dsp:spPr>
        <a:xfrm>
          <a:off x="3577701" y="1227362"/>
          <a:ext cx="245428" cy="9203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355"/>
              </a:lnTo>
              <a:lnTo>
                <a:pt x="245428" y="920355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AD244F-510E-46F8-B155-3DA7F1A41447}">
      <dsp:nvSpPr>
        <dsp:cNvPr id="0" name=""/>
        <dsp:cNvSpPr/>
      </dsp:nvSpPr>
      <dsp:spPr>
        <a:xfrm>
          <a:off x="3823129" y="1534147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atin typeface="Century Gothic" panose="020B0502020202020204"/>
            </a:rPr>
            <a:t>Levenshtein</a:t>
          </a:r>
          <a:r>
            <a:rPr lang="en-US" sz="2000" kern="1200" dirty="0">
              <a:latin typeface="Century Gothic" panose="020B0502020202020204"/>
            </a:rPr>
            <a:t> Distance</a:t>
          </a:r>
        </a:p>
      </dsp:txBody>
      <dsp:txXfrm>
        <a:off x="3859071" y="1570089"/>
        <a:ext cx="1891540" cy="1155256"/>
      </dsp:txXfrm>
    </dsp:sp>
    <dsp:sp modelId="{D1657C92-8441-4EF5-827C-5C1561E8C24A}">
      <dsp:nvSpPr>
        <dsp:cNvPr id="0" name=""/>
        <dsp:cNvSpPr/>
      </dsp:nvSpPr>
      <dsp:spPr>
        <a:xfrm>
          <a:off x="3577701" y="1227362"/>
          <a:ext cx="245428" cy="2454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4281"/>
              </a:lnTo>
              <a:lnTo>
                <a:pt x="245428" y="2454281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8D9B55-4024-4D18-9439-70703E82CF19}">
      <dsp:nvSpPr>
        <dsp:cNvPr id="0" name=""/>
        <dsp:cNvSpPr/>
      </dsp:nvSpPr>
      <dsp:spPr>
        <a:xfrm>
          <a:off x="3823129" y="3068072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entury Gothic" panose="020B0502020202020204"/>
            </a:rPr>
            <a:t>Ratio between 0 – 100</a:t>
          </a:r>
        </a:p>
      </dsp:txBody>
      <dsp:txXfrm>
        <a:off x="3859071" y="3104014"/>
        <a:ext cx="1891540" cy="1155256"/>
      </dsp:txXfrm>
    </dsp:sp>
    <dsp:sp modelId="{373A6233-BD54-491A-B735-4F57111A2826}">
      <dsp:nvSpPr>
        <dsp:cNvPr id="0" name=""/>
        <dsp:cNvSpPr/>
      </dsp:nvSpPr>
      <dsp:spPr>
        <a:xfrm>
          <a:off x="6400124" y="221"/>
          <a:ext cx="2454281" cy="122714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entury Gothic" panose="020B0502020202020204"/>
            </a:rPr>
            <a:t>Weights</a:t>
          </a:r>
        </a:p>
      </dsp:txBody>
      <dsp:txXfrm>
        <a:off x="6436066" y="36163"/>
        <a:ext cx="2382397" cy="1155256"/>
      </dsp:txXfrm>
    </dsp:sp>
    <dsp:sp modelId="{A1CB3702-22E7-4793-9C65-BF0E602925DC}">
      <dsp:nvSpPr>
        <dsp:cNvPr id="0" name=""/>
        <dsp:cNvSpPr/>
      </dsp:nvSpPr>
      <dsp:spPr>
        <a:xfrm>
          <a:off x="6645552" y="1227362"/>
          <a:ext cx="245428" cy="9203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355"/>
              </a:lnTo>
              <a:lnTo>
                <a:pt x="245428" y="920355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7D11C0-A42D-476F-BFBD-73066FE8139E}">
      <dsp:nvSpPr>
        <dsp:cNvPr id="0" name=""/>
        <dsp:cNvSpPr/>
      </dsp:nvSpPr>
      <dsp:spPr>
        <a:xfrm>
          <a:off x="6890980" y="1534147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entury Gothic" panose="020B0502020202020204"/>
            </a:rPr>
            <a:t>Weights per field</a:t>
          </a:r>
        </a:p>
      </dsp:txBody>
      <dsp:txXfrm>
        <a:off x="6926922" y="1570089"/>
        <a:ext cx="1891540" cy="1155256"/>
      </dsp:txXfrm>
    </dsp:sp>
    <dsp:sp modelId="{6BFFBC29-1762-4CC5-8A81-29CCF2EDAC4D}">
      <dsp:nvSpPr>
        <dsp:cNvPr id="0" name=""/>
        <dsp:cNvSpPr/>
      </dsp:nvSpPr>
      <dsp:spPr>
        <a:xfrm>
          <a:off x="6645552" y="1227362"/>
          <a:ext cx="245428" cy="2454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4281"/>
              </a:lnTo>
              <a:lnTo>
                <a:pt x="245428" y="2454281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8FA286-8B85-4B78-9323-912B776C5BB1}">
      <dsp:nvSpPr>
        <dsp:cNvPr id="0" name=""/>
        <dsp:cNvSpPr/>
      </dsp:nvSpPr>
      <dsp:spPr>
        <a:xfrm>
          <a:off x="6890980" y="3068072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entury Gothic" panose="020B0502020202020204"/>
            </a:rPr>
            <a:t>Sum of weights equal to 1</a:t>
          </a:r>
        </a:p>
      </dsp:txBody>
      <dsp:txXfrm>
        <a:off x="6926922" y="3104014"/>
        <a:ext cx="1891540" cy="1155256"/>
      </dsp:txXfrm>
    </dsp:sp>
    <dsp:sp modelId="{DEDB9FE1-40E3-4F2C-8F2F-63EC39AAA7A2}">
      <dsp:nvSpPr>
        <dsp:cNvPr id="0" name=""/>
        <dsp:cNvSpPr/>
      </dsp:nvSpPr>
      <dsp:spPr>
        <a:xfrm>
          <a:off x="9467975" y="221"/>
          <a:ext cx="2454281" cy="122714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entury Gothic" panose="020B0502020202020204"/>
            </a:rPr>
            <a:t>Confidence</a:t>
          </a:r>
        </a:p>
      </dsp:txBody>
      <dsp:txXfrm>
        <a:off x="9503917" y="36163"/>
        <a:ext cx="2382397" cy="1155256"/>
      </dsp:txXfrm>
    </dsp:sp>
    <dsp:sp modelId="{801A3F91-A3BB-43A5-946E-78A7FC616E07}">
      <dsp:nvSpPr>
        <dsp:cNvPr id="0" name=""/>
        <dsp:cNvSpPr/>
      </dsp:nvSpPr>
      <dsp:spPr>
        <a:xfrm>
          <a:off x="9713403" y="1227362"/>
          <a:ext cx="245428" cy="9203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20355"/>
              </a:lnTo>
              <a:lnTo>
                <a:pt x="245428" y="920355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0A8545-B1E7-4886-B301-B5DC9513741B}">
      <dsp:nvSpPr>
        <dsp:cNvPr id="0" name=""/>
        <dsp:cNvSpPr/>
      </dsp:nvSpPr>
      <dsp:spPr>
        <a:xfrm>
          <a:off x="9958832" y="1534147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rgbClr val="000000"/>
              </a:solidFill>
              <a:latin typeface="Century Gothic" panose="020B0502020202020204"/>
            </a:rPr>
            <a:t>Sum of each field's similarity * each field's weight</a:t>
          </a:r>
        </a:p>
      </dsp:txBody>
      <dsp:txXfrm>
        <a:off x="9994774" y="1570089"/>
        <a:ext cx="1891540" cy="1155256"/>
      </dsp:txXfrm>
    </dsp:sp>
    <dsp:sp modelId="{C105D1A1-BFE6-4EA4-AA0C-3F37135E55EA}">
      <dsp:nvSpPr>
        <dsp:cNvPr id="0" name=""/>
        <dsp:cNvSpPr/>
      </dsp:nvSpPr>
      <dsp:spPr>
        <a:xfrm>
          <a:off x="9713403" y="1227362"/>
          <a:ext cx="245428" cy="2454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4281"/>
              </a:lnTo>
              <a:lnTo>
                <a:pt x="245428" y="2454281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D232D8-5676-4004-AD16-05DB14DE102C}">
      <dsp:nvSpPr>
        <dsp:cNvPr id="0" name=""/>
        <dsp:cNvSpPr/>
      </dsp:nvSpPr>
      <dsp:spPr>
        <a:xfrm>
          <a:off x="9958832" y="3068072"/>
          <a:ext cx="1963424" cy="1227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entury Gothic" panose="020B0502020202020204"/>
            </a:rPr>
            <a:t>A score of 100 is a perfect match</a:t>
          </a:r>
        </a:p>
      </dsp:txBody>
      <dsp:txXfrm>
        <a:off x="9994774" y="3104014"/>
        <a:ext cx="1891540" cy="1155256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 dirty="0">
              <a:latin typeface="Century Gothic" panose="020B0502020202020204"/>
            </a:rPr>
            <a:t>Non-match </a:t>
          </a:r>
          <a:endParaRPr lang="en-US" sz="3300" kern="1200" dirty="0">
            <a:latin typeface="Century Gothic" panose="020B0502020202020204"/>
          </a:endParaRPr>
        </a:p>
      </dsp:txBody>
      <dsp:txXfrm>
        <a:off x="3007" y="400114"/>
        <a:ext cx="2932733" cy="1173093"/>
      </dsp:txXfrm>
    </dsp:sp>
    <dsp:sp modelId="{9C8415EA-9F97-423D-85D6-1361494AF506}">
      <dsp:nvSpPr>
        <dsp:cNvPr id="0" name=""/>
        <dsp:cNvSpPr/>
      </dsp:nvSpPr>
      <dsp:spPr>
        <a:xfrm>
          <a:off x="3007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 dirty="0">
              <a:latin typeface="Century Gothic"/>
            </a:rPr>
            <a:t>[ 0, 70)</a:t>
          </a:r>
          <a:endParaRPr lang="en-US" sz="3300" kern="1200" dirty="0">
            <a:latin typeface="Century Gothic"/>
          </a:endParaRPr>
        </a:p>
      </dsp:txBody>
      <dsp:txXfrm>
        <a:off x="3007" y="1573208"/>
        <a:ext cx="2932733" cy="1449360"/>
      </dsp:txXfrm>
    </dsp:sp>
    <dsp:sp modelId="{5B6DAA36-6AD9-4290-97AA-8B4D841F7619}">
      <dsp:nvSpPr>
        <dsp:cNvPr id="0" name=""/>
        <dsp:cNvSpPr/>
      </dsp:nvSpPr>
      <dsp:spPr>
        <a:xfrm>
          <a:off x="3346324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 dirty="0">
              <a:latin typeface="Century Gothic"/>
            </a:rPr>
            <a:t>Potential Match</a:t>
          </a:r>
          <a:endParaRPr lang="en-US" sz="3300" kern="1200" dirty="0">
            <a:latin typeface="Century Gothic"/>
          </a:endParaRPr>
        </a:p>
      </dsp:txBody>
      <dsp:txXfrm>
        <a:off x="3346324" y="400114"/>
        <a:ext cx="2932733" cy="1173093"/>
      </dsp:txXfrm>
    </dsp:sp>
    <dsp:sp modelId="{D49AED09-BD53-4876-9BBC-040D753C6882}">
      <dsp:nvSpPr>
        <dsp:cNvPr id="0" name=""/>
        <dsp:cNvSpPr/>
      </dsp:nvSpPr>
      <dsp:spPr>
        <a:xfrm>
          <a:off x="3346324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 dirty="0">
              <a:latin typeface="Century Gothic"/>
            </a:rPr>
            <a:t>[70, 90)</a:t>
          </a:r>
          <a:endParaRPr lang="en-US" sz="3300" kern="1200" dirty="0">
            <a:latin typeface="Century Gothic"/>
          </a:endParaRPr>
        </a:p>
      </dsp:txBody>
      <dsp:txXfrm>
        <a:off x="3346324" y="1573208"/>
        <a:ext cx="2932733" cy="1449360"/>
      </dsp:txXfrm>
    </dsp:sp>
    <dsp:sp modelId="{7AC0FAFC-06CC-4EA6-BFFE-D92CC0A8CE68}">
      <dsp:nvSpPr>
        <dsp:cNvPr id="0" name=""/>
        <dsp:cNvSpPr/>
      </dsp:nvSpPr>
      <dsp:spPr>
        <a:xfrm>
          <a:off x="6689641" y="400114"/>
          <a:ext cx="2932733" cy="1173093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4696" tIns="134112" rIns="234696" bIns="134112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i="0" kern="1200" dirty="0">
              <a:latin typeface="Century Gothic"/>
            </a:rPr>
            <a:t>Match</a:t>
          </a:r>
          <a:endParaRPr lang="en-US" sz="3300" kern="1200" dirty="0">
            <a:latin typeface="Century Gothic"/>
          </a:endParaRPr>
        </a:p>
      </dsp:txBody>
      <dsp:txXfrm>
        <a:off x="6689641" y="400114"/>
        <a:ext cx="2932733" cy="1173093"/>
      </dsp:txXfrm>
    </dsp:sp>
    <dsp:sp modelId="{0F324DFC-98A1-4870-B3E1-F4078E06D589}">
      <dsp:nvSpPr>
        <dsp:cNvPr id="0" name=""/>
        <dsp:cNvSpPr/>
      </dsp:nvSpPr>
      <dsp:spPr>
        <a:xfrm>
          <a:off x="6689641" y="1573208"/>
          <a:ext cx="2932733" cy="14493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022" tIns="176022" rIns="234696" bIns="264033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b="0" i="0" kern="1200" dirty="0">
              <a:latin typeface="Century Gothic"/>
            </a:rPr>
            <a:t>[ 90, 100]</a:t>
          </a:r>
          <a:endParaRPr lang="en-US" sz="3300" kern="1200" dirty="0">
            <a:latin typeface="Century Gothic"/>
          </a:endParaRPr>
        </a:p>
      </dsp:txBody>
      <dsp:txXfrm>
        <a:off x="6689641" y="1573208"/>
        <a:ext cx="2932733" cy="144936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how known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CSV Parsing</a:t>
          </a:r>
          <a:endParaRPr lang="en-US" sz="2300" kern="1200" dirty="0">
            <a:solidFill>
              <a:srgbClr val="010000"/>
            </a:solidFill>
            <a:latin typeface="Corbel"/>
          </a:endParaRPr>
        </a:p>
      </dsp:txBody>
      <dsp:txXfrm>
        <a:off x="3280" y="7245"/>
        <a:ext cx="3198279" cy="662400"/>
      </dsp:txXfrm>
    </dsp:sp>
    <dsp:sp modelId="{AD423238-9BB4-400E-8A17-60392CB4CA8A}">
      <dsp:nvSpPr>
        <dsp:cNvPr id="0" name=""/>
        <dsp:cNvSpPr/>
      </dsp:nvSpPr>
      <dsp:spPr>
        <a:xfrm>
          <a:off x="3280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Commons-CSV Library</a:t>
          </a:r>
        </a:p>
      </dsp:txBody>
      <dsp:txXfrm>
        <a:off x="3280" y="669646"/>
        <a:ext cx="3198279" cy="1010160"/>
      </dsp:txXfrm>
    </dsp:sp>
    <dsp:sp modelId="{C69EBD1D-33B8-41A3-9F1A-B18E772B4FED}">
      <dsp:nvSpPr>
        <dsp:cNvPr id="0" name=""/>
        <dsp:cNvSpPr/>
      </dsp:nvSpPr>
      <dsp:spPr>
        <a:xfrm>
          <a:off x="3649318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Phonetic Encoding</a:t>
          </a:r>
        </a:p>
      </dsp:txBody>
      <dsp:txXfrm>
        <a:off x="3649318" y="7245"/>
        <a:ext cx="3198279" cy="662400"/>
      </dsp:txXfrm>
    </dsp:sp>
    <dsp:sp modelId="{5ADA738D-7366-4CF7-9EEF-48BD3EE37EB5}">
      <dsp:nvSpPr>
        <dsp:cNvPr id="0" name=""/>
        <dsp:cNvSpPr/>
      </dsp:nvSpPr>
      <dsp:spPr>
        <a:xfrm>
          <a:off x="3649318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</dsp:txBody>
      <dsp:txXfrm>
        <a:off x="3649318" y="669646"/>
        <a:ext cx="3198279" cy="1010160"/>
      </dsp:txXfrm>
    </dsp:sp>
    <dsp:sp modelId="{57BCF1C9-8773-4798-B4A7-D1ED852BB8F5}">
      <dsp:nvSpPr>
        <dsp:cNvPr id="0" name=""/>
        <dsp:cNvSpPr/>
      </dsp:nvSpPr>
      <dsp:spPr>
        <a:xfrm>
          <a:off x="7295357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Json Parsing</a:t>
          </a:r>
        </a:p>
      </dsp:txBody>
      <dsp:txXfrm>
        <a:off x="7295357" y="7245"/>
        <a:ext cx="3198279" cy="662400"/>
      </dsp:txXfrm>
    </dsp:sp>
    <dsp:sp modelId="{52982DCB-31B4-4B9A-9096-43BE6F508B52}">
      <dsp:nvSpPr>
        <dsp:cNvPr id="0" name=""/>
        <dsp:cNvSpPr/>
      </dsp:nvSpPr>
      <dsp:spPr>
        <a:xfrm>
          <a:off x="7295357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 err="1"/>
            <a:t>Org.json's</a:t>
          </a:r>
          <a:r>
            <a:rPr lang="en-US" sz="2300" kern="1200" dirty="0"/>
            <a:t> JSON library</a:t>
          </a:r>
        </a:p>
      </dsp:txBody>
      <dsp:txXfrm>
        <a:off x="7295357" y="669646"/>
        <a:ext cx="3198279" cy="101016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latin typeface="Corbel"/>
            </a:rPr>
            <a:t>Unit Testing</a:t>
          </a:r>
        </a:p>
      </dsp:txBody>
      <dsp:txXfrm>
        <a:off x="38" y="1613733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>
              <a:latin typeface="Corbel"/>
            </a:rPr>
            <a:t>Junit's JUnit Library</a:t>
          </a:r>
        </a:p>
      </dsp:txBody>
      <dsp:txXfrm>
        <a:off x="38" y="2218533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>
              <a:latin typeface="Corbel"/>
            </a:rPr>
            <a:t>Levenshtein</a:t>
          </a:r>
          <a:r>
            <a:rPr lang="en-US" sz="2100" kern="1200" dirty="0">
              <a:latin typeface="Corbel"/>
            </a:rPr>
            <a:t> Distance Ratio</a:t>
          </a:r>
        </a:p>
      </dsp:txBody>
      <dsp:txXfrm>
        <a:off x="4181483" y="1613733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 err="1">
              <a:latin typeface="Corbel"/>
            </a:rPr>
            <a:t>Xdrop's</a:t>
          </a:r>
          <a:r>
            <a:rPr lang="en-US" sz="2100" kern="1200" dirty="0">
              <a:latin typeface="Corbel"/>
            </a:rPr>
            <a:t> </a:t>
          </a:r>
          <a:r>
            <a:rPr lang="en-US" sz="2100" kern="1200" dirty="0" err="1">
              <a:latin typeface="Corbel"/>
            </a:rPr>
            <a:t>FuzzyWuzzy</a:t>
          </a:r>
          <a:r>
            <a:rPr lang="en-US" sz="2100" kern="1200" dirty="0">
              <a:latin typeface="Corbel"/>
            </a:rPr>
            <a:t> Library</a:t>
          </a:r>
        </a:p>
      </dsp:txBody>
      <dsp:txXfrm>
        <a:off x="4181483" y="2218533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Simplicity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2/9/2019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 dirty="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 dirty="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171485869"/>
              </p:ext>
            </p:extLst>
          </p:nvPr>
        </p:nvGraphicFramePr>
        <p:xfrm>
          <a:off x="-984980" y="1949057"/>
          <a:ext cx="14160375" cy="47643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Client info</a:t>
            </a:r>
          </a:p>
        </p:txBody>
      </p:sp>
      <p:pic>
        <p:nvPicPr>
          <p:cNvPr id="7" name="Picture 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4079" y="2188807"/>
            <a:ext cx="7021878" cy="129075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67639" y="3876640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 algn="ctr">
              <a:buFont typeface="Arial" pitchFamily="2" charset="2"/>
              <a:buChar char="•"/>
            </a:pPr>
            <a:r>
              <a:rPr lang="en-US" sz="3000" dirty="0"/>
              <a:t>Local company based in Kalamazoo, MI</a:t>
            </a:r>
            <a:endParaRPr lang="en-US" dirty="0"/>
          </a:p>
          <a:p>
            <a:pPr algn="ctr">
              <a:buFont typeface="Arial" pitchFamily="2" charset="2"/>
              <a:buChar char="•"/>
            </a:pPr>
            <a:r>
              <a:rPr lang="en-US" sz="3000" dirty="0"/>
              <a:t> Master data management platform</a:t>
            </a:r>
          </a:p>
          <a:p>
            <a:pPr marL="285750" indent="-285750" algn="ctr">
              <a:buFont typeface="Arial" pitchFamily="2" charset="2"/>
              <a:buChar char="•"/>
            </a:pPr>
            <a:r>
              <a:rPr lang="en-US" sz="30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https://www.salespage.com/</a:t>
            </a:r>
            <a:endParaRPr lang="en-US" sz="30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79255235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 dirty="0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dirty="0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dirty="0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15460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dirty="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dirty="0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dirty="0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dirty="0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>
                <a:solidFill>
                  <a:schemeClr val="tx2"/>
                </a:solidFill>
              </a:rPr>
              <a:t>Objective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a master dataset and matching datasets, </a:t>
            </a:r>
            <a:r>
              <a:rPr lang="en-US" sz="3000" dirty="0">
                <a:solidFill>
                  <a:schemeClr val="tx2"/>
                </a:solidFill>
              </a:rPr>
              <a:t>generate</a:t>
            </a:r>
            <a:r>
              <a:rPr lang="en-US" sz="2800" dirty="0">
                <a:solidFill>
                  <a:schemeClr val="tx2"/>
                </a:solidFill>
              </a:rPr>
              <a:t> functionality to evaluate various datapoints and return a level of confidence of a match to the master dataset.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14942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/>
              <a:t>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90402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 dirty="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8637514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dirty="0" err="1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 Indexing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6655426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5134928"/>
              </p:ext>
            </p:extLst>
          </p:nvPr>
        </p:nvGraphicFramePr>
        <p:xfrm>
          <a:off x="3050540" y="1580198"/>
          <a:ext cx="6817995" cy="51958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dirty="0"/>
            </a:br>
            <a:r>
              <a:rPr lang="en-US" sz="2000" dirty="0"/>
              <a:t>                  Record pair comparison</a:t>
            </a:r>
            <a:endParaRPr lang="en-US" dirty="0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4657236"/>
              </p:ext>
            </p:extLst>
          </p:nvPr>
        </p:nvGraphicFramePr>
        <p:xfrm>
          <a:off x="-1668828" y="2173749"/>
          <a:ext cx="15254530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 dirty="0"/>
              <a:t>Implementation</a:t>
            </a:r>
            <a:br>
              <a:rPr lang="en-US" sz="2000" dirty="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4740780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dirty="0"/>
            </a:br>
            <a:r>
              <a:rPr lang="en-US" sz="2000" dirty="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72471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9552702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31062843"/>
              </p:ext>
            </p:extLst>
          </p:nvPr>
        </p:nvGraphicFramePr>
        <p:xfrm>
          <a:off x="2029799" y="665380"/>
          <a:ext cx="7849457" cy="4754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 dirty="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sz="4800" dirty="0"/>
              <a:t>Testing</a:t>
            </a:r>
          </a:p>
        </p:txBody>
      </p:sp>
      <p:pic>
        <p:nvPicPr>
          <p:cNvPr id="5" name="Content Placeholder 4" descr="A screenshot of text&#10;&#10;Description automatically generated">
            <a:extLst>
              <a:ext uri="{FF2B5EF4-FFF2-40B4-BE49-F238E27FC236}">
                <a16:creationId xmlns:a16="http://schemas.microsoft.com/office/drawing/2014/main" id="{6A2866DB-F514-0045-A46B-B839FD856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114" y="138223"/>
            <a:ext cx="6251774" cy="6434488"/>
          </a:xfrm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69" y="1665500"/>
            <a:ext cx="3508822" cy="490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4085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450314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6E413-37EA-A84F-AC2C-9ADA22FE1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 believe we conclude a decent and complex version 1 of the project but we are looking to meet with the client to make some modifications if necessary.</a:t>
            </a:r>
          </a:p>
          <a:p>
            <a:r>
              <a:rPr lang="en-US" dirty="0"/>
              <a:t>We also will work in another version to compare other complex models to test performance and behavior.</a:t>
            </a:r>
          </a:p>
          <a:p>
            <a:r>
              <a:rPr lang="en-US" dirty="0"/>
              <a:t>We learn a about the different string similarity algorithms used in the industry.</a:t>
            </a:r>
          </a:p>
        </p:txBody>
      </p:sp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37</TotalTime>
  <Words>469</Words>
  <Application>Microsoft Office PowerPoint</Application>
  <PresentationFormat>Widescreen</PresentationFormat>
  <Paragraphs>122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Banded</vt:lpstr>
      <vt:lpstr>Fuzzy Record Linkage</vt:lpstr>
      <vt:lpstr>Introduction</vt:lpstr>
      <vt:lpstr>Client info</vt:lpstr>
      <vt:lpstr>The problem</vt:lpstr>
      <vt:lpstr>Objective</vt:lpstr>
      <vt:lpstr>Requirements</vt:lpstr>
      <vt:lpstr>Design Decisions</vt:lpstr>
      <vt:lpstr>What is Maven?</vt:lpstr>
      <vt:lpstr>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Axel Solano Illesca</cp:lastModifiedBy>
  <cp:revision>1950</cp:revision>
  <dcterms:created xsi:type="dcterms:W3CDTF">2013-07-15T20:26:40Z</dcterms:created>
  <dcterms:modified xsi:type="dcterms:W3CDTF">2019-02-10T00:42:34Z</dcterms:modified>
</cp:coreProperties>
</file>