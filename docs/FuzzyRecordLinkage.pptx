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2" r:id="rId1"/>
  </p:sldMasterIdLst>
  <p:notesMasterIdLst>
    <p:notesMasterId r:id="rId25"/>
  </p:notesMasterIdLst>
  <p:sldIdLst>
    <p:sldId id="256" r:id="rId2"/>
    <p:sldId id="257" r:id="rId3"/>
    <p:sldId id="278" r:id="rId4"/>
    <p:sldId id="281" r:id="rId5"/>
    <p:sldId id="258" r:id="rId6"/>
    <p:sldId id="259" r:id="rId7"/>
    <p:sldId id="260" r:id="rId8"/>
    <p:sldId id="277" r:id="rId9"/>
    <p:sldId id="262" r:id="rId10"/>
    <p:sldId id="263" r:id="rId11"/>
    <p:sldId id="264" r:id="rId12"/>
    <p:sldId id="268" r:id="rId13"/>
    <p:sldId id="269" r:id="rId14"/>
    <p:sldId id="266" r:id="rId15"/>
    <p:sldId id="270" r:id="rId16"/>
    <p:sldId id="271" r:id="rId17"/>
    <p:sldId id="282" r:id="rId18"/>
    <p:sldId id="272" r:id="rId19"/>
    <p:sldId id="276" r:id="rId20"/>
    <p:sldId id="273" r:id="rId21"/>
    <p:sldId id="274" r:id="rId22"/>
    <p:sldId id="280" r:id="rId23"/>
    <p:sldId id="275" r:id="rId24"/>
  </p:sldIdLst>
  <p:sldSz cx="12192000" cy="6858000"/>
  <p:notesSz cx="6858000" cy="23717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2216CD2-0B5D-477C-30C3-874F10A1EC4F}" v="1" dt="2019-02-11T02:11:54.5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4FB87C3-FCC9-46D8-8275-62A0B38C812D}" type="doc">
      <dgm:prSet loTypeId="urn:microsoft.com/office/officeart/2005/8/layout/vList5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10F1D7F-1D49-4066-B0E4-252021FCA9F6}">
      <dgm:prSet/>
      <dgm:spPr/>
      <dgm:t>
        <a:bodyPr/>
        <a:lstStyle/>
        <a:p>
          <a:r>
            <a:rPr lang="en-US"/>
            <a:t>Objective</a:t>
          </a:r>
        </a:p>
      </dgm:t>
    </dgm:pt>
    <dgm:pt modelId="{A38DAFCA-121C-493D-86CA-6013D34F4A6D}" type="parTrans" cxnId="{74B075FA-A62A-488B-BD10-A6815CB257D4}">
      <dgm:prSet/>
      <dgm:spPr/>
      <dgm:t>
        <a:bodyPr/>
        <a:lstStyle/>
        <a:p>
          <a:endParaRPr lang="en-US"/>
        </a:p>
      </dgm:t>
    </dgm:pt>
    <dgm:pt modelId="{DFDDE746-FC5E-4BF4-9DCB-F7ACCB1A9399}" type="sibTrans" cxnId="{74B075FA-A62A-488B-BD10-A6815CB257D4}">
      <dgm:prSet/>
      <dgm:spPr/>
      <dgm:t>
        <a:bodyPr/>
        <a:lstStyle/>
        <a:p>
          <a:endParaRPr lang="en-US"/>
        </a:p>
      </dgm:t>
    </dgm:pt>
    <dgm:pt modelId="{68EB87DB-0581-4640-9ADB-562EA677AF1B}">
      <dgm:prSet/>
      <dgm:spPr/>
      <dgm:t>
        <a:bodyPr/>
        <a:lstStyle/>
        <a:p>
          <a:r>
            <a:rPr lang="en-US"/>
            <a:t>Requirements</a:t>
          </a:r>
        </a:p>
      </dgm:t>
    </dgm:pt>
    <dgm:pt modelId="{B9E493AD-D727-4CC2-8143-AC96A6539E18}" type="parTrans" cxnId="{56DF10C2-04A4-4935-BB08-44EBD597AF70}">
      <dgm:prSet/>
      <dgm:spPr/>
      <dgm:t>
        <a:bodyPr/>
        <a:lstStyle/>
        <a:p>
          <a:endParaRPr lang="en-US"/>
        </a:p>
      </dgm:t>
    </dgm:pt>
    <dgm:pt modelId="{41DCBC56-0FEF-4008-B83C-9C070D8BD2D1}" type="sibTrans" cxnId="{56DF10C2-04A4-4935-BB08-44EBD597AF70}">
      <dgm:prSet/>
      <dgm:spPr/>
      <dgm:t>
        <a:bodyPr/>
        <a:lstStyle/>
        <a:p>
          <a:endParaRPr lang="en-US"/>
        </a:p>
      </dgm:t>
    </dgm:pt>
    <dgm:pt modelId="{5260635D-9975-408F-AB5B-D0D381D7298C}">
      <dgm:prSet/>
      <dgm:spPr/>
      <dgm:t>
        <a:bodyPr/>
        <a:lstStyle/>
        <a:p>
          <a:r>
            <a:rPr lang="en-US"/>
            <a:t>Design Decisions</a:t>
          </a:r>
        </a:p>
      </dgm:t>
    </dgm:pt>
    <dgm:pt modelId="{BEE9DE2A-FD41-43E2-B215-438512AE3407}" type="parTrans" cxnId="{B038AAF7-8EF1-4C3D-94D9-D885E9BB26DA}">
      <dgm:prSet/>
      <dgm:spPr/>
      <dgm:t>
        <a:bodyPr/>
        <a:lstStyle/>
        <a:p>
          <a:endParaRPr lang="en-US"/>
        </a:p>
      </dgm:t>
    </dgm:pt>
    <dgm:pt modelId="{3E005A74-2A07-436B-AEB0-AF32FDA4D238}" type="sibTrans" cxnId="{B038AAF7-8EF1-4C3D-94D9-D885E9BB26DA}">
      <dgm:prSet/>
      <dgm:spPr/>
      <dgm:t>
        <a:bodyPr/>
        <a:lstStyle/>
        <a:p>
          <a:endParaRPr lang="en-US"/>
        </a:p>
      </dgm:t>
    </dgm:pt>
    <dgm:pt modelId="{AF7FACE5-68CF-4FE4-8DF4-E6F7BAC961AA}">
      <dgm:prSet/>
      <dgm:spPr/>
      <dgm:t>
        <a:bodyPr/>
        <a:lstStyle/>
        <a:p>
          <a:r>
            <a:rPr lang="en-US"/>
            <a:t>Design</a:t>
          </a:r>
        </a:p>
      </dgm:t>
    </dgm:pt>
    <dgm:pt modelId="{E5D9E631-9CF3-493E-AA21-17856051287C}" type="parTrans" cxnId="{2DBEFAE0-A30A-4DD7-9E27-DD151F95C50C}">
      <dgm:prSet/>
      <dgm:spPr/>
      <dgm:t>
        <a:bodyPr/>
        <a:lstStyle/>
        <a:p>
          <a:endParaRPr lang="en-US"/>
        </a:p>
      </dgm:t>
    </dgm:pt>
    <dgm:pt modelId="{3D9F8171-423A-4C13-B3E4-C4AFBAA55974}" type="sibTrans" cxnId="{2DBEFAE0-A30A-4DD7-9E27-DD151F95C50C}">
      <dgm:prSet/>
      <dgm:spPr/>
      <dgm:t>
        <a:bodyPr/>
        <a:lstStyle/>
        <a:p>
          <a:endParaRPr lang="en-US"/>
        </a:p>
      </dgm:t>
    </dgm:pt>
    <dgm:pt modelId="{AA3D64A1-5984-4150-B0E2-C7D4729E9C34}">
      <dgm:prSet/>
      <dgm:spPr/>
      <dgm:t>
        <a:bodyPr/>
        <a:lstStyle/>
        <a:p>
          <a:r>
            <a:rPr lang="en-US"/>
            <a:t>Implementation</a:t>
          </a:r>
        </a:p>
      </dgm:t>
    </dgm:pt>
    <dgm:pt modelId="{A8801D20-7991-464C-B1B5-8A8F0FB26E2E}" type="parTrans" cxnId="{7ACFF67F-D3A4-4060-B947-E6851538528E}">
      <dgm:prSet/>
      <dgm:spPr/>
      <dgm:t>
        <a:bodyPr/>
        <a:lstStyle/>
        <a:p>
          <a:endParaRPr lang="en-US"/>
        </a:p>
      </dgm:t>
    </dgm:pt>
    <dgm:pt modelId="{8B4AAB5F-F23A-4E49-8E27-64F73672C4BE}" type="sibTrans" cxnId="{7ACFF67F-D3A4-4060-B947-E6851538528E}">
      <dgm:prSet/>
      <dgm:spPr/>
      <dgm:t>
        <a:bodyPr/>
        <a:lstStyle/>
        <a:p>
          <a:endParaRPr lang="en-US"/>
        </a:p>
      </dgm:t>
    </dgm:pt>
    <dgm:pt modelId="{D26A42DB-657A-427C-BD7E-4C842922F6EE}">
      <dgm:prSet/>
      <dgm:spPr/>
      <dgm:t>
        <a:bodyPr/>
        <a:lstStyle/>
        <a:p>
          <a:r>
            <a:rPr lang="en-US"/>
            <a:t>Demo</a:t>
          </a:r>
        </a:p>
      </dgm:t>
    </dgm:pt>
    <dgm:pt modelId="{9DD14044-67E1-4828-8063-12842CF77B22}" type="parTrans" cxnId="{7D5C36F2-7A86-4DBD-8587-B2AEE7659A18}">
      <dgm:prSet/>
      <dgm:spPr/>
      <dgm:t>
        <a:bodyPr/>
        <a:lstStyle/>
        <a:p>
          <a:endParaRPr lang="en-US"/>
        </a:p>
      </dgm:t>
    </dgm:pt>
    <dgm:pt modelId="{91E4F36B-3DEC-4777-9FA9-DA73E7951DDC}" type="sibTrans" cxnId="{7D5C36F2-7A86-4DBD-8587-B2AEE7659A18}">
      <dgm:prSet/>
      <dgm:spPr/>
      <dgm:t>
        <a:bodyPr/>
        <a:lstStyle/>
        <a:p>
          <a:endParaRPr lang="en-US"/>
        </a:p>
      </dgm:t>
    </dgm:pt>
    <dgm:pt modelId="{84F6B20A-49A4-4704-AB4E-7D86696A7A35}">
      <dgm:prSet/>
      <dgm:spPr/>
      <dgm:t>
        <a:bodyPr/>
        <a:lstStyle/>
        <a:p>
          <a:r>
            <a:rPr lang="en-US"/>
            <a:t>Testing</a:t>
          </a:r>
        </a:p>
      </dgm:t>
    </dgm:pt>
    <dgm:pt modelId="{FDA44E1B-5F78-4948-ACC3-3D246362422C}" type="parTrans" cxnId="{0BAA96D4-7D28-4359-B70B-D19BDF874322}">
      <dgm:prSet/>
      <dgm:spPr/>
      <dgm:t>
        <a:bodyPr/>
        <a:lstStyle/>
        <a:p>
          <a:endParaRPr lang="en-US"/>
        </a:p>
      </dgm:t>
    </dgm:pt>
    <dgm:pt modelId="{2B59BDDE-5441-467A-B7C4-2EC5ED17C959}" type="sibTrans" cxnId="{0BAA96D4-7D28-4359-B70B-D19BDF874322}">
      <dgm:prSet/>
      <dgm:spPr/>
      <dgm:t>
        <a:bodyPr/>
        <a:lstStyle/>
        <a:p>
          <a:endParaRPr lang="en-US"/>
        </a:p>
      </dgm:t>
    </dgm:pt>
    <dgm:pt modelId="{40DB2B9C-1F19-441D-9344-82B86306084E}">
      <dgm:prSet/>
      <dgm:spPr/>
      <dgm:t>
        <a:bodyPr/>
        <a:lstStyle/>
        <a:p>
          <a:r>
            <a:rPr lang="en-US"/>
            <a:t>Maintainability</a:t>
          </a:r>
        </a:p>
      </dgm:t>
    </dgm:pt>
    <dgm:pt modelId="{C7AC878B-CD17-448F-89B2-CE269A4DC9B7}" type="parTrans" cxnId="{F4970BFF-2591-4EFC-B0B1-181FE5CD5793}">
      <dgm:prSet/>
      <dgm:spPr/>
      <dgm:t>
        <a:bodyPr/>
        <a:lstStyle/>
        <a:p>
          <a:endParaRPr lang="en-US"/>
        </a:p>
      </dgm:t>
    </dgm:pt>
    <dgm:pt modelId="{0E9130F9-B3D7-4EEB-A383-9206D26FD21C}" type="sibTrans" cxnId="{F4970BFF-2591-4EFC-B0B1-181FE5CD5793}">
      <dgm:prSet/>
      <dgm:spPr/>
      <dgm:t>
        <a:bodyPr/>
        <a:lstStyle/>
        <a:p>
          <a:endParaRPr lang="en-US"/>
        </a:p>
      </dgm:t>
    </dgm:pt>
    <dgm:pt modelId="{137C00AF-E6EB-4901-9912-841632B7FB80}">
      <dgm:prSet/>
      <dgm:spPr/>
      <dgm:t>
        <a:bodyPr/>
        <a:lstStyle/>
        <a:p>
          <a:r>
            <a:rPr lang="en-US"/>
            <a:t>Conclusion</a:t>
          </a:r>
        </a:p>
      </dgm:t>
    </dgm:pt>
    <dgm:pt modelId="{E1393884-C83C-4452-AB0B-DCE03292BC2D}" type="parTrans" cxnId="{2F567151-8DD8-4D39-9F13-D0CBB08EA15E}">
      <dgm:prSet/>
      <dgm:spPr/>
      <dgm:t>
        <a:bodyPr/>
        <a:lstStyle/>
        <a:p>
          <a:endParaRPr lang="en-US"/>
        </a:p>
      </dgm:t>
    </dgm:pt>
    <dgm:pt modelId="{8CB68216-67C1-45E1-A862-DBB3FF873EEA}" type="sibTrans" cxnId="{2F567151-8DD8-4D39-9F13-D0CBB08EA15E}">
      <dgm:prSet/>
      <dgm:spPr/>
      <dgm:t>
        <a:bodyPr/>
        <a:lstStyle/>
        <a:p>
          <a:endParaRPr lang="en-US"/>
        </a:p>
      </dgm:t>
    </dgm:pt>
    <dgm:pt modelId="{2CC6C2C5-D55C-4EEF-8D26-B4133761C3CE}">
      <dgm:prSet/>
      <dgm:spPr/>
      <dgm:t>
        <a:bodyPr/>
        <a:lstStyle/>
        <a:p>
          <a:r>
            <a:rPr lang="en-US"/>
            <a:t>The Problem</a:t>
          </a:r>
        </a:p>
      </dgm:t>
    </dgm:pt>
    <dgm:pt modelId="{DF01D3C5-54B8-4540-B3E5-D809033B3BB9}" type="parTrans" cxnId="{8B83A21A-6C64-4F95-9DB0-999A9A9986C5}">
      <dgm:prSet/>
      <dgm:spPr/>
    </dgm:pt>
    <dgm:pt modelId="{91B78EC8-447F-4C16-9AED-232EAF1AE76A}" type="sibTrans" cxnId="{8B83A21A-6C64-4F95-9DB0-999A9A9986C5}">
      <dgm:prSet/>
      <dgm:spPr/>
      <dgm:t>
        <a:bodyPr/>
        <a:lstStyle/>
        <a:p>
          <a:endParaRPr lang="en-US"/>
        </a:p>
      </dgm:t>
    </dgm:pt>
    <dgm:pt modelId="{D56B39B8-DE0D-4BE9-BED1-5379BDDE6463}">
      <dgm:prSet/>
      <dgm:spPr/>
      <dgm:t>
        <a:bodyPr/>
        <a:lstStyle/>
        <a:p>
          <a:r>
            <a:rPr lang="en-US"/>
            <a:t>Achieved Goals</a:t>
          </a:r>
        </a:p>
      </dgm:t>
    </dgm:pt>
    <dgm:pt modelId="{6F9BF4E9-3AEA-42A3-932A-43D910CE989D}" type="parTrans" cxnId="{B5412D67-DDE7-4B75-8F6D-2F4FDB9654A5}">
      <dgm:prSet/>
      <dgm:spPr/>
    </dgm:pt>
    <dgm:pt modelId="{FCB22A08-CACA-4AC8-9F7E-48C50CBB6C3A}" type="sibTrans" cxnId="{B5412D67-DDE7-4B75-8F6D-2F4FDB9654A5}">
      <dgm:prSet/>
      <dgm:spPr/>
      <dgm:t>
        <a:bodyPr/>
        <a:lstStyle/>
        <a:p>
          <a:endParaRPr lang="en-US"/>
        </a:p>
      </dgm:t>
    </dgm:pt>
    <dgm:pt modelId="{344A5502-55A6-4C83-8A8C-E66CF4DEB2FB}">
      <dgm:prSet/>
      <dgm:spPr/>
      <dgm:t>
        <a:bodyPr/>
        <a:lstStyle/>
        <a:p>
          <a:r>
            <a:rPr lang="en-US"/>
            <a:t>Dependencies</a:t>
          </a:r>
        </a:p>
      </dgm:t>
    </dgm:pt>
    <dgm:pt modelId="{D2408721-9B5B-4C7C-A49E-1991462F9D53}" type="parTrans" cxnId="{0F83389D-7870-4B15-B409-73AC08D80842}">
      <dgm:prSet/>
      <dgm:spPr/>
    </dgm:pt>
    <dgm:pt modelId="{19D54727-54EA-47EE-BA21-240A9AED2799}" type="sibTrans" cxnId="{0F83389D-7870-4B15-B409-73AC08D80842}">
      <dgm:prSet/>
      <dgm:spPr/>
    </dgm:pt>
    <dgm:pt modelId="{DDC7CEC3-F757-43A0-A2FA-ABA576BB655C}" type="pres">
      <dgm:prSet presAssocID="{14FB87C3-FCC9-46D8-8275-62A0B38C812D}" presName="Name0" presStyleCnt="0">
        <dgm:presLayoutVars>
          <dgm:dir/>
          <dgm:animLvl val="lvl"/>
          <dgm:resizeHandles val="exact"/>
        </dgm:presLayoutVars>
      </dgm:prSet>
      <dgm:spPr/>
    </dgm:pt>
    <dgm:pt modelId="{5C3D3754-B04A-4F7C-BE78-28E6689AEAB7}" type="pres">
      <dgm:prSet presAssocID="{310F1D7F-1D49-4066-B0E4-252021FCA9F6}" presName="linNode" presStyleCnt="0"/>
      <dgm:spPr/>
    </dgm:pt>
    <dgm:pt modelId="{8D870C57-7ADF-4ADA-A8C8-8067E4E1AA9C}" type="pres">
      <dgm:prSet presAssocID="{310F1D7F-1D49-4066-B0E4-252021FCA9F6}" presName="parentText" presStyleLbl="node1" presStyleIdx="0" presStyleCnt="12">
        <dgm:presLayoutVars>
          <dgm:chMax val="1"/>
          <dgm:bulletEnabled val="1"/>
        </dgm:presLayoutVars>
      </dgm:prSet>
      <dgm:spPr/>
    </dgm:pt>
    <dgm:pt modelId="{5AC9C6CD-DA56-4DF2-B23E-5ABE9380D47F}" type="pres">
      <dgm:prSet presAssocID="{DFDDE746-FC5E-4BF4-9DCB-F7ACCB1A9399}" presName="sp" presStyleCnt="0"/>
      <dgm:spPr/>
    </dgm:pt>
    <dgm:pt modelId="{E58F2B74-9B63-45C4-86A6-BF61144D30AE}" type="pres">
      <dgm:prSet presAssocID="{2CC6C2C5-D55C-4EEF-8D26-B4133761C3CE}" presName="linNode" presStyleCnt="0"/>
      <dgm:spPr/>
    </dgm:pt>
    <dgm:pt modelId="{633C4CDB-68EC-42E6-B16A-F56E8CD12621}" type="pres">
      <dgm:prSet presAssocID="{2CC6C2C5-D55C-4EEF-8D26-B4133761C3CE}" presName="parentText" presStyleLbl="node1" presStyleIdx="1" presStyleCnt="12">
        <dgm:presLayoutVars>
          <dgm:chMax val="1"/>
          <dgm:bulletEnabled val="1"/>
        </dgm:presLayoutVars>
      </dgm:prSet>
      <dgm:spPr/>
    </dgm:pt>
    <dgm:pt modelId="{D7720D65-7302-4C6B-A304-FDB3DA618C8C}" type="pres">
      <dgm:prSet presAssocID="{91B78EC8-447F-4C16-9AED-232EAF1AE76A}" presName="sp" presStyleCnt="0"/>
      <dgm:spPr/>
    </dgm:pt>
    <dgm:pt modelId="{D28886D8-08ED-439D-970B-3A7BD0531C69}" type="pres">
      <dgm:prSet presAssocID="{68EB87DB-0581-4640-9ADB-562EA677AF1B}" presName="linNode" presStyleCnt="0"/>
      <dgm:spPr/>
    </dgm:pt>
    <dgm:pt modelId="{6588EB65-C784-423D-AE18-E3CF6265C1D6}" type="pres">
      <dgm:prSet presAssocID="{68EB87DB-0581-4640-9ADB-562EA677AF1B}" presName="parentText" presStyleLbl="node1" presStyleIdx="2" presStyleCnt="12">
        <dgm:presLayoutVars>
          <dgm:chMax val="1"/>
          <dgm:bulletEnabled val="1"/>
        </dgm:presLayoutVars>
      </dgm:prSet>
      <dgm:spPr/>
    </dgm:pt>
    <dgm:pt modelId="{77CDB951-6A93-4226-AA54-1DD2858A277D}" type="pres">
      <dgm:prSet presAssocID="{41DCBC56-0FEF-4008-B83C-9C070D8BD2D1}" presName="sp" presStyleCnt="0"/>
      <dgm:spPr/>
    </dgm:pt>
    <dgm:pt modelId="{B4EDADA8-1BE8-47E0-9FA7-FDCA8750565E}" type="pres">
      <dgm:prSet presAssocID="{5260635D-9975-408F-AB5B-D0D381D7298C}" presName="linNode" presStyleCnt="0"/>
      <dgm:spPr/>
    </dgm:pt>
    <dgm:pt modelId="{70189A93-22F1-4B00-BD68-876AE5271AAE}" type="pres">
      <dgm:prSet presAssocID="{5260635D-9975-408F-AB5B-D0D381D7298C}" presName="parentText" presStyleLbl="node1" presStyleIdx="3" presStyleCnt="12">
        <dgm:presLayoutVars>
          <dgm:chMax val="1"/>
          <dgm:bulletEnabled val="1"/>
        </dgm:presLayoutVars>
      </dgm:prSet>
      <dgm:spPr/>
    </dgm:pt>
    <dgm:pt modelId="{9FB877A9-376E-4BFE-992E-F8C48C80FF90}" type="pres">
      <dgm:prSet presAssocID="{3E005A74-2A07-436B-AEB0-AF32FDA4D238}" presName="sp" presStyleCnt="0"/>
      <dgm:spPr/>
    </dgm:pt>
    <dgm:pt modelId="{E12BE114-965B-4CDD-BC0A-2B4EBE01BE39}" type="pres">
      <dgm:prSet presAssocID="{AF7FACE5-68CF-4FE4-8DF4-E6F7BAC961AA}" presName="linNode" presStyleCnt="0"/>
      <dgm:spPr/>
    </dgm:pt>
    <dgm:pt modelId="{EE701881-66BD-4374-B4D0-2A2095722C05}" type="pres">
      <dgm:prSet presAssocID="{AF7FACE5-68CF-4FE4-8DF4-E6F7BAC961AA}" presName="parentText" presStyleLbl="node1" presStyleIdx="4" presStyleCnt="12">
        <dgm:presLayoutVars>
          <dgm:chMax val="1"/>
          <dgm:bulletEnabled val="1"/>
        </dgm:presLayoutVars>
      </dgm:prSet>
      <dgm:spPr/>
    </dgm:pt>
    <dgm:pt modelId="{8FC4BF74-93AF-4654-874A-B3823F3F51A2}" type="pres">
      <dgm:prSet presAssocID="{3D9F8171-423A-4C13-B3E4-C4AFBAA55974}" presName="sp" presStyleCnt="0"/>
      <dgm:spPr/>
    </dgm:pt>
    <dgm:pt modelId="{80E31028-E93F-443C-A94B-88959D7298AC}" type="pres">
      <dgm:prSet presAssocID="{AA3D64A1-5984-4150-B0E2-C7D4729E9C34}" presName="linNode" presStyleCnt="0"/>
      <dgm:spPr/>
    </dgm:pt>
    <dgm:pt modelId="{356775C3-4D34-450A-8B44-7D86E93032A5}" type="pres">
      <dgm:prSet presAssocID="{AA3D64A1-5984-4150-B0E2-C7D4729E9C34}" presName="parentText" presStyleLbl="node1" presStyleIdx="5" presStyleCnt="12">
        <dgm:presLayoutVars>
          <dgm:chMax val="1"/>
          <dgm:bulletEnabled val="1"/>
        </dgm:presLayoutVars>
      </dgm:prSet>
      <dgm:spPr/>
    </dgm:pt>
    <dgm:pt modelId="{D717168E-8E7A-4D50-8FB1-4A5BA407F048}" type="pres">
      <dgm:prSet presAssocID="{8B4AAB5F-F23A-4E49-8E27-64F73672C4BE}" presName="sp" presStyleCnt="0"/>
      <dgm:spPr/>
    </dgm:pt>
    <dgm:pt modelId="{E5BCAF12-E5E4-4EE9-9B93-D547F33BC8DF}" type="pres">
      <dgm:prSet presAssocID="{344A5502-55A6-4C83-8A8C-E66CF4DEB2FB}" presName="linNode" presStyleCnt="0"/>
      <dgm:spPr/>
    </dgm:pt>
    <dgm:pt modelId="{D22C1773-3F60-41BD-805D-C07FE4D5F633}" type="pres">
      <dgm:prSet presAssocID="{344A5502-55A6-4C83-8A8C-E66CF4DEB2FB}" presName="parentText" presStyleLbl="node1" presStyleIdx="6" presStyleCnt="12">
        <dgm:presLayoutVars>
          <dgm:chMax val="1"/>
          <dgm:bulletEnabled val="1"/>
        </dgm:presLayoutVars>
      </dgm:prSet>
      <dgm:spPr/>
    </dgm:pt>
    <dgm:pt modelId="{84372467-60A0-41D6-9693-AD944C5D4F8D}" type="pres">
      <dgm:prSet presAssocID="{19D54727-54EA-47EE-BA21-240A9AED2799}" presName="sp" presStyleCnt="0"/>
      <dgm:spPr/>
    </dgm:pt>
    <dgm:pt modelId="{74EFAD13-5696-48C7-8D06-C5533E338C7B}" type="pres">
      <dgm:prSet presAssocID="{D26A42DB-657A-427C-BD7E-4C842922F6EE}" presName="linNode" presStyleCnt="0"/>
      <dgm:spPr/>
    </dgm:pt>
    <dgm:pt modelId="{18232ADC-C076-49B0-9CD3-41278FA6D915}" type="pres">
      <dgm:prSet presAssocID="{D26A42DB-657A-427C-BD7E-4C842922F6EE}" presName="parentText" presStyleLbl="node1" presStyleIdx="7" presStyleCnt="12">
        <dgm:presLayoutVars>
          <dgm:chMax val="1"/>
          <dgm:bulletEnabled val="1"/>
        </dgm:presLayoutVars>
      </dgm:prSet>
      <dgm:spPr/>
    </dgm:pt>
    <dgm:pt modelId="{4F205B34-A769-4680-B79C-89048C82A0FE}" type="pres">
      <dgm:prSet presAssocID="{91E4F36B-3DEC-4777-9FA9-DA73E7951DDC}" presName="sp" presStyleCnt="0"/>
      <dgm:spPr/>
    </dgm:pt>
    <dgm:pt modelId="{A58C365F-6F1C-40B9-A9AC-017AF2757662}" type="pres">
      <dgm:prSet presAssocID="{84F6B20A-49A4-4704-AB4E-7D86696A7A35}" presName="linNode" presStyleCnt="0"/>
      <dgm:spPr/>
    </dgm:pt>
    <dgm:pt modelId="{C2175BCC-CBB7-4BF3-9511-2D8C3F0FE10F}" type="pres">
      <dgm:prSet presAssocID="{84F6B20A-49A4-4704-AB4E-7D86696A7A35}" presName="parentText" presStyleLbl="node1" presStyleIdx="8" presStyleCnt="12">
        <dgm:presLayoutVars>
          <dgm:chMax val="1"/>
          <dgm:bulletEnabled val="1"/>
        </dgm:presLayoutVars>
      </dgm:prSet>
      <dgm:spPr/>
    </dgm:pt>
    <dgm:pt modelId="{DB426266-BD16-4B1B-BF71-39FE68C6BAF2}" type="pres">
      <dgm:prSet presAssocID="{2B59BDDE-5441-467A-B7C4-2EC5ED17C959}" presName="sp" presStyleCnt="0"/>
      <dgm:spPr/>
    </dgm:pt>
    <dgm:pt modelId="{7650C0B0-C3B5-4443-B862-7946EA378229}" type="pres">
      <dgm:prSet presAssocID="{40DB2B9C-1F19-441D-9344-82B86306084E}" presName="linNode" presStyleCnt="0"/>
      <dgm:spPr/>
    </dgm:pt>
    <dgm:pt modelId="{1A5ED826-5D00-4CB2-87B5-BEC5EC62E772}" type="pres">
      <dgm:prSet presAssocID="{40DB2B9C-1F19-441D-9344-82B86306084E}" presName="parentText" presStyleLbl="node1" presStyleIdx="9" presStyleCnt="12">
        <dgm:presLayoutVars>
          <dgm:chMax val="1"/>
          <dgm:bulletEnabled val="1"/>
        </dgm:presLayoutVars>
      </dgm:prSet>
      <dgm:spPr/>
    </dgm:pt>
    <dgm:pt modelId="{4193C724-FBA7-4C74-8517-B7D904342F1A}" type="pres">
      <dgm:prSet presAssocID="{0E9130F9-B3D7-4EEB-A383-9206D26FD21C}" presName="sp" presStyleCnt="0"/>
      <dgm:spPr/>
    </dgm:pt>
    <dgm:pt modelId="{E89E302D-2568-4969-8E92-2A5A4046888C}" type="pres">
      <dgm:prSet presAssocID="{D56B39B8-DE0D-4BE9-BED1-5379BDDE6463}" presName="linNode" presStyleCnt="0"/>
      <dgm:spPr/>
    </dgm:pt>
    <dgm:pt modelId="{9A56D476-57EC-4DAE-8286-533FD3497850}" type="pres">
      <dgm:prSet presAssocID="{D56B39B8-DE0D-4BE9-BED1-5379BDDE6463}" presName="parentText" presStyleLbl="node1" presStyleIdx="10" presStyleCnt="12">
        <dgm:presLayoutVars>
          <dgm:chMax val="1"/>
          <dgm:bulletEnabled val="1"/>
        </dgm:presLayoutVars>
      </dgm:prSet>
      <dgm:spPr/>
    </dgm:pt>
    <dgm:pt modelId="{7E62A088-6EB1-469C-B3B4-93F22EEC19F3}" type="pres">
      <dgm:prSet presAssocID="{FCB22A08-CACA-4AC8-9F7E-48C50CBB6C3A}" presName="sp" presStyleCnt="0"/>
      <dgm:spPr/>
    </dgm:pt>
    <dgm:pt modelId="{53CC562B-908F-40AB-AB1F-FE0C69491E4A}" type="pres">
      <dgm:prSet presAssocID="{137C00AF-E6EB-4901-9912-841632B7FB80}" presName="linNode" presStyleCnt="0"/>
      <dgm:spPr/>
    </dgm:pt>
    <dgm:pt modelId="{DD9B7236-1E08-409A-9F65-F940323D19C0}" type="pres">
      <dgm:prSet presAssocID="{137C00AF-E6EB-4901-9912-841632B7FB80}" presName="parentText" presStyleLbl="node1" presStyleIdx="11" presStyleCnt="12">
        <dgm:presLayoutVars>
          <dgm:chMax val="1"/>
          <dgm:bulletEnabled val="1"/>
        </dgm:presLayoutVars>
      </dgm:prSet>
      <dgm:spPr/>
    </dgm:pt>
  </dgm:ptLst>
  <dgm:cxnLst>
    <dgm:cxn modelId="{CA674716-CB77-43AD-9961-33F99C128B04}" type="presOf" srcId="{68EB87DB-0581-4640-9ADB-562EA677AF1B}" destId="{6588EB65-C784-423D-AE18-E3CF6265C1D6}" srcOrd="0" destOrd="0" presId="urn:microsoft.com/office/officeart/2005/8/layout/vList5"/>
    <dgm:cxn modelId="{8B83A21A-6C64-4F95-9DB0-999A9A9986C5}" srcId="{14FB87C3-FCC9-46D8-8275-62A0B38C812D}" destId="{2CC6C2C5-D55C-4EEF-8D26-B4133761C3CE}" srcOrd="1" destOrd="0" parTransId="{DF01D3C5-54B8-4540-B3E5-D809033B3BB9}" sibTransId="{91B78EC8-447F-4C16-9AED-232EAF1AE76A}"/>
    <dgm:cxn modelId="{0913CB21-1232-4D42-B149-F4EBFED6C27A}" type="presOf" srcId="{14FB87C3-FCC9-46D8-8275-62A0B38C812D}" destId="{DDC7CEC3-F757-43A0-A2FA-ABA576BB655C}" srcOrd="0" destOrd="0" presId="urn:microsoft.com/office/officeart/2005/8/layout/vList5"/>
    <dgm:cxn modelId="{1900DD31-7666-4C0B-9F72-942FC413D72F}" type="presOf" srcId="{AF7FACE5-68CF-4FE4-8DF4-E6F7BAC961AA}" destId="{EE701881-66BD-4374-B4D0-2A2095722C05}" srcOrd="0" destOrd="0" presId="urn:microsoft.com/office/officeart/2005/8/layout/vList5"/>
    <dgm:cxn modelId="{B5412D67-DDE7-4B75-8F6D-2F4FDB9654A5}" srcId="{14FB87C3-FCC9-46D8-8275-62A0B38C812D}" destId="{D56B39B8-DE0D-4BE9-BED1-5379BDDE6463}" srcOrd="10" destOrd="0" parTransId="{6F9BF4E9-3AEA-42A3-932A-43D910CE989D}" sibTransId="{FCB22A08-CACA-4AC8-9F7E-48C50CBB6C3A}"/>
    <dgm:cxn modelId="{0073C250-C1F0-4EEE-B9C1-5AD31FCCDA88}" type="presOf" srcId="{40DB2B9C-1F19-441D-9344-82B86306084E}" destId="{1A5ED826-5D00-4CB2-87B5-BEC5EC62E772}" srcOrd="0" destOrd="0" presId="urn:microsoft.com/office/officeart/2005/8/layout/vList5"/>
    <dgm:cxn modelId="{D287EC70-487E-4DA9-A6FD-F904B6DDE86B}" type="presOf" srcId="{2CC6C2C5-D55C-4EEF-8D26-B4133761C3CE}" destId="{633C4CDB-68EC-42E6-B16A-F56E8CD12621}" srcOrd="0" destOrd="0" presId="urn:microsoft.com/office/officeart/2005/8/layout/vList5"/>
    <dgm:cxn modelId="{2F567151-8DD8-4D39-9F13-D0CBB08EA15E}" srcId="{14FB87C3-FCC9-46D8-8275-62A0B38C812D}" destId="{137C00AF-E6EB-4901-9912-841632B7FB80}" srcOrd="11" destOrd="0" parTransId="{E1393884-C83C-4452-AB0B-DCE03292BC2D}" sibTransId="{8CB68216-67C1-45E1-A862-DBB3FF873EEA}"/>
    <dgm:cxn modelId="{7ACFF67F-D3A4-4060-B947-E6851538528E}" srcId="{14FB87C3-FCC9-46D8-8275-62A0B38C812D}" destId="{AA3D64A1-5984-4150-B0E2-C7D4729E9C34}" srcOrd="5" destOrd="0" parTransId="{A8801D20-7991-464C-B1B5-8A8F0FB26E2E}" sibTransId="{8B4AAB5F-F23A-4E49-8E27-64F73672C4BE}"/>
    <dgm:cxn modelId="{89335083-20B8-4122-955E-7B57119D3634}" type="presOf" srcId="{AA3D64A1-5984-4150-B0E2-C7D4729E9C34}" destId="{356775C3-4D34-450A-8B44-7D86E93032A5}" srcOrd="0" destOrd="0" presId="urn:microsoft.com/office/officeart/2005/8/layout/vList5"/>
    <dgm:cxn modelId="{1A9AD089-EAAE-4805-B682-3AD6DB9C7D59}" type="presOf" srcId="{137C00AF-E6EB-4901-9912-841632B7FB80}" destId="{DD9B7236-1E08-409A-9F65-F940323D19C0}" srcOrd="0" destOrd="0" presId="urn:microsoft.com/office/officeart/2005/8/layout/vList5"/>
    <dgm:cxn modelId="{8478FF94-29E0-413E-AC4D-68D43C1AAEDD}" type="presOf" srcId="{D26A42DB-657A-427C-BD7E-4C842922F6EE}" destId="{18232ADC-C076-49B0-9CD3-41278FA6D915}" srcOrd="0" destOrd="0" presId="urn:microsoft.com/office/officeart/2005/8/layout/vList5"/>
    <dgm:cxn modelId="{0F83389D-7870-4B15-B409-73AC08D80842}" srcId="{14FB87C3-FCC9-46D8-8275-62A0B38C812D}" destId="{344A5502-55A6-4C83-8A8C-E66CF4DEB2FB}" srcOrd="6" destOrd="0" parTransId="{D2408721-9B5B-4C7C-A49E-1991462F9D53}" sibTransId="{19D54727-54EA-47EE-BA21-240A9AED2799}"/>
    <dgm:cxn modelId="{C1E987C1-5591-4D9B-9070-3B2615AEA3D7}" type="presOf" srcId="{344A5502-55A6-4C83-8A8C-E66CF4DEB2FB}" destId="{D22C1773-3F60-41BD-805D-C07FE4D5F633}" srcOrd="0" destOrd="0" presId="urn:microsoft.com/office/officeart/2005/8/layout/vList5"/>
    <dgm:cxn modelId="{56DF10C2-04A4-4935-BB08-44EBD597AF70}" srcId="{14FB87C3-FCC9-46D8-8275-62A0B38C812D}" destId="{68EB87DB-0581-4640-9ADB-562EA677AF1B}" srcOrd="2" destOrd="0" parTransId="{B9E493AD-D727-4CC2-8143-AC96A6539E18}" sibTransId="{41DCBC56-0FEF-4008-B83C-9C070D8BD2D1}"/>
    <dgm:cxn modelId="{E072A2CA-F860-4DFD-90B3-842350386A50}" type="presOf" srcId="{310F1D7F-1D49-4066-B0E4-252021FCA9F6}" destId="{8D870C57-7ADF-4ADA-A8C8-8067E4E1AA9C}" srcOrd="0" destOrd="0" presId="urn:microsoft.com/office/officeart/2005/8/layout/vList5"/>
    <dgm:cxn modelId="{0BAA96D4-7D28-4359-B70B-D19BDF874322}" srcId="{14FB87C3-FCC9-46D8-8275-62A0B38C812D}" destId="{84F6B20A-49A4-4704-AB4E-7D86696A7A35}" srcOrd="8" destOrd="0" parTransId="{FDA44E1B-5F78-4948-ACC3-3D246362422C}" sibTransId="{2B59BDDE-5441-467A-B7C4-2EC5ED17C959}"/>
    <dgm:cxn modelId="{B31D17D9-3CDD-4EBA-A0D4-3CED8F0F397B}" type="presOf" srcId="{84F6B20A-49A4-4704-AB4E-7D86696A7A35}" destId="{C2175BCC-CBB7-4BF3-9511-2D8C3F0FE10F}" srcOrd="0" destOrd="0" presId="urn:microsoft.com/office/officeart/2005/8/layout/vList5"/>
    <dgm:cxn modelId="{2DBEFAE0-A30A-4DD7-9E27-DD151F95C50C}" srcId="{14FB87C3-FCC9-46D8-8275-62A0B38C812D}" destId="{AF7FACE5-68CF-4FE4-8DF4-E6F7BAC961AA}" srcOrd="4" destOrd="0" parTransId="{E5D9E631-9CF3-493E-AA21-17856051287C}" sibTransId="{3D9F8171-423A-4C13-B3E4-C4AFBAA55974}"/>
    <dgm:cxn modelId="{58A598EE-6AEF-45A2-8C38-DCF0C47AECC8}" type="presOf" srcId="{D56B39B8-DE0D-4BE9-BED1-5379BDDE6463}" destId="{9A56D476-57EC-4DAE-8286-533FD3497850}" srcOrd="0" destOrd="0" presId="urn:microsoft.com/office/officeart/2005/8/layout/vList5"/>
    <dgm:cxn modelId="{7D5C36F2-7A86-4DBD-8587-B2AEE7659A18}" srcId="{14FB87C3-FCC9-46D8-8275-62A0B38C812D}" destId="{D26A42DB-657A-427C-BD7E-4C842922F6EE}" srcOrd="7" destOrd="0" parTransId="{9DD14044-67E1-4828-8063-12842CF77B22}" sibTransId="{91E4F36B-3DEC-4777-9FA9-DA73E7951DDC}"/>
    <dgm:cxn modelId="{4B4E35F4-5883-47C7-AF91-3D24792A3F81}" type="presOf" srcId="{5260635D-9975-408F-AB5B-D0D381D7298C}" destId="{70189A93-22F1-4B00-BD68-876AE5271AAE}" srcOrd="0" destOrd="0" presId="urn:microsoft.com/office/officeart/2005/8/layout/vList5"/>
    <dgm:cxn modelId="{B038AAF7-8EF1-4C3D-94D9-D885E9BB26DA}" srcId="{14FB87C3-FCC9-46D8-8275-62A0B38C812D}" destId="{5260635D-9975-408F-AB5B-D0D381D7298C}" srcOrd="3" destOrd="0" parTransId="{BEE9DE2A-FD41-43E2-B215-438512AE3407}" sibTransId="{3E005A74-2A07-436B-AEB0-AF32FDA4D238}"/>
    <dgm:cxn modelId="{74B075FA-A62A-488B-BD10-A6815CB257D4}" srcId="{14FB87C3-FCC9-46D8-8275-62A0B38C812D}" destId="{310F1D7F-1D49-4066-B0E4-252021FCA9F6}" srcOrd="0" destOrd="0" parTransId="{A38DAFCA-121C-493D-86CA-6013D34F4A6D}" sibTransId="{DFDDE746-FC5E-4BF4-9DCB-F7ACCB1A9399}"/>
    <dgm:cxn modelId="{F4970BFF-2591-4EFC-B0B1-181FE5CD5793}" srcId="{14FB87C3-FCC9-46D8-8275-62A0B38C812D}" destId="{40DB2B9C-1F19-441D-9344-82B86306084E}" srcOrd="9" destOrd="0" parTransId="{C7AC878B-CD17-448F-89B2-CE269A4DC9B7}" sibTransId="{0E9130F9-B3D7-4EEB-A383-9206D26FD21C}"/>
    <dgm:cxn modelId="{56A673C8-04CF-46A9-AB51-45BFF6466C2E}" type="presParOf" srcId="{DDC7CEC3-F757-43A0-A2FA-ABA576BB655C}" destId="{5C3D3754-B04A-4F7C-BE78-28E6689AEAB7}" srcOrd="0" destOrd="0" presId="urn:microsoft.com/office/officeart/2005/8/layout/vList5"/>
    <dgm:cxn modelId="{F019D5A2-AEBE-4A08-93FB-6404016221A8}" type="presParOf" srcId="{5C3D3754-B04A-4F7C-BE78-28E6689AEAB7}" destId="{8D870C57-7ADF-4ADA-A8C8-8067E4E1AA9C}" srcOrd="0" destOrd="0" presId="urn:microsoft.com/office/officeart/2005/8/layout/vList5"/>
    <dgm:cxn modelId="{BE5C0848-4D0B-4986-984D-072C602222E2}" type="presParOf" srcId="{DDC7CEC3-F757-43A0-A2FA-ABA576BB655C}" destId="{5AC9C6CD-DA56-4DF2-B23E-5ABE9380D47F}" srcOrd="1" destOrd="0" presId="urn:microsoft.com/office/officeart/2005/8/layout/vList5"/>
    <dgm:cxn modelId="{3C7EF957-E685-4FF6-9A58-5B4B2B72ED89}" type="presParOf" srcId="{DDC7CEC3-F757-43A0-A2FA-ABA576BB655C}" destId="{E58F2B74-9B63-45C4-86A6-BF61144D30AE}" srcOrd="2" destOrd="0" presId="urn:microsoft.com/office/officeart/2005/8/layout/vList5"/>
    <dgm:cxn modelId="{2D670CDF-1457-474B-A60C-D9533E444321}" type="presParOf" srcId="{E58F2B74-9B63-45C4-86A6-BF61144D30AE}" destId="{633C4CDB-68EC-42E6-B16A-F56E8CD12621}" srcOrd="0" destOrd="0" presId="urn:microsoft.com/office/officeart/2005/8/layout/vList5"/>
    <dgm:cxn modelId="{FF52F3A7-CD7F-440D-94FE-1FB45C0F3214}" type="presParOf" srcId="{DDC7CEC3-F757-43A0-A2FA-ABA576BB655C}" destId="{D7720D65-7302-4C6B-A304-FDB3DA618C8C}" srcOrd="3" destOrd="0" presId="urn:microsoft.com/office/officeart/2005/8/layout/vList5"/>
    <dgm:cxn modelId="{69946404-A7C9-4EB8-B071-7BF95D90D337}" type="presParOf" srcId="{DDC7CEC3-F757-43A0-A2FA-ABA576BB655C}" destId="{D28886D8-08ED-439D-970B-3A7BD0531C69}" srcOrd="4" destOrd="0" presId="urn:microsoft.com/office/officeart/2005/8/layout/vList5"/>
    <dgm:cxn modelId="{ACF2C7FC-5FD0-4CCB-B0F1-3751200B718D}" type="presParOf" srcId="{D28886D8-08ED-439D-970B-3A7BD0531C69}" destId="{6588EB65-C784-423D-AE18-E3CF6265C1D6}" srcOrd="0" destOrd="0" presId="urn:microsoft.com/office/officeart/2005/8/layout/vList5"/>
    <dgm:cxn modelId="{034A8A4F-87F3-4A0F-9429-5D1FE9811D0C}" type="presParOf" srcId="{DDC7CEC3-F757-43A0-A2FA-ABA576BB655C}" destId="{77CDB951-6A93-4226-AA54-1DD2858A277D}" srcOrd="5" destOrd="0" presId="urn:microsoft.com/office/officeart/2005/8/layout/vList5"/>
    <dgm:cxn modelId="{694536CE-94A6-40AC-8432-B797B5574C4A}" type="presParOf" srcId="{DDC7CEC3-F757-43A0-A2FA-ABA576BB655C}" destId="{B4EDADA8-1BE8-47E0-9FA7-FDCA8750565E}" srcOrd="6" destOrd="0" presId="urn:microsoft.com/office/officeart/2005/8/layout/vList5"/>
    <dgm:cxn modelId="{D9734BA9-887F-4DFD-A53E-784B8ACB0D5D}" type="presParOf" srcId="{B4EDADA8-1BE8-47E0-9FA7-FDCA8750565E}" destId="{70189A93-22F1-4B00-BD68-876AE5271AAE}" srcOrd="0" destOrd="0" presId="urn:microsoft.com/office/officeart/2005/8/layout/vList5"/>
    <dgm:cxn modelId="{4F84C738-7BFA-4C16-AD65-3BD3EADF8329}" type="presParOf" srcId="{DDC7CEC3-F757-43A0-A2FA-ABA576BB655C}" destId="{9FB877A9-376E-4BFE-992E-F8C48C80FF90}" srcOrd="7" destOrd="0" presId="urn:microsoft.com/office/officeart/2005/8/layout/vList5"/>
    <dgm:cxn modelId="{FE245C01-A86E-4455-842F-D65FCA478E8D}" type="presParOf" srcId="{DDC7CEC3-F757-43A0-A2FA-ABA576BB655C}" destId="{E12BE114-965B-4CDD-BC0A-2B4EBE01BE39}" srcOrd="8" destOrd="0" presId="urn:microsoft.com/office/officeart/2005/8/layout/vList5"/>
    <dgm:cxn modelId="{5D2884A3-4603-4F1A-8C7F-5C19D7730FFF}" type="presParOf" srcId="{E12BE114-965B-4CDD-BC0A-2B4EBE01BE39}" destId="{EE701881-66BD-4374-B4D0-2A2095722C05}" srcOrd="0" destOrd="0" presId="urn:microsoft.com/office/officeart/2005/8/layout/vList5"/>
    <dgm:cxn modelId="{AFD9057A-A073-4C81-B3ED-A5F1217E79C1}" type="presParOf" srcId="{DDC7CEC3-F757-43A0-A2FA-ABA576BB655C}" destId="{8FC4BF74-93AF-4654-874A-B3823F3F51A2}" srcOrd="9" destOrd="0" presId="urn:microsoft.com/office/officeart/2005/8/layout/vList5"/>
    <dgm:cxn modelId="{294DCDD9-8CE9-4B5E-B26E-AA6EA9937EF0}" type="presParOf" srcId="{DDC7CEC3-F757-43A0-A2FA-ABA576BB655C}" destId="{80E31028-E93F-443C-A94B-88959D7298AC}" srcOrd="10" destOrd="0" presId="urn:microsoft.com/office/officeart/2005/8/layout/vList5"/>
    <dgm:cxn modelId="{AAF50AEC-288C-4D5E-9A0C-C1BDCCB649C9}" type="presParOf" srcId="{80E31028-E93F-443C-A94B-88959D7298AC}" destId="{356775C3-4D34-450A-8B44-7D86E93032A5}" srcOrd="0" destOrd="0" presId="urn:microsoft.com/office/officeart/2005/8/layout/vList5"/>
    <dgm:cxn modelId="{5CBE201C-462B-419E-A005-28D493E57DEA}" type="presParOf" srcId="{DDC7CEC3-F757-43A0-A2FA-ABA576BB655C}" destId="{D717168E-8E7A-4D50-8FB1-4A5BA407F048}" srcOrd="11" destOrd="0" presId="urn:microsoft.com/office/officeart/2005/8/layout/vList5"/>
    <dgm:cxn modelId="{5344B8EF-5436-4DB9-B2E5-5C7882EE5612}" type="presParOf" srcId="{DDC7CEC3-F757-43A0-A2FA-ABA576BB655C}" destId="{E5BCAF12-E5E4-4EE9-9B93-D547F33BC8DF}" srcOrd="12" destOrd="0" presId="urn:microsoft.com/office/officeart/2005/8/layout/vList5"/>
    <dgm:cxn modelId="{F7E3C21E-E6AE-4EE5-AF59-31E5E936B792}" type="presParOf" srcId="{E5BCAF12-E5E4-4EE9-9B93-D547F33BC8DF}" destId="{D22C1773-3F60-41BD-805D-C07FE4D5F633}" srcOrd="0" destOrd="0" presId="urn:microsoft.com/office/officeart/2005/8/layout/vList5"/>
    <dgm:cxn modelId="{E6F14FD9-89C0-4E57-9773-EE420202515E}" type="presParOf" srcId="{DDC7CEC3-F757-43A0-A2FA-ABA576BB655C}" destId="{84372467-60A0-41D6-9693-AD944C5D4F8D}" srcOrd="13" destOrd="0" presId="urn:microsoft.com/office/officeart/2005/8/layout/vList5"/>
    <dgm:cxn modelId="{B85AC43B-2EEF-43A1-99AE-BD5BED85ADBD}" type="presParOf" srcId="{DDC7CEC3-F757-43A0-A2FA-ABA576BB655C}" destId="{74EFAD13-5696-48C7-8D06-C5533E338C7B}" srcOrd="14" destOrd="0" presId="urn:microsoft.com/office/officeart/2005/8/layout/vList5"/>
    <dgm:cxn modelId="{06E2A0EF-455F-4A90-B5E8-839BC7FBE430}" type="presParOf" srcId="{74EFAD13-5696-48C7-8D06-C5533E338C7B}" destId="{18232ADC-C076-49B0-9CD3-41278FA6D915}" srcOrd="0" destOrd="0" presId="urn:microsoft.com/office/officeart/2005/8/layout/vList5"/>
    <dgm:cxn modelId="{8991F9DB-2747-4B05-9D9A-A340609190F2}" type="presParOf" srcId="{DDC7CEC3-F757-43A0-A2FA-ABA576BB655C}" destId="{4F205B34-A769-4680-B79C-89048C82A0FE}" srcOrd="15" destOrd="0" presId="urn:microsoft.com/office/officeart/2005/8/layout/vList5"/>
    <dgm:cxn modelId="{0C3F215C-CD0C-4A54-9C60-94571717935B}" type="presParOf" srcId="{DDC7CEC3-F757-43A0-A2FA-ABA576BB655C}" destId="{A58C365F-6F1C-40B9-A9AC-017AF2757662}" srcOrd="16" destOrd="0" presId="urn:microsoft.com/office/officeart/2005/8/layout/vList5"/>
    <dgm:cxn modelId="{3C58D57A-16D0-4772-BC2B-0994E176DBCD}" type="presParOf" srcId="{A58C365F-6F1C-40B9-A9AC-017AF2757662}" destId="{C2175BCC-CBB7-4BF3-9511-2D8C3F0FE10F}" srcOrd="0" destOrd="0" presId="urn:microsoft.com/office/officeart/2005/8/layout/vList5"/>
    <dgm:cxn modelId="{F3630FD6-96EE-42C9-ADDC-9857DB8FE9CB}" type="presParOf" srcId="{DDC7CEC3-F757-43A0-A2FA-ABA576BB655C}" destId="{DB426266-BD16-4B1B-BF71-39FE68C6BAF2}" srcOrd="17" destOrd="0" presId="urn:microsoft.com/office/officeart/2005/8/layout/vList5"/>
    <dgm:cxn modelId="{56522CA0-5CC8-42E3-BD5B-A655955F3434}" type="presParOf" srcId="{DDC7CEC3-F757-43A0-A2FA-ABA576BB655C}" destId="{7650C0B0-C3B5-4443-B862-7946EA378229}" srcOrd="18" destOrd="0" presId="urn:microsoft.com/office/officeart/2005/8/layout/vList5"/>
    <dgm:cxn modelId="{372E77D0-EF36-4C5E-98A0-E424FC49A4EB}" type="presParOf" srcId="{7650C0B0-C3B5-4443-B862-7946EA378229}" destId="{1A5ED826-5D00-4CB2-87B5-BEC5EC62E772}" srcOrd="0" destOrd="0" presId="urn:microsoft.com/office/officeart/2005/8/layout/vList5"/>
    <dgm:cxn modelId="{6120560F-4F36-444A-80FF-59421A165F2A}" type="presParOf" srcId="{DDC7CEC3-F757-43A0-A2FA-ABA576BB655C}" destId="{4193C724-FBA7-4C74-8517-B7D904342F1A}" srcOrd="19" destOrd="0" presId="urn:microsoft.com/office/officeart/2005/8/layout/vList5"/>
    <dgm:cxn modelId="{8965DA87-164E-448D-86E1-F23971DD99BA}" type="presParOf" srcId="{DDC7CEC3-F757-43A0-A2FA-ABA576BB655C}" destId="{E89E302D-2568-4969-8E92-2A5A4046888C}" srcOrd="20" destOrd="0" presId="urn:microsoft.com/office/officeart/2005/8/layout/vList5"/>
    <dgm:cxn modelId="{CE5184AB-40DC-475B-9622-991C7319161C}" type="presParOf" srcId="{E89E302D-2568-4969-8E92-2A5A4046888C}" destId="{9A56D476-57EC-4DAE-8286-533FD3497850}" srcOrd="0" destOrd="0" presId="urn:microsoft.com/office/officeart/2005/8/layout/vList5"/>
    <dgm:cxn modelId="{2365DDD2-9447-4B1D-8A36-F4B00BF7468A}" type="presParOf" srcId="{DDC7CEC3-F757-43A0-A2FA-ABA576BB655C}" destId="{7E62A088-6EB1-469C-B3B4-93F22EEC19F3}" srcOrd="21" destOrd="0" presId="urn:microsoft.com/office/officeart/2005/8/layout/vList5"/>
    <dgm:cxn modelId="{AD4BC5D6-C85B-4331-8184-F02D6F3CFFF3}" type="presParOf" srcId="{DDC7CEC3-F757-43A0-A2FA-ABA576BB655C}" destId="{53CC562B-908F-40AB-AB1F-FE0C69491E4A}" srcOrd="22" destOrd="0" presId="urn:microsoft.com/office/officeart/2005/8/layout/vList5"/>
    <dgm:cxn modelId="{89334117-7CB6-46EC-8BDF-84FB838801E1}" type="presParOf" srcId="{53CC562B-908F-40AB-AB1F-FE0C69491E4A}" destId="{DD9B7236-1E08-409A-9F65-F940323D19C0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2AF64C4-1C1A-4726-95E0-8F7BD2EEE5CD}" type="doc">
      <dgm:prSet loTypeId="urn:microsoft.com/office/officeart/2016/7/layout/BasicLinearProcessNumbered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4A462C0-2670-46B5-93D9-61AE7AB59D3B}">
      <dgm:prSet/>
      <dgm:spPr/>
      <dgm:t>
        <a:bodyPr/>
        <a:lstStyle/>
        <a:p>
          <a:r>
            <a:rPr lang="en-US" b="0" i="0">
              <a:latin typeface="Calibri Light"/>
              <a:cs typeface="Calibri Light"/>
            </a:rPr>
            <a:t>Java is used as the language to create the functionality.</a:t>
          </a:r>
          <a:endParaRPr lang="en-US">
            <a:latin typeface="Calibri Light"/>
            <a:cs typeface="Calibri Light"/>
          </a:endParaRPr>
        </a:p>
      </dgm:t>
    </dgm:pt>
    <dgm:pt modelId="{A3D9ECA9-D681-4F6B-BDA4-821E0117A811}" type="parTrans" cxnId="{6798BB16-03A3-4B73-A824-2159BD173ABA}">
      <dgm:prSet/>
      <dgm:spPr/>
      <dgm:t>
        <a:bodyPr/>
        <a:lstStyle/>
        <a:p>
          <a:endParaRPr lang="en-US"/>
        </a:p>
      </dgm:t>
    </dgm:pt>
    <dgm:pt modelId="{AA4208ED-E6C1-436A-A821-B30262AED3AB}" type="sibTrans" cxnId="{6798BB16-03A3-4B73-A824-2159BD173ABA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9A732BB6-3780-4398-B11A-200C164BF09F}">
      <dgm:prSet/>
      <dgm:spPr/>
      <dgm:t>
        <a:bodyPr/>
        <a:lstStyle/>
        <a:p>
          <a:r>
            <a:rPr lang="en-US" b="0" i="0">
              <a:latin typeface="Calibri Light"/>
              <a:cs typeface="Calibri Light"/>
            </a:rPr>
            <a:t>Only freely distributed, open-source dependencies are used. </a:t>
          </a:r>
          <a:endParaRPr lang="en-US">
            <a:latin typeface="Calibri Light"/>
            <a:cs typeface="Calibri Light"/>
          </a:endParaRPr>
        </a:p>
      </dgm:t>
    </dgm:pt>
    <dgm:pt modelId="{A3CF4EDF-54F6-4549-AAEF-51489A409FC7}" type="parTrans" cxnId="{F50E485E-B2AE-4D9F-8528-B4AB154344D2}">
      <dgm:prSet/>
      <dgm:spPr/>
      <dgm:t>
        <a:bodyPr/>
        <a:lstStyle/>
        <a:p>
          <a:endParaRPr lang="en-US"/>
        </a:p>
      </dgm:t>
    </dgm:pt>
    <dgm:pt modelId="{9DB4FD2E-8FF0-4150-B5D2-881978A4D79D}" type="sibTrans" cxnId="{F50E485E-B2AE-4D9F-8528-B4AB154344D2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CDB73203-94AF-4F63-BA3F-75E0C833D213}" type="pres">
      <dgm:prSet presAssocID="{12AF64C4-1C1A-4726-95E0-8F7BD2EEE5CD}" presName="Name0" presStyleCnt="0">
        <dgm:presLayoutVars>
          <dgm:animLvl val="lvl"/>
          <dgm:resizeHandles val="exact"/>
        </dgm:presLayoutVars>
      </dgm:prSet>
      <dgm:spPr/>
    </dgm:pt>
    <dgm:pt modelId="{629C8B74-EDB1-4B56-9E31-CEC567D0ECD2}" type="pres">
      <dgm:prSet presAssocID="{C4A462C0-2670-46B5-93D9-61AE7AB59D3B}" presName="compositeNode" presStyleCnt="0">
        <dgm:presLayoutVars>
          <dgm:bulletEnabled val="1"/>
        </dgm:presLayoutVars>
      </dgm:prSet>
      <dgm:spPr/>
    </dgm:pt>
    <dgm:pt modelId="{562191D1-6D80-409C-8DD3-C5355BCA161E}" type="pres">
      <dgm:prSet presAssocID="{C4A462C0-2670-46B5-93D9-61AE7AB59D3B}" presName="bgRect" presStyleLbl="bgAccFollowNode1" presStyleIdx="0" presStyleCnt="2"/>
      <dgm:spPr/>
    </dgm:pt>
    <dgm:pt modelId="{597195F3-8CB3-4811-882F-FE6D6334DA6A}" type="pres">
      <dgm:prSet presAssocID="{AA4208ED-E6C1-436A-A821-B30262AED3AB}" presName="sibTransNodeCircle" presStyleLbl="alignNode1" presStyleIdx="0" presStyleCnt="4">
        <dgm:presLayoutVars>
          <dgm:chMax val="0"/>
          <dgm:bulletEnabled/>
        </dgm:presLayoutVars>
      </dgm:prSet>
      <dgm:spPr/>
    </dgm:pt>
    <dgm:pt modelId="{A1922B38-34AD-4EB6-B9CC-FE8971C3AAC2}" type="pres">
      <dgm:prSet presAssocID="{C4A462C0-2670-46B5-93D9-61AE7AB59D3B}" presName="bottomLine" presStyleLbl="alignNode1" presStyleIdx="1" presStyleCnt="4">
        <dgm:presLayoutVars/>
      </dgm:prSet>
      <dgm:spPr/>
    </dgm:pt>
    <dgm:pt modelId="{3925DBE2-2FC6-4537-8313-F6C258D7509B}" type="pres">
      <dgm:prSet presAssocID="{C4A462C0-2670-46B5-93D9-61AE7AB59D3B}" presName="nodeText" presStyleLbl="bgAccFollowNode1" presStyleIdx="0" presStyleCnt="2">
        <dgm:presLayoutVars>
          <dgm:bulletEnabled val="1"/>
        </dgm:presLayoutVars>
      </dgm:prSet>
      <dgm:spPr/>
    </dgm:pt>
    <dgm:pt modelId="{6AFAAAE1-CFFC-4680-ADA6-EF0DF0DF7F39}" type="pres">
      <dgm:prSet presAssocID="{AA4208ED-E6C1-436A-A821-B30262AED3AB}" presName="sibTrans" presStyleCnt="0"/>
      <dgm:spPr/>
    </dgm:pt>
    <dgm:pt modelId="{B9BC9B61-D697-46E4-B610-FF8F7E47201F}" type="pres">
      <dgm:prSet presAssocID="{9A732BB6-3780-4398-B11A-200C164BF09F}" presName="compositeNode" presStyleCnt="0">
        <dgm:presLayoutVars>
          <dgm:bulletEnabled val="1"/>
        </dgm:presLayoutVars>
      </dgm:prSet>
      <dgm:spPr/>
    </dgm:pt>
    <dgm:pt modelId="{857FC83B-2369-4F8B-9C52-B676CFE5B04C}" type="pres">
      <dgm:prSet presAssocID="{9A732BB6-3780-4398-B11A-200C164BF09F}" presName="bgRect" presStyleLbl="bgAccFollowNode1" presStyleIdx="1" presStyleCnt="2"/>
      <dgm:spPr/>
    </dgm:pt>
    <dgm:pt modelId="{27F42628-A9E3-444D-91AB-F8D40662D298}" type="pres">
      <dgm:prSet presAssocID="{9DB4FD2E-8FF0-4150-B5D2-881978A4D79D}" presName="sibTransNodeCircle" presStyleLbl="alignNode1" presStyleIdx="2" presStyleCnt="4">
        <dgm:presLayoutVars>
          <dgm:chMax val="0"/>
          <dgm:bulletEnabled/>
        </dgm:presLayoutVars>
      </dgm:prSet>
      <dgm:spPr/>
    </dgm:pt>
    <dgm:pt modelId="{5CD7EB34-BB3F-4D6C-B97C-E64F78A6C3B5}" type="pres">
      <dgm:prSet presAssocID="{9A732BB6-3780-4398-B11A-200C164BF09F}" presName="bottomLine" presStyleLbl="alignNode1" presStyleIdx="3" presStyleCnt="4">
        <dgm:presLayoutVars/>
      </dgm:prSet>
      <dgm:spPr/>
    </dgm:pt>
    <dgm:pt modelId="{7B1224E1-19A2-47D9-AF52-6B1461716CC1}" type="pres">
      <dgm:prSet presAssocID="{9A732BB6-3780-4398-B11A-200C164BF09F}" presName="nodeText" presStyleLbl="bgAccFollowNode1" presStyleIdx="1" presStyleCnt="2">
        <dgm:presLayoutVars>
          <dgm:bulletEnabled val="1"/>
        </dgm:presLayoutVars>
      </dgm:prSet>
      <dgm:spPr/>
    </dgm:pt>
  </dgm:ptLst>
  <dgm:cxnLst>
    <dgm:cxn modelId="{67500D10-FA50-41B4-85FF-AFCE8F0692F9}" type="presOf" srcId="{C4A462C0-2670-46B5-93D9-61AE7AB59D3B}" destId="{3925DBE2-2FC6-4537-8313-F6C258D7509B}" srcOrd="1" destOrd="0" presId="urn:microsoft.com/office/officeart/2016/7/layout/BasicLinearProcessNumbered"/>
    <dgm:cxn modelId="{6798BB16-03A3-4B73-A824-2159BD173ABA}" srcId="{12AF64C4-1C1A-4726-95E0-8F7BD2EEE5CD}" destId="{C4A462C0-2670-46B5-93D9-61AE7AB59D3B}" srcOrd="0" destOrd="0" parTransId="{A3D9ECA9-D681-4F6B-BDA4-821E0117A811}" sibTransId="{AA4208ED-E6C1-436A-A821-B30262AED3AB}"/>
    <dgm:cxn modelId="{9B496032-B8A0-43D8-A513-AA25B6EC0931}" type="presOf" srcId="{9DB4FD2E-8FF0-4150-B5D2-881978A4D79D}" destId="{27F42628-A9E3-444D-91AB-F8D40662D298}" srcOrd="0" destOrd="0" presId="urn:microsoft.com/office/officeart/2016/7/layout/BasicLinearProcessNumbered"/>
    <dgm:cxn modelId="{F41DF837-50B5-44C2-BC86-5057D8C8D92F}" type="presOf" srcId="{9A732BB6-3780-4398-B11A-200C164BF09F}" destId="{7B1224E1-19A2-47D9-AF52-6B1461716CC1}" srcOrd="1" destOrd="0" presId="urn:microsoft.com/office/officeart/2016/7/layout/BasicLinearProcessNumbered"/>
    <dgm:cxn modelId="{C4B2083A-E1CA-4EC5-AF6D-F32DA6250DCC}" type="presOf" srcId="{C4A462C0-2670-46B5-93D9-61AE7AB59D3B}" destId="{562191D1-6D80-409C-8DD3-C5355BCA161E}" srcOrd="0" destOrd="0" presId="urn:microsoft.com/office/officeart/2016/7/layout/BasicLinearProcessNumbered"/>
    <dgm:cxn modelId="{F50E485E-B2AE-4D9F-8528-B4AB154344D2}" srcId="{12AF64C4-1C1A-4726-95E0-8F7BD2EEE5CD}" destId="{9A732BB6-3780-4398-B11A-200C164BF09F}" srcOrd="1" destOrd="0" parTransId="{A3CF4EDF-54F6-4549-AAEF-51489A409FC7}" sibTransId="{9DB4FD2E-8FF0-4150-B5D2-881978A4D79D}"/>
    <dgm:cxn modelId="{E38B679D-F282-4231-B3B0-80DC60A57D26}" type="presOf" srcId="{12AF64C4-1C1A-4726-95E0-8F7BD2EEE5CD}" destId="{CDB73203-94AF-4F63-BA3F-75E0C833D213}" srcOrd="0" destOrd="0" presId="urn:microsoft.com/office/officeart/2016/7/layout/BasicLinearProcessNumbered"/>
    <dgm:cxn modelId="{1FBF2FDB-8D56-4DB1-8E55-A1D402FC4A3E}" type="presOf" srcId="{9A732BB6-3780-4398-B11A-200C164BF09F}" destId="{857FC83B-2369-4F8B-9C52-B676CFE5B04C}" srcOrd="0" destOrd="0" presId="urn:microsoft.com/office/officeart/2016/7/layout/BasicLinearProcessNumbered"/>
    <dgm:cxn modelId="{C00B89ED-6A86-4913-9D86-C51E9956F60C}" type="presOf" srcId="{AA4208ED-E6C1-436A-A821-B30262AED3AB}" destId="{597195F3-8CB3-4811-882F-FE6D6334DA6A}" srcOrd="0" destOrd="0" presId="urn:microsoft.com/office/officeart/2016/7/layout/BasicLinearProcessNumbered"/>
    <dgm:cxn modelId="{E788F111-8E72-45BC-9C93-A8733EB8C272}" type="presParOf" srcId="{CDB73203-94AF-4F63-BA3F-75E0C833D213}" destId="{629C8B74-EDB1-4B56-9E31-CEC567D0ECD2}" srcOrd="0" destOrd="0" presId="urn:microsoft.com/office/officeart/2016/7/layout/BasicLinearProcessNumbered"/>
    <dgm:cxn modelId="{174D48C1-3808-4DF0-9297-6471586296BB}" type="presParOf" srcId="{629C8B74-EDB1-4B56-9E31-CEC567D0ECD2}" destId="{562191D1-6D80-409C-8DD3-C5355BCA161E}" srcOrd="0" destOrd="0" presId="urn:microsoft.com/office/officeart/2016/7/layout/BasicLinearProcessNumbered"/>
    <dgm:cxn modelId="{85D8125F-C137-430F-BACB-F953AEAF09C6}" type="presParOf" srcId="{629C8B74-EDB1-4B56-9E31-CEC567D0ECD2}" destId="{597195F3-8CB3-4811-882F-FE6D6334DA6A}" srcOrd="1" destOrd="0" presId="urn:microsoft.com/office/officeart/2016/7/layout/BasicLinearProcessNumbered"/>
    <dgm:cxn modelId="{5B25EAEA-31B4-4B61-B240-FB47240C54B8}" type="presParOf" srcId="{629C8B74-EDB1-4B56-9E31-CEC567D0ECD2}" destId="{A1922B38-34AD-4EB6-B9CC-FE8971C3AAC2}" srcOrd="2" destOrd="0" presId="urn:microsoft.com/office/officeart/2016/7/layout/BasicLinearProcessNumbered"/>
    <dgm:cxn modelId="{256FD4FA-98F7-4172-B4D4-4D180DCFA903}" type="presParOf" srcId="{629C8B74-EDB1-4B56-9E31-CEC567D0ECD2}" destId="{3925DBE2-2FC6-4537-8313-F6C258D7509B}" srcOrd="3" destOrd="0" presId="urn:microsoft.com/office/officeart/2016/7/layout/BasicLinearProcessNumbered"/>
    <dgm:cxn modelId="{5326C3C6-C33A-4EFB-B412-97F12713E35C}" type="presParOf" srcId="{CDB73203-94AF-4F63-BA3F-75E0C833D213}" destId="{6AFAAAE1-CFFC-4680-ADA6-EF0DF0DF7F39}" srcOrd="1" destOrd="0" presId="urn:microsoft.com/office/officeart/2016/7/layout/BasicLinearProcessNumbered"/>
    <dgm:cxn modelId="{D5FA8670-92EC-4075-8618-4A6A3A0D386B}" type="presParOf" srcId="{CDB73203-94AF-4F63-BA3F-75E0C833D213}" destId="{B9BC9B61-D697-46E4-B610-FF8F7E47201F}" srcOrd="2" destOrd="0" presId="urn:microsoft.com/office/officeart/2016/7/layout/BasicLinearProcessNumbered"/>
    <dgm:cxn modelId="{5364E330-5388-4FA8-81A2-CA545CEB2B8B}" type="presParOf" srcId="{B9BC9B61-D697-46E4-B610-FF8F7E47201F}" destId="{857FC83B-2369-4F8B-9C52-B676CFE5B04C}" srcOrd="0" destOrd="0" presId="urn:microsoft.com/office/officeart/2016/7/layout/BasicLinearProcessNumbered"/>
    <dgm:cxn modelId="{9F584825-7239-4EED-8E4F-EB2E57B2FB0D}" type="presParOf" srcId="{B9BC9B61-D697-46E4-B610-FF8F7E47201F}" destId="{27F42628-A9E3-444D-91AB-F8D40662D298}" srcOrd="1" destOrd="0" presId="urn:microsoft.com/office/officeart/2016/7/layout/BasicLinearProcessNumbered"/>
    <dgm:cxn modelId="{F3C6280A-F9DF-421C-B8BB-7BAA1C4BD24F}" type="presParOf" srcId="{B9BC9B61-D697-46E4-B610-FF8F7E47201F}" destId="{5CD7EB34-BB3F-4D6C-B97C-E64F78A6C3B5}" srcOrd="2" destOrd="0" presId="urn:microsoft.com/office/officeart/2016/7/layout/BasicLinearProcessNumbered"/>
    <dgm:cxn modelId="{780FA92D-CADD-4CB8-A8F5-9C1AC0DFC8FD}" type="presParOf" srcId="{B9BC9B61-D697-46E4-B610-FF8F7E47201F}" destId="{7B1224E1-19A2-47D9-AF52-6B1461716CC1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7F0D4FC-DB04-4E2E-9DBF-27C5A41BF56C}" type="doc">
      <dgm:prSet loTypeId="urn:microsoft.com/office/officeart/2016/7/layout/BasicLinearProcessNumbered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DFE25A9-83CC-4D65-85E0-CEA73C5A5738}">
      <dgm:prSet/>
      <dgm:spPr/>
      <dgm:t>
        <a:bodyPr/>
        <a:lstStyle/>
        <a:p>
          <a:r>
            <a:rPr lang="en-US"/>
            <a:t>Intellij IDEA IDE</a:t>
          </a:r>
        </a:p>
      </dgm:t>
    </dgm:pt>
    <dgm:pt modelId="{C18935B2-8E18-499F-A619-AC84EA921A5D}" type="parTrans" cxnId="{98709551-72F7-4796-A7AE-A5C16E7574A1}">
      <dgm:prSet/>
      <dgm:spPr/>
      <dgm:t>
        <a:bodyPr/>
        <a:lstStyle/>
        <a:p>
          <a:endParaRPr lang="en-US"/>
        </a:p>
      </dgm:t>
    </dgm:pt>
    <dgm:pt modelId="{831EBECB-63CF-4D0E-BBE1-C7775BBB203D}" type="sibTrans" cxnId="{98709551-72F7-4796-A7AE-A5C16E7574A1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A09A4544-0876-4BA7-93E0-48A0F30452F1}">
      <dgm:prSet/>
      <dgm:spPr/>
      <dgm:t>
        <a:bodyPr/>
        <a:lstStyle/>
        <a:p>
          <a:r>
            <a:rPr lang="en-US"/>
            <a:t>Github used for version control</a:t>
          </a:r>
        </a:p>
      </dgm:t>
    </dgm:pt>
    <dgm:pt modelId="{F1E21364-181E-410B-AC4A-61499F138EA6}" type="parTrans" cxnId="{DD0D004B-D9A3-40D5-AA58-72426D6D83E5}">
      <dgm:prSet/>
      <dgm:spPr/>
      <dgm:t>
        <a:bodyPr/>
        <a:lstStyle/>
        <a:p>
          <a:endParaRPr lang="en-US"/>
        </a:p>
      </dgm:t>
    </dgm:pt>
    <dgm:pt modelId="{A28B0757-40B9-40EC-A972-5CB38D008CD3}" type="sibTrans" cxnId="{DD0D004B-D9A3-40D5-AA58-72426D6D83E5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CCC25480-1D16-46D4-8DC2-8CF6D5C1EADE}">
      <dgm:prSet/>
      <dgm:spPr/>
      <dgm:t>
        <a:bodyPr/>
        <a:lstStyle/>
        <a:p>
          <a:r>
            <a:rPr lang="en-US"/>
            <a:t>Maven for building and testing tool</a:t>
          </a:r>
        </a:p>
      </dgm:t>
    </dgm:pt>
    <dgm:pt modelId="{914338F9-49E9-462D-A6F2-141D6E069B59}" type="parTrans" cxnId="{652401EB-B4FD-44F3-9D12-F03CFDBD8051}">
      <dgm:prSet/>
      <dgm:spPr/>
      <dgm:t>
        <a:bodyPr/>
        <a:lstStyle/>
        <a:p>
          <a:endParaRPr lang="en-US"/>
        </a:p>
      </dgm:t>
    </dgm:pt>
    <dgm:pt modelId="{9226F788-E81E-4B19-B273-EAD118ABCF36}" type="sibTrans" cxnId="{652401EB-B4FD-44F3-9D12-F03CFDBD8051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D7900848-6B8D-499C-92FE-9D22D634584F}" type="pres">
      <dgm:prSet presAssocID="{D7F0D4FC-DB04-4E2E-9DBF-27C5A41BF56C}" presName="Name0" presStyleCnt="0">
        <dgm:presLayoutVars>
          <dgm:animLvl val="lvl"/>
          <dgm:resizeHandles val="exact"/>
        </dgm:presLayoutVars>
      </dgm:prSet>
      <dgm:spPr/>
    </dgm:pt>
    <dgm:pt modelId="{2CD506C7-0EE8-456F-BB69-B89A8105FDB3}" type="pres">
      <dgm:prSet presAssocID="{5DFE25A9-83CC-4D65-85E0-CEA73C5A5738}" presName="compositeNode" presStyleCnt="0">
        <dgm:presLayoutVars>
          <dgm:bulletEnabled val="1"/>
        </dgm:presLayoutVars>
      </dgm:prSet>
      <dgm:spPr/>
    </dgm:pt>
    <dgm:pt modelId="{C069120F-1E05-42E6-A610-BD48279A0F66}" type="pres">
      <dgm:prSet presAssocID="{5DFE25A9-83CC-4D65-85E0-CEA73C5A5738}" presName="bgRect" presStyleLbl="bgAccFollowNode1" presStyleIdx="0" presStyleCnt="3"/>
      <dgm:spPr/>
    </dgm:pt>
    <dgm:pt modelId="{9125B8CB-13B2-402B-9231-DDC610FF1139}" type="pres">
      <dgm:prSet presAssocID="{831EBECB-63CF-4D0E-BBE1-C7775BBB203D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2C6FFCC4-FB97-4C0D-84E8-2722192A5E8F}" type="pres">
      <dgm:prSet presAssocID="{5DFE25A9-83CC-4D65-85E0-CEA73C5A5738}" presName="bottomLine" presStyleLbl="alignNode1" presStyleIdx="1" presStyleCnt="6">
        <dgm:presLayoutVars/>
      </dgm:prSet>
      <dgm:spPr/>
    </dgm:pt>
    <dgm:pt modelId="{1E971E39-C587-40D9-A83E-902156A86114}" type="pres">
      <dgm:prSet presAssocID="{5DFE25A9-83CC-4D65-85E0-CEA73C5A5738}" presName="nodeText" presStyleLbl="bgAccFollowNode1" presStyleIdx="0" presStyleCnt="3">
        <dgm:presLayoutVars>
          <dgm:bulletEnabled val="1"/>
        </dgm:presLayoutVars>
      </dgm:prSet>
      <dgm:spPr/>
    </dgm:pt>
    <dgm:pt modelId="{BB3FA1D1-3B8C-4034-9F4B-38640BFA80F2}" type="pres">
      <dgm:prSet presAssocID="{831EBECB-63CF-4D0E-BBE1-C7775BBB203D}" presName="sibTrans" presStyleCnt="0"/>
      <dgm:spPr/>
    </dgm:pt>
    <dgm:pt modelId="{DA5713D0-16BE-4BB8-89E8-A804EEC7F124}" type="pres">
      <dgm:prSet presAssocID="{A09A4544-0876-4BA7-93E0-48A0F30452F1}" presName="compositeNode" presStyleCnt="0">
        <dgm:presLayoutVars>
          <dgm:bulletEnabled val="1"/>
        </dgm:presLayoutVars>
      </dgm:prSet>
      <dgm:spPr/>
    </dgm:pt>
    <dgm:pt modelId="{AA2D977C-D6B3-464A-97F1-DF3FDA6A2E39}" type="pres">
      <dgm:prSet presAssocID="{A09A4544-0876-4BA7-93E0-48A0F30452F1}" presName="bgRect" presStyleLbl="bgAccFollowNode1" presStyleIdx="1" presStyleCnt="3"/>
      <dgm:spPr/>
    </dgm:pt>
    <dgm:pt modelId="{5AE3BE9A-4EC7-45F6-AEFA-9D31E36A7278}" type="pres">
      <dgm:prSet presAssocID="{A28B0757-40B9-40EC-A972-5CB38D008CD3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33F60D37-6698-4EC7-85BD-05040EA7977C}" type="pres">
      <dgm:prSet presAssocID="{A09A4544-0876-4BA7-93E0-48A0F30452F1}" presName="bottomLine" presStyleLbl="alignNode1" presStyleIdx="3" presStyleCnt="6">
        <dgm:presLayoutVars/>
      </dgm:prSet>
      <dgm:spPr/>
    </dgm:pt>
    <dgm:pt modelId="{8CCF66A9-A1BB-47E5-B4AB-D26848B9941A}" type="pres">
      <dgm:prSet presAssocID="{A09A4544-0876-4BA7-93E0-48A0F30452F1}" presName="nodeText" presStyleLbl="bgAccFollowNode1" presStyleIdx="1" presStyleCnt="3">
        <dgm:presLayoutVars>
          <dgm:bulletEnabled val="1"/>
        </dgm:presLayoutVars>
      </dgm:prSet>
      <dgm:spPr/>
    </dgm:pt>
    <dgm:pt modelId="{96F335E7-8013-4EF1-A41C-B9A50D29C08A}" type="pres">
      <dgm:prSet presAssocID="{A28B0757-40B9-40EC-A972-5CB38D008CD3}" presName="sibTrans" presStyleCnt="0"/>
      <dgm:spPr/>
    </dgm:pt>
    <dgm:pt modelId="{17B609F3-E283-4795-A533-AA6A9A6DEBEF}" type="pres">
      <dgm:prSet presAssocID="{CCC25480-1D16-46D4-8DC2-8CF6D5C1EADE}" presName="compositeNode" presStyleCnt="0">
        <dgm:presLayoutVars>
          <dgm:bulletEnabled val="1"/>
        </dgm:presLayoutVars>
      </dgm:prSet>
      <dgm:spPr/>
    </dgm:pt>
    <dgm:pt modelId="{061EA95A-D553-4606-9EB2-C2AD26934FB6}" type="pres">
      <dgm:prSet presAssocID="{CCC25480-1D16-46D4-8DC2-8CF6D5C1EADE}" presName="bgRect" presStyleLbl="bgAccFollowNode1" presStyleIdx="2" presStyleCnt="3"/>
      <dgm:spPr/>
    </dgm:pt>
    <dgm:pt modelId="{986096A8-28E9-431E-AA16-BDE49059006D}" type="pres">
      <dgm:prSet presAssocID="{9226F788-E81E-4B19-B273-EAD118ABCF36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6E74E5CC-C196-476E-8348-7C03C1004B93}" type="pres">
      <dgm:prSet presAssocID="{CCC25480-1D16-46D4-8DC2-8CF6D5C1EADE}" presName="bottomLine" presStyleLbl="alignNode1" presStyleIdx="5" presStyleCnt="6">
        <dgm:presLayoutVars/>
      </dgm:prSet>
      <dgm:spPr/>
    </dgm:pt>
    <dgm:pt modelId="{1D4F5FFD-7C2F-431D-ABA7-39EDADB29C95}" type="pres">
      <dgm:prSet presAssocID="{CCC25480-1D16-46D4-8DC2-8CF6D5C1EADE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1A125B12-01E7-4476-812B-EDBB6AE4C7CE}" type="presOf" srcId="{A09A4544-0876-4BA7-93E0-48A0F30452F1}" destId="{8CCF66A9-A1BB-47E5-B4AB-D26848B9941A}" srcOrd="1" destOrd="0" presId="urn:microsoft.com/office/officeart/2016/7/layout/BasicLinearProcessNumbered"/>
    <dgm:cxn modelId="{E0452C1A-551B-4999-BE48-7A8DF903335F}" type="presOf" srcId="{A09A4544-0876-4BA7-93E0-48A0F30452F1}" destId="{AA2D977C-D6B3-464A-97F1-DF3FDA6A2E39}" srcOrd="0" destOrd="0" presId="urn:microsoft.com/office/officeart/2016/7/layout/BasicLinearProcessNumbered"/>
    <dgm:cxn modelId="{DD0D004B-D9A3-40D5-AA58-72426D6D83E5}" srcId="{D7F0D4FC-DB04-4E2E-9DBF-27C5A41BF56C}" destId="{A09A4544-0876-4BA7-93E0-48A0F30452F1}" srcOrd="1" destOrd="0" parTransId="{F1E21364-181E-410B-AC4A-61499F138EA6}" sibTransId="{A28B0757-40B9-40EC-A972-5CB38D008CD3}"/>
    <dgm:cxn modelId="{C1B2224B-467F-4B42-94A3-555474935A60}" type="presOf" srcId="{D7F0D4FC-DB04-4E2E-9DBF-27C5A41BF56C}" destId="{D7900848-6B8D-499C-92FE-9D22D634584F}" srcOrd="0" destOrd="0" presId="urn:microsoft.com/office/officeart/2016/7/layout/BasicLinearProcessNumbered"/>
    <dgm:cxn modelId="{F1767E6E-C542-4C79-8A04-B080DF6A60EB}" type="presOf" srcId="{5DFE25A9-83CC-4D65-85E0-CEA73C5A5738}" destId="{C069120F-1E05-42E6-A610-BD48279A0F66}" srcOrd="0" destOrd="0" presId="urn:microsoft.com/office/officeart/2016/7/layout/BasicLinearProcessNumbered"/>
    <dgm:cxn modelId="{33A2C04E-7ABA-4764-A176-F6383E7F6943}" type="presOf" srcId="{9226F788-E81E-4B19-B273-EAD118ABCF36}" destId="{986096A8-28E9-431E-AA16-BDE49059006D}" srcOrd="0" destOrd="0" presId="urn:microsoft.com/office/officeart/2016/7/layout/BasicLinearProcessNumbered"/>
    <dgm:cxn modelId="{98709551-72F7-4796-A7AE-A5C16E7574A1}" srcId="{D7F0D4FC-DB04-4E2E-9DBF-27C5A41BF56C}" destId="{5DFE25A9-83CC-4D65-85E0-CEA73C5A5738}" srcOrd="0" destOrd="0" parTransId="{C18935B2-8E18-499F-A619-AC84EA921A5D}" sibTransId="{831EBECB-63CF-4D0E-BBE1-C7775BBB203D}"/>
    <dgm:cxn modelId="{6B9F7A83-6FDC-4C2C-8A72-EB976F31E892}" type="presOf" srcId="{831EBECB-63CF-4D0E-BBE1-C7775BBB203D}" destId="{9125B8CB-13B2-402B-9231-DDC610FF1139}" srcOrd="0" destOrd="0" presId="urn:microsoft.com/office/officeart/2016/7/layout/BasicLinearProcessNumbered"/>
    <dgm:cxn modelId="{91679E96-6B25-4B90-8FD5-59658C55C169}" type="presOf" srcId="{CCC25480-1D16-46D4-8DC2-8CF6D5C1EADE}" destId="{061EA95A-D553-4606-9EB2-C2AD26934FB6}" srcOrd="0" destOrd="0" presId="urn:microsoft.com/office/officeart/2016/7/layout/BasicLinearProcessNumbered"/>
    <dgm:cxn modelId="{BB134EA5-F175-4D4D-8944-231D2894F564}" type="presOf" srcId="{A28B0757-40B9-40EC-A972-5CB38D008CD3}" destId="{5AE3BE9A-4EC7-45F6-AEFA-9D31E36A7278}" srcOrd="0" destOrd="0" presId="urn:microsoft.com/office/officeart/2016/7/layout/BasicLinearProcessNumbered"/>
    <dgm:cxn modelId="{F2F784D5-CC87-4A8E-81B7-40768841C6A2}" type="presOf" srcId="{CCC25480-1D16-46D4-8DC2-8CF6D5C1EADE}" destId="{1D4F5FFD-7C2F-431D-ABA7-39EDADB29C95}" srcOrd="1" destOrd="0" presId="urn:microsoft.com/office/officeart/2016/7/layout/BasicLinearProcessNumbered"/>
    <dgm:cxn modelId="{652401EB-B4FD-44F3-9D12-F03CFDBD8051}" srcId="{D7F0D4FC-DB04-4E2E-9DBF-27C5A41BF56C}" destId="{CCC25480-1D16-46D4-8DC2-8CF6D5C1EADE}" srcOrd="2" destOrd="0" parTransId="{914338F9-49E9-462D-A6F2-141D6E069B59}" sibTransId="{9226F788-E81E-4B19-B273-EAD118ABCF36}"/>
    <dgm:cxn modelId="{38DC37FA-1392-48F3-ABB2-C3DB37C95D5A}" type="presOf" srcId="{5DFE25A9-83CC-4D65-85E0-CEA73C5A5738}" destId="{1E971E39-C587-40D9-A83E-902156A86114}" srcOrd="1" destOrd="0" presId="urn:microsoft.com/office/officeart/2016/7/layout/BasicLinearProcessNumbered"/>
    <dgm:cxn modelId="{5CD48CAF-0377-4E62-9980-B7EC6E7F6C64}" type="presParOf" srcId="{D7900848-6B8D-499C-92FE-9D22D634584F}" destId="{2CD506C7-0EE8-456F-BB69-B89A8105FDB3}" srcOrd="0" destOrd="0" presId="urn:microsoft.com/office/officeart/2016/7/layout/BasicLinearProcessNumbered"/>
    <dgm:cxn modelId="{507F9A9C-E32A-4986-BF73-D0E62964F4FE}" type="presParOf" srcId="{2CD506C7-0EE8-456F-BB69-B89A8105FDB3}" destId="{C069120F-1E05-42E6-A610-BD48279A0F66}" srcOrd="0" destOrd="0" presId="urn:microsoft.com/office/officeart/2016/7/layout/BasicLinearProcessNumbered"/>
    <dgm:cxn modelId="{B619A776-5ACB-4877-866E-065D1B25F171}" type="presParOf" srcId="{2CD506C7-0EE8-456F-BB69-B89A8105FDB3}" destId="{9125B8CB-13B2-402B-9231-DDC610FF1139}" srcOrd="1" destOrd="0" presId="urn:microsoft.com/office/officeart/2016/7/layout/BasicLinearProcessNumbered"/>
    <dgm:cxn modelId="{1472CB88-C0CF-4B4D-A4F1-6C3690A01AAC}" type="presParOf" srcId="{2CD506C7-0EE8-456F-BB69-B89A8105FDB3}" destId="{2C6FFCC4-FB97-4C0D-84E8-2722192A5E8F}" srcOrd="2" destOrd="0" presId="urn:microsoft.com/office/officeart/2016/7/layout/BasicLinearProcessNumbered"/>
    <dgm:cxn modelId="{D53ECA6F-4DA0-423B-8060-D175CDA4D7F9}" type="presParOf" srcId="{2CD506C7-0EE8-456F-BB69-B89A8105FDB3}" destId="{1E971E39-C587-40D9-A83E-902156A86114}" srcOrd="3" destOrd="0" presId="urn:microsoft.com/office/officeart/2016/7/layout/BasicLinearProcessNumbered"/>
    <dgm:cxn modelId="{8240E9E6-ED82-4310-A3CC-0557E56DB062}" type="presParOf" srcId="{D7900848-6B8D-499C-92FE-9D22D634584F}" destId="{BB3FA1D1-3B8C-4034-9F4B-38640BFA80F2}" srcOrd="1" destOrd="0" presId="urn:microsoft.com/office/officeart/2016/7/layout/BasicLinearProcessNumbered"/>
    <dgm:cxn modelId="{B330585A-6AF8-4F65-99D0-0064830C97CB}" type="presParOf" srcId="{D7900848-6B8D-499C-92FE-9D22D634584F}" destId="{DA5713D0-16BE-4BB8-89E8-A804EEC7F124}" srcOrd="2" destOrd="0" presId="urn:microsoft.com/office/officeart/2016/7/layout/BasicLinearProcessNumbered"/>
    <dgm:cxn modelId="{02A7D057-301E-49B4-BBF2-9CA29ADCD86B}" type="presParOf" srcId="{DA5713D0-16BE-4BB8-89E8-A804EEC7F124}" destId="{AA2D977C-D6B3-464A-97F1-DF3FDA6A2E39}" srcOrd="0" destOrd="0" presId="urn:microsoft.com/office/officeart/2016/7/layout/BasicLinearProcessNumbered"/>
    <dgm:cxn modelId="{E45A6ED4-196F-447E-8B54-394C6CC3BACC}" type="presParOf" srcId="{DA5713D0-16BE-4BB8-89E8-A804EEC7F124}" destId="{5AE3BE9A-4EC7-45F6-AEFA-9D31E36A7278}" srcOrd="1" destOrd="0" presId="urn:microsoft.com/office/officeart/2016/7/layout/BasicLinearProcessNumbered"/>
    <dgm:cxn modelId="{8EE8ADBC-279E-467B-861B-51BD17A9667E}" type="presParOf" srcId="{DA5713D0-16BE-4BB8-89E8-A804EEC7F124}" destId="{33F60D37-6698-4EC7-85BD-05040EA7977C}" srcOrd="2" destOrd="0" presId="urn:microsoft.com/office/officeart/2016/7/layout/BasicLinearProcessNumbered"/>
    <dgm:cxn modelId="{A7963204-683C-4916-BF6A-163EE95D6D3C}" type="presParOf" srcId="{DA5713D0-16BE-4BB8-89E8-A804EEC7F124}" destId="{8CCF66A9-A1BB-47E5-B4AB-D26848B9941A}" srcOrd="3" destOrd="0" presId="urn:microsoft.com/office/officeart/2016/7/layout/BasicLinearProcessNumbered"/>
    <dgm:cxn modelId="{9BD65820-1BA7-429B-8235-0156BA440820}" type="presParOf" srcId="{D7900848-6B8D-499C-92FE-9D22D634584F}" destId="{96F335E7-8013-4EF1-A41C-B9A50D29C08A}" srcOrd="3" destOrd="0" presId="urn:microsoft.com/office/officeart/2016/7/layout/BasicLinearProcessNumbered"/>
    <dgm:cxn modelId="{843FB95C-66AE-4E6E-9118-5413EC5F42A3}" type="presParOf" srcId="{D7900848-6B8D-499C-92FE-9D22D634584F}" destId="{17B609F3-E283-4795-A533-AA6A9A6DEBEF}" srcOrd="4" destOrd="0" presId="urn:microsoft.com/office/officeart/2016/7/layout/BasicLinearProcessNumbered"/>
    <dgm:cxn modelId="{1F7D9F06-0389-4355-8C2B-888871C4CDCD}" type="presParOf" srcId="{17B609F3-E283-4795-A533-AA6A9A6DEBEF}" destId="{061EA95A-D553-4606-9EB2-C2AD26934FB6}" srcOrd="0" destOrd="0" presId="urn:microsoft.com/office/officeart/2016/7/layout/BasicLinearProcessNumbered"/>
    <dgm:cxn modelId="{DFC010A2-FCE4-471B-8EDA-73BEB1CF742D}" type="presParOf" srcId="{17B609F3-E283-4795-A533-AA6A9A6DEBEF}" destId="{986096A8-28E9-431E-AA16-BDE49059006D}" srcOrd="1" destOrd="0" presId="urn:microsoft.com/office/officeart/2016/7/layout/BasicLinearProcessNumbered"/>
    <dgm:cxn modelId="{01422E40-C7DC-4FF6-9F70-742B34696E49}" type="presParOf" srcId="{17B609F3-E283-4795-A533-AA6A9A6DEBEF}" destId="{6E74E5CC-C196-476E-8348-7C03C1004B93}" srcOrd="2" destOrd="0" presId="urn:microsoft.com/office/officeart/2016/7/layout/BasicLinearProcessNumbered"/>
    <dgm:cxn modelId="{336BF0BA-2DBB-46A8-9C32-6880DBA543CA}" type="presParOf" srcId="{17B609F3-E283-4795-A533-AA6A9A6DEBEF}" destId="{1D4F5FFD-7C2F-431D-ABA7-39EDADB29C95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0099A4B-59CB-48ED-B9DA-7967CF45EEF6}" type="doc">
      <dgm:prSet loTypeId="urn:microsoft.com/office/officeart/2005/8/layout/defaul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574D6F3-0DCB-4C43-8934-5FECA806523F}">
      <dgm:prSet/>
      <dgm:spPr/>
      <dgm:t>
        <a:bodyPr/>
        <a:lstStyle/>
        <a:p>
          <a:r>
            <a:rPr lang="en-US"/>
            <a:t> Build automation tool</a:t>
          </a:r>
        </a:p>
      </dgm:t>
    </dgm:pt>
    <dgm:pt modelId="{9EA66CAD-E27D-4FD9-884A-FC7D9253C94A}" type="parTrans" cxnId="{984619C6-85F9-4A08-A3C9-532CF411B26B}">
      <dgm:prSet/>
      <dgm:spPr/>
      <dgm:t>
        <a:bodyPr/>
        <a:lstStyle/>
        <a:p>
          <a:endParaRPr lang="en-US"/>
        </a:p>
      </dgm:t>
    </dgm:pt>
    <dgm:pt modelId="{2F914707-E975-4BB1-AD19-BC2BBE86FE60}" type="sibTrans" cxnId="{984619C6-85F9-4A08-A3C9-532CF411B26B}">
      <dgm:prSet phldrT="02" phldr="0"/>
      <dgm:spPr/>
    </dgm:pt>
    <dgm:pt modelId="{31A76EE5-32D9-461C-B583-DD58FCB35CE5}">
      <dgm:prSet/>
      <dgm:spPr/>
      <dgm:t>
        <a:bodyPr/>
        <a:lstStyle/>
        <a:p>
          <a:r>
            <a:rPr lang="en-US"/>
            <a:t>Dependency manager</a:t>
          </a:r>
        </a:p>
      </dgm:t>
    </dgm:pt>
    <dgm:pt modelId="{A0FDD543-BC5A-47D2-8BF6-01EF8C7CE7B8}" type="parTrans" cxnId="{3F3BB6C8-7204-460A-8AB2-85675618C580}">
      <dgm:prSet/>
      <dgm:spPr/>
      <dgm:t>
        <a:bodyPr/>
        <a:lstStyle/>
        <a:p>
          <a:endParaRPr lang="en-US"/>
        </a:p>
      </dgm:t>
    </dgm:pt>
    <dgm:pt modelId="{274E1A82-1722-4603-B723-546497EE21F6}" type="sibTrans" cxnId="{3F3BB6C8-7204-460A-8AB2-85675618C580}">
      <dgm:prSet phldrT="03" phldr="0"/>
      <dgm:spPr/>
    </dgm:pt>
    <dgm:pt modelId="{D4E46791-5D08-4CF1-B133-4F354633B800}" type="pres">
      <dgm:prSet presAssocID="{60099A4B-59CB-48ED-B9DA-7967CF45EEF6}" presName="diagram" presStyleCnt="0">
        <dgm:presLayoutVars>
          <dgm:dir/>
          <dgm:resizeHandles val="exact"/>
        </dgm:presLayoutVars>
      </dgm:prSet>
      <dgm:spPr/>
    </dgm:pt>
    <dgm:pt modelId="{2E2FD602-6992-490D-8424-29A694C2BCA3}" type="pres">
      <dgm:prSet presAssocID="{1574D6F3-0DCB-4C43-8934-5FECA806523F}" presName="node" presStyleLbl="node1" presStyleIdx="0" presStyleCnt="2">
        <dgm:presLayoutVars>
          <dgm:bulletEnabled val="1"/>
        </dgm:presLayoutVars>
      </dgm:prSet>
      <dgm:spPr/>
    </dgm:pt>
    <dgm:pt modelId="{7F590B32-A336-4335-AF69-74BB2F8686C0}" type="pres">
      <dgm:prSet presAssocID="{2F914707-E975-4BB1-AD19-BC2BBE86FE60}" presName="sibTrans" presStyleCnt="0"/>
      <dgm:spPr/>
    </dgm:pt>
    <dgm:pt modelId="{B64C096F-9544-49B5-8B76-40DCCF61827C}" type="pres">
      <dgm:prSet presAssocID="{31A76EE5-32D9-461C-B583-DD58FCB35CE5}" presName="node" presStyleLbl="node1" presStyleIdx="1" presStyleCnt="2">
        <dgm:presLayoutVars>
          <dgm:bulletEnabled val="1"/>
        </dgm:presLayoutVars>
      </dgm:prSet>
      <dgm:spPr/>
    </dgm:pt>
  </dgm:ptLst>
  <dgm:cxnLst>
    <dgm:cxn modelId="{67342A41-030C-43AA-ACA9-F0A2584C43F7}" type="presOf" srcId="{31A76EE5-32D9-461C-B583-DD58FCB35CE5}" destId="{B64C096F-9544-49B5-8B76-40DCCF61827C}" srcOrd="0" destOrd="0" presId="urn:microsoft.com/office/officeart/2005/8/layout/default"/>
    <dgm:cxn modelId="{59D6B87A-5454-43FE-ABA4-F7087828EF5C}" type="presOf" srcId="{60099A4B-59CB-48ED-B9DA-7967CF45EEF6}" destId="{D4E46791-5D08-4CF1-B133-4F354633B800}" srcOrd="0" destOrd="0" presId="urn:microsoft.com/office/officeart/2005/8/layout/default"/>
    <dgm:cxn modelId="{502FAEAA-3F71-4E7F-A65C-EF132E679D04}" type="presOf" srcId="{1574D6F3-0DCB-4C43-8934-5FECA806523F}" destId="{2E2FD602-6992-490D-8424-29A694C2BCA3}" srcOrd="0" destOrd="0" presId="urn:microsoft.com/office/officeart/2005/8/layout/default"/>
    <dgm:cxn modelId="{984619C6-85F9-4A08-A3C9-532CF411B26B}" srcId="{60099A4B-59CB-48ED-B9DA-7967CF45EEF6}" destId="{1574D6F3-0DCB-4C43-8934-5FECA806523F}" srcOrd="0" destOrd="0" parTransId="{9EA66CAD-E27D-4FD9-884A-FC7D9253C94A}" sibTransId="{2F914707-E975-4BB1-AD19-BC2BBE86FE60}"/>
    <dgm:cxn modelId="{3F3BB6C8-7204-460A-8AB2-85675618C580}" srcId="{60099A4B-59CB-48ED-B9DA-7967CF45EEF6}" destId="{31A76EE5-32D9-461C-B583-DD58FCB35CE5}" srcOrd="1" destOrd="0" parTransId="{A0FDD543-BC5A-47D2-8BF6-01EF8C7CE7B8}" sibTransId="{274E1A82-1722-4603-B723-546497EE21F6}"/>
    <dgm:cxn modelId="{58C8B158-87D0-4881-BD3F-22EF9147D8F2}" type="presParOf" srcId="{D4E46791-5D08-4CF1-B133-4F354633B800}" destId="{2E2FD602-6992-490D-8424-29A694C2BCA3}" srcOrd="0" destOrd="0" presId="urn:microsoft.com/office/officeart/2005/8/layout/default"/>
    <dgm:cxn modelId="{1E9D617F-05E4-47B5-A472-3E1767B79EC5}" type="presParOf" srcId="{D4E46791-5D08-4CF1-B133-4F354633B800}" destId="{7F590B32-A336-4335-AF69-74BB2F8686C0}" srcOrd="1" destOrd="0" presId="urn:microsoft.com/office/officeart/2005/8/layout/default"/>
    <dgm:cxn modelId="{0DAA698D-7198-4673-9C7C-FFA680B5A4D0}" type="presParOf" srcId="{D4E46791-5D08-4CF1-B133-4F354633B800}" destId="{B64C096F-9544-49B5-8B76-40DCCF61827C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1E8C328-8C25-4C1C-8C04-B33BC755F1F5}" type="doc">
      <dgm:prSet loTypeId="urn:microsoft.com/office/officeart/2008/layout/LinedList" loCatId="list" qsTypeId="urn:microsoft.com/office/officeart/2005/8/quickstyle/3d1" qsCatId="3D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BD75906-AF1C-4DA5-A13A-D7B4B84632C6}">
      <dgm:prSet/>
      <dgm:spPr/>
      <dgm:t>
        <a:bodyPr/>
        <a:lstStyle/>
        <a:p>
          <a:r>
            <a:rPr lang="en-US" b="0" i="0"/>
            <a:t>Pre-processing</a:t>
          </a:r>
          <a:endParaRPr lang="en-US"/>
        </a:p>
      </dgm:t>
    </dgm:pt>
    <dgm:pt modelId="{A7A0FDC9-6BDD-433A-80AB-6D06AC1EDE17}" type="parTrans" cxnId="{2148950B-C2AC-4AF1-91C8-B2C22E14BEF8}">
      <dgm:prSet/>
      <dgm:spPr/>
      <dgm:t>
        <a:bodyPr/>
        <a:lstStyle/>
        <a:p>
          <a:endParaRPr lang="en-US"/>
        </a:p>
      </dgm:t>
    </dgm:pt>
    <dgm:pt modelId="{61DFEF3C-DE53-4D14-A293-9222BF64C33C}" type="sibTrans" cxnId="{2148950B-C2AC-4AF1-91C8-B2C22E14BEF8}">
      <dgm:prSet phldrT="1"/>
      <dgm:spPr/>
      <dgm:t>
        <a:bodyPr/>
        <a:lstStyle/>
        <a:p>
          <a:endParaRPr lang="en-US"/>
        </a:p>
      </dgm:t>
    </dgm:pt>
    <dgm:pt modelId="{ACA3DCF0-C519-491E-98D5-9731B761D50F}">
      <dgm:prSet/>
      <dgm:spPr/>
      <dgm:t>
        <a:bodyPr/>
        <a:lstStyle/>
        <a:p>
          <a:r>
            <a:rPr lang="en-US" b="0" i="0"/>
            <a:t>Indexing</a:t>
          </a:r>
          <a:endParaRPr lang="en-US"/>
        </a:p>
      </dgm:t>
    </dgm:pt>
    <dgm:pt modelId="{687DB0BB-61CF-4672-846A-A8D1E769818D}" type="parTrans" cxnId="{3EC3DEA6-2E0E-4D16-AC06-02A9895AA751}">
      <dgm:prSet/>
      <dgm:spPr/>
      <dgm:t>
        <a:bodyPr/>
        <a:lstStyle/>
        <a:p>
          <a:endParaRPr lang="en-US"/>
        </a:p>
      </dgm:t>
    </dgm:pt>
    <dgm:pt modelId="{FD24F791-1E3B-4978-8B7B-BB405CD2A738}" type="sibTrans" cxnId="{3EC3DEA6-2E0E-4D16-AC06-02A9895AA751}">
      <dgm:prSet phldrT="2"/>
      <dgm:spPr/>
      <dgm:t>
        <a:bodyPr/>
        <a:lstStyle/>
        <a:p>
          <a:endParaRPr lang="en-US"/>
        </a:p>
      </dgm:t>
    </dgm:pt>
    <dgm:pt modelId="{CA36C5A3-7A84-4035-A349-77559E16E9C5}">
      <dgm:prSet/>
      <dgm:spPr/>
      <dgm:t>
        <a:bodyPr/>
        <a:lstStyle/>
        <a:p>
          <a:r>
            <a:rPr lang="en-US" b="0" i="0"/>
            <a:t>Record pair comparison</a:t>
          </a:r>
          <a:endParaRPr lang="en-US"/>
        </a:p>
      </dgm:t>
    </dgm:pt>
    <dgm:pt modelId="{17732E3C-7E8C-4AA7-B0BE-C6BD020B82E4}" type="parTrans" cxnId="{A026716C-E88D-4520-9467-2CC9CCF3C027}">
      <dgm:prSet/>
      <dgm:spPr/>
      <dgm:t>
        <a:bodyPr/>
        <a:lstStyle/>
        <a:p>
          <a:endParaRPr lang="en-US"/>
        </a:p>
      </dgm:t>
    </dgm:pt>
    <dgm:pt modelId="{9C8B5890-95E6-45CB-B37C-128386301E9B}" type="sibTrans" cxnId="{A026716C-E88D-4520-9467-2CC9CCF3C027}">
      <dgm:prSet phldrT="3"/>
      <dgm:spPr/>
      <dgm:t>
        <a:bodyPr/>
        <a:lstStyle/>
        <a:p>
          <a:endParaRPr lang="en-US"/>
        </a:p>
      </dgm:t>
    </dgm:pt>
    <dgm:pt modelId="{06DAD077-C6AA-454F-8E13-421E8DC91293}">
      <dgm:prSet/>
      <dgm:spPr/>
      <dgm:t>
        <a:bodyPr/>
        <a:lstStyle/>
        <a:p>
          <a:r>
            <a:rPr lang="en-US" b="0" i="0"/>
            <a:t>Classification</a:t>
          </a:r>
          <a:endParaRPr lang="en-US"/>
        </a:p>
      </dgm:t>
    </dgm:pt>
    <dgm:pt modelId="{8F91BF0C-4074-4688-8027-0A7C1CAC5269}" type="parTrans" cxnId="{00607503-3DDC-4D98-922E-3E4DCDEF0EC7}">
      <dgm:prSet/>
      <dgm:spPr/>
      <dgm:t>
        <a:bodyPr/>
        <a:lstStyle/>
        <a:p>
          <a:endParaRPr lang="en-US"/>
        </a:p>
      </dgm:t>
    </dgm:pt>
    <dgm:pt modelId="{9F86450A-3C3B-4772-BC8F-6B75E2D0CD23}" type="sibTrans" cxnId="{00607503-3DDC-4D98-922E-3E4DCDEF0EC7}">
      <dgm:prSet phldrT="4"/>
      <dgm:spPr/>
      <dgm:t>
        <a:bodyPr/>
        <a:lstStyle/>
        <a:p>
          <a:endParaRPr lang="en-US"/>
        </a:p>
      </dgm:t>
    </dgm:pt>
    <dgm:pt modelId="{3D9C9492-86F2-45D0-9144-F69E1AD4EE59}">
      <dgm:prSet/>
      <dgm:spPr/>
      <dgm:t>
        <a:bodyPr/>
        <a:lstStyle/>
        <a:p>
          <a:r>
            <a:rPr lang="en-US" b="0" i="0"/>
            <a:t>Evaluation</a:t>
          </a:r>
          <a:endParaRPr lang="en-US"/>
        </a:p>
      </dgm:t>
    </dgm:pt>
    <dgm:pt modelId="{D436CDD9-9BEC-4011-A561-91E0E57C9A21}" type="parTrans" cxnId="{D5E83B4B-50A9-4744-B016-7B23EA1B75D6}">
      <dgm:prSet/>
      <dgm:spPr/>
      <dgm:t>
        <a:bodyPr/>
        <a:lstStyle/>
        <a:p>
          <a:endParaRPr lang="en-US"/>
        </a:p>
      </dgm:t>
    </dgm:pt>
    <dgm:pt modelId="{182E2846-A156-4171-AC27-A554D965C0D8}" type="sibTrans" cxnId="{D5E83B4B-50A9-4744-B016-7B23EA1B75D6}">
      <dgm:prSet phldrT="5"/>
      <dgm:spPr/>
      <dgm:t>
        <a:bodyPr/>
        <a:lstStyle/>
        <a:p>
          <a:endParaRPr lang="en-US"/>
        </a:p>
      </dgm:t>
    </dgm:pt>
    <dgm:pt modelId="{83513154-4303-4CB0-96C1-FF9B045CD2A6}" type="pres">
      <dgm:prSet presAssocID="{51E8C328-8C25-4C1C-8C04-B33BC755F1F5}" presName="vert0" presStyleCnt="0">
        <dgm:presLayoutVars>
          <dgm:dir/>
          <dgm:animOne val="branch"/>
          <dgm:animLvl val="lvl"/>
        </dgm:presLayoutVars>
      </dgm:prSet>
      <dgm:spPr/>
    </dgm:pt>
    <dgm:pt modelId="{3A5C987C-D8CE-4332-BA7D-8983D89FA10F}" type="pres">
      <dgm:prSet presAssocID="{0BD75906-AF1C-4DA5-A13A-D7B4B84632C6}" presName="thickLine" presStyleLbl="alignNode1" presStyleIdx="0" presStyleCnt="5"/>
      <dgm:spPr/>
    </dgm:pt>
    <dgm:pt modelId="{80B0AB14-2E22-4A55-B8D4-E8414267193E}" type="pres">
      <dgm:prSet presAssocID="{0BD75906-AF1C-4DA5-A13A-D7B4B84632C6}" presName="horz1" presStyleCnt="0"/>
      <dgm:spPr/>
    </dgm:pt>
    <dgm:pt modelId="{EF40A18C-9C61-4D54-BB9F-FE89015E4786}" type="pres">
      <dgm:prSet presAssocID="{0BD75906-AF1C-4DA5-A13A-D7B4B84632C6}" presName="tx1" presStyleLbl="revTx" presStyleIdx="0" presStyleCnt="5"/>
      <dgm:spPr/>
    </dgm:pt>
    <dgm:pt modelId="{8C0A26A8-27F4-41BC-B099-7A9F28B9A2A3}" type="pres">
      <dgm:prSet presAssocID="{0BD75906-AF1C-4DA5-A13A-D7B4B84632C6}" presName="vert1" presStyleCnt="0"/>
      <dgm:spPr/>
    </dgm:pt>
    <dgm:pt modelId="{11DD5ED6-9BB8-447E-8556-157E784CD8AF}" type="pres">
      <dgm:prSet presAssocID="{ACA3DCF0-C519-491E-98D5-9731B761D50F}" presName="thickLine" presStyleLbl="alignNode1" presStyleIdx="1" presStyleCnt="5"/>
      <dgm:spPr/>
    </dgm:pt>
    <dgm:pt modelId="{4D3A0019-82C7-4A12-9F9B-C9C27BBA83E4}" type="pres">
      <dgm:prSet presAssocID="{ACA3DCF0-C519-491E-98D5-9731B761D50F}" presName="horz1" presStyleCnt="0"/>
      <dgm:spPr/>
    </dgm:pt>
    <dgm:pt modelId="{7FBA3326-E388-4201-9561-6C28C521A61B}" type="pres">
      <dgm:prSet presAssocID="{ACA3DCF0-C519-491E-98D5-9731B761D50F}" presName="tx1" presStyleLbl="revTx" presStyleIdx="1" presStyleCnt="5"/>
      <dgm:spPr/>
    </dgm:pt>
    <dgm:pt modelId="{04123812-9320-44C6-8A1F-8B95A028BCF0}" type="pres">
      <dgm:prSet presAssocID="{ACA3DCF0-C519-491E-98D5-9731B761D50F}" presName="vert1" presStyleCnt="0"/>
      <dgm:spPr/>
    </dgm:pt>
    <dgm:pt modelId="{EACD4E7D-D4AC-4EF7-BD19-BC7258C20134}" type="pres">
      <dgm:prSet presAssocID="{CA36C5A3-7A84-4035-A349-77559E16E9C5}" presName="thickLine" presStyleLbl="alignNode1" presStyleIdx="2" presStyleCnt="5"/>
      <dgm:spPr/>
    </dgm:pt>
    <dgm:pt modelId="{6D3FA660-1970-4712-A981-F7C5CFC616B5}" type="pres">
      <dgm:prSet presAssocID="{CA36C5A3-7A84-4035-A349-77559E16E9C5}" presName="horz1" presStyleCnt="0"/>
      <dgm:spPr/>
    </dgm:pt>
    <dgm:pt modelId="{6B1F658D-09D9-4683-8D76-50174549155A}" type="pres">
      <dgm:prSet presAssocID="{CA36C5A3-7A84-4035-A349-77559E16E9C5}" presName="tx1" presStyleLbl="revTx" presStyleIdx="2" presStyleCnt="5"/>
      <dgm:spPr/>
    </dgm:pt>
    <dgm:pt modelId="{1BE6F280-2809-4772-A813-EFDA283A718F}" type="pres">
      <dgm:prSet presAssocID="{CA36C5A3-7A84-4035-A349-77559E16E9C5}" presName="vert1" presStyleCnt="0"/>
      <dgm:spPr/>
    </dgm:pt>
    <dgm:pt modelId="{43B8489A-53E0-4BE7-A7F4-17D913E34C3D}" type="pres">
      <dgm:prSet presAssocID="{06DAD077-C6AA-454F-8E13-421E8DC91293}" presName="thickLine" presStyleLbl="alignNode1" presStyleIdx="3" presStyleCnt="5"/>
      <dgm:spPr/>
    </dgm:pt>
    <dgm:pt modelId="{8F97294D-5795-41E8-ABB8-178BC21D987E}" type="pres">
      <dgm:prSet presAssocID="{06DAD077-C6AA-454F-8E13-421E8DC91293}" presName="horz1" presStyleCnt="0"/>
      <dgm:spPr/>
    </dgm:pt>
    <dgm:pt modelId="{7B9D3582-217B-4127-B7D7-D3EB58FF463E}" type="pres">
      <dgm:prSet presAssocID="{06DAD077-C6AA-454F-8E13-421E8DC91293}" presName="tx1" presStyleLbl="revTx" presStyleIdx="3" presStyleCnt="5"/>
      <dgm:spPr/>
    </dgm:pt>
    <dgm:pt modelId="{17E8241A-98DF-435A-93DD-A3F8BFCDBACF}" type="pres">
      <dgm:prSet presAssocID="{06DAD077-C6AA-454F-8E13-421E8DC91293}" presName="vert1" presStyleCnt="0"/>
      <dgm:spPr/>
    </dgm:pt>
    <dgm:pt modelId="{17BF2038-1D1F-4B6C-9D88-0E9961FF9C31}" type="pres">
      <dgm:prSet presAssocID="{3D9C9492-86F2-45D0-9144-F69E1AD4EE59}" presName="thickLine" presStyleLbl="alignNode1" presStyleIdx="4" presStyleCnt="5"/>
      <dgm:spPr/>
    </dgm:pt>
    <dgm:pt modelId="{32B61AE6-9BC7-4733-AB1E-B8A2D060ED6F}" type="pres">
      <dgm:prSet presAssocID="{3D9C9492-86F2-45D0-9144-F69E1AD4EE59}" presName="horz1" presStyleCnt="0"/>
      <dgm:spPr/>
    </dgm:pt>
    <dgm:pt modelId="{DEBC6428-097E-4D3A-A1AB-135F884857CF}" type="pres">
      <dgm:prSet presAssocID="{3D9C9492-86F2-45D0-9144-F69E1AD4EE59}" presName="tx1" presStyleLbl="revTx" presStyleIdx="4" presStyleCnt="5"/>
      <dgm:spPr/>
    </dgm:pt>
    <dgm:pt modelId="{F62F7E40-DA54-4AC7-BE10-B4183CA70B98}" type="pres">
      <dgm:prSet presAssocID="{3D9C9492-86F2-45D0-9144-F69E1AD4EE59}" presName="vert1" presStyleCnt="0"/>
      <dgm:spPr/>
    </dgm:pt>
  </dgm:ptLst>
  <dgm:cxnLst>
    <dgm:cxn modelId="{00607503-3DDC-4D98-922E-3E4DCDEF0EC7}" srcId="{51E8C328-8C25-4C1C-8C04-B33BC755F1F5}" destId="{06DAD077-C6AA-454F-8E13-421E8DC91293}" srcOrd="3" destOrd="0" parTransId="{8F91BF0C-4074-4688-8027-0A7C1CAC5269}" sibTransId="{9F86450A-3C3B-4772-BC8F-6B75E2D0CD23}"/>
    <dgm:cxn modelId="{2148950B-C2AC-4AF1-91C8-B2C22E14BEF8}" srcId="{51E8C328-8C25-4C1C-8C04-B33BC755F1F5}" destId="{0BD75906-AF1C-4DA5-A13A-D7B4B84632C6}" srcOrd="0" destOrd="0" parTransId="{A7A0FDC9-6BDD-433A-80AB-6D06AC1EDE17}" sibTransId="{61DFEF3C-DE53-4D14-A293-9222BF64C33C}"/>
    <dgm:cxn modelId="{74D6440F-0334-4C82-9DEC-479884C0F08B}" type="presOf" srcId="{ACA3DCF0-C519-491E-98D5-9731B761D50F}" destId="{7FBA3326-E388-4201-9561-6C28C521A61B}" srcOrd="0" destOrd="0" presId="urn:microsoft.com/office/officeart/2008/layout/LinedList"/>
    <dgm:cxn modelId="{83BBB830-F50F-4C92-BB10-DB22C89DB27A}" type="presOf" srcId="{0BD75906-AF1C-4DA5-A13A-D7B4B84632C6}" destId="{EF40A18C-9C61-4D54-BB9F-FE89015E4786}" srcOrd="0" destOrd="0" presId="urn:microsoft.com/office/officeart/2008/layout/LinedList"/>
    <dgm:cxn modelId="{D5E83B4B-50A9-4744-B016-7B23EA1B75D6}" srcId="{51E8C328-8C25-4C1C-8C04-B33BC755F1F5}" destId="{3D9C9492-86F2-45D0-9144-F69E1AD4EE59}" srcOrd="4" destOrd="0" parTransId="{D436CDD9-9BEC-4011-A561-91E0E57C9A21}" sibTransId="{182E2846-A156-4171-AC27-A554D965C0D8}"/>
    <dgm:cxn modelId="{A026716C-E88D-4520-9467-2CC9CCF3C027}" srcId="{51E8C328-8C25-4C1C-8C04-B33BC755F1F5}" destId="{CA36C5A3-7A84-4035-A349-77559E16E9C5}" srcOrd="2" destOrd="0" parTransId="{17732E3C-7E8C-4AA7-B0BE-C6BD020B82E4}" sibTransId="{9C8B5890-95E6-45CB-B37C-128386301E9B}"/>
    <dgm:cxn modelId="{3EB8BB83-3E60-4728-A3A7-A5CC0BDB1B87}" type="presOf" srcId="{CA36C5A3-7A84-4035-A349-77559E16E9C5}" destId="{6B1F658D-09D9-4683-8D76-50174549155A}" srcOrd="0" destOrd="0" presId="urn:microsoft.com/office/officeart/2008/layout/LinedList"/>
    <dgm:cxn modelId="{3EC3DEA6-2E0E-4D16-AC06-02A9895AA751}" srcId="{51E8C328-8C25-4C1C-8C04-B33BC755F1F5}" destId="{ACA3DCF0-C519-491E-98D5-9731B761D50F}" srcOrd="1" destOrd="0" parTransId="{687DB0BB-61CF-4672-846A-A8D1E769818D}" sibTransId="{FD24F791-1E3B-4978-8B7B-BB405CD2A738}"/>
    <dgm:cxn modelId="{241029A7-CC9F-406D-8C32-2DDF8DCFA9D3}" type="presOf" srcId="{06DAD077-C6AA-454F-8E13-421E8DC91293}" destId="{7B9D3582-217B-4127-B7D7-D3EB58FF463E}" srcOrd="0" destOrd="0" presId="urn:microsoft.com/office/officeart/2008/layout/LinedList"/>
    <dgm:cxn modelId="{3F9305E4-E6B5-4293-A441-36D9A4E12625}" type="presOf" srcId="{3D9C9492-86F2-45D0-9144-F69E1AD4EE59}" destId="{DEBC6428-097E-4D3A-A1AB-135F884857CF}" srcOrd="0" destOrd="0" presId="urn:microsoft.com/office/officeart/2008/layout/LinedList"/>
    <dgm:cxn modelId="{691043EF-53D2-4131-9678-92083CFA18F1}" type="presOf" srcId="{51E8C328-8C25-4C1C-8C04-B33BC755F1F5}" destId="{83513154-4303-4CB0-96C1-FF9B045CD2A6}" srcOrd="0" destOrd="0" presId="urn:microsoft.com/office/officeart/2008/layout/LinedList"/>
    <dgm:cxn modelId="{EC25A2EA-FCF8-4706-9E5F-907BFD6B8C7B}" type="presParOf" srcId="{83513154-4303-4CB0-96C1-FF9B045CD2A6}" destId="{3A5C987C-D8CE-4332-BA7D-8983D89FA10F}" srcOrd="0" destOrd="0" presId="urn:microsoft.com/office/officeart/2008/layout/LinedList"/>
    <dgm:cxn modelId="{452C8DAE-30F6-4F35-942C-F59FF48EF3C6}" type="presParOf" srcId="{83513154-4303-4CB0-96C1-FF9B045CD2A6}" destId="{80B0AB14-2E22-4A55-B8D4-E8414267193E}" srcOrd="1" destOrd="0" presId="urn:microsoft.com/office/officeart/2008/layout/LinedList"/>
    <dgm:cxn modelId="{E3002895-49FD-437A-BADD-80F5C60C4E6A}" type="presParOf" srcId="{80B0AB14-2E22-4A55-B8D4-E8414267193E}" destId="{EF40A18C-9C61-4D54-BB9F-FE89015E4786}" srcOrd="0" destOrd="0" presId="urn:microsoft.com/office/officeart/2008/layout/LinedList"/>
    <dgm:cxn modelId="{128845E4-6465-4D52-BB43-96E5E2B8E12C}" type="presParOf" srcId="{80B0AB14-2E22-4A55-B8D4-E8414267193E}" destId="{8C0A26A8-27F4-41BC-B099-7A9F28B9A2A3}" srcOrd="1" destOrd="0" presId="urn:microsoft.com/office/officeart/2008/layout/LinedList"/>
    <dgm:cxn modelId="{08D82D62-5A02-483C-92E5-25C355FEE605}" type="presParOf" srcId="{83513154-4303-4CB0-96C1-FF9B045CD2A6}" destId="{11DD5ED6-9BB8-447E-8556-157E784CD8AF}" srcOrd="2" destOrd="0" presId="urn:microsoft.com/office/officeart/2008/layout/LinedList"/>
    <dgm:cxn modelId="{81256E09-86DA-405E-AED5-CCA52F714282}" type="presParOf" srcId="{83513154-4303-4CB0-96C1-FF9B045CD2A6}" destId="{4D3A0019-82C7-4A12-9F9B-C9C27BBA83E4}" srcOrd="3" destOrd="0" presId="urn:microsoft.com/office/officeart/2008/layout/LinedList"/>
    <dgm:cxn modelId="{406CCAF2-0643-4033-A1E5-7D8B9319BAB5}" type="presParOf" srcId="{4D3A0019-82C7-4A12-9F9B-C9C27BBA83E4}" destId="{7FBA3326-E388-4201-9561-6C28C521A61B}" srcOrd="0" destOrd="0" presId="urn:microsoft.com/office/officeart/2008/layout/LinedList"/>
    <dgm:cxn modelId="{75040391-794D-46B0-B629-F41A72741221}" type="presParOf" srcId="{4D3A0019-82C7-4A12-9F9B-C9C27BBA83E4}" destId="{04123812-9320-44C6-8A1F-8B95A028BCF0}" srcOrd="1" destOrd="0" presId="urn:microsoft.com/office/officeart/2008/layout/LinedList"/>
    <dgm:cxn modelId="{E1B19725-41FA-4495-8EF2-B9596DAE7987}" type="presParOf" srcId="{83513154-4303-4CB0-96C1-FF9B045CD2A6}" destId="{EACD4E7D-D4AC-4EF7-BD19-BC7258C20134}" srcOrd="4" destOrd="0" presId="urn:microsoft.com/office/officeart/2008/layout/LinedList"/>
    <dgm:cxn modelId="{B0885530-6B96-4D16-A1B6-4946E29C2614}" type="presParOf" srcId="{83513154-4303-4CB0-96C1-FF9B045CD2A6}" destId="{6D3FA660-1970-4712-A981-F7C5CFC616B5}" srcOrd="5" destOrd="0" presId="urn:microsoft.com/office/officeart/2008/layout/LinedList"/>
    <dgm:cxn modelId="{C3A42911-A248-4207-8C9A-E630B082158D}" type="presParOf" srcId="{6D3FA660-1970-4712-A981-F7C5CFC616B5}" destId="{6B1F658D-09D9-4683-8D76-50174549155A}" srcOrd="0" destOrd="0" presId="urn:microsoft.com/office/officeart/2008/layout/LinedList"/>
    <dgm:cxn modelId="{962DECB6-03D6-4350-A46E-4A774CBFE3D2}" type="presParOf" srcId="{6D3FA660-1970-4712-A981-F7C5CFC616B5}" destId="{1BE6F280-2809-4772-A813-EFDA283A718F}" srcOrd="1" destOrd="0" presId="urn:microsoft.com/office/officeart/2008/layout/LinedList"/>
    <dgm:cxn modelId="{342F4B97-C6AD-4C2F-817E-5D080DA2DC7B}" type="presParOf" srcId="{83513154-4303-4CB0-96C1-FF9B045CD2A6}" destId="{43B8489A-53E0-4BE7-A7F4-17D913E34C3D}" srcOrd="6" destOrd="0" presId="urn:microsoft.com/office/officeart/2008/layout/LinedList"/>
    <dgm:cxn modelId="{F495E974-C315-461B-BACA-86E91754999D}" type="presParOf" srcId="{83513154-4303-4CB0-96C1-FF9B045CD2A6}" destId="{8F97294D-5795-41E8-ABB8-178BC21D987E}" srcOrd="7" destOrd="0" presId="urn:microsoft.com/office/officeart/2008/layout/LinedList"/>
    <dgm:cxn modelId="{397F8AB7-933B-4D77-BFC5-CEFDAAA0D0B2}" type="presParOf" srcId="{8F97294D-5795-41E8-ABB8-178BC21D987E}" destId="{7B9D3582-217B-4127-B7D7-D3EB58FF463E}" srcOrd="0" destOrd="0" presId="urn:microsoft.com/office/officeart/2008/layout/LinedList"/>
    <dgm:cxn modelId="{2E9EBB01-FF3D-4ABA-8907-79F14B0239E0}" type="presParOf" srcId="{8F97294D-5795-41E8-ABB8-178BC21D987E}" destId="{17E8241A-98DF-435A-93DD-A3F8BFCDBACF}" srcOrd="1" destOrd="0" presId="urn:microsoft.com/office/officeart/2008/layout/LinedList"/>
    <dgm:cxn modelId="{5A165768-BC0D-4170-9F9D-FA0478F3E449}" type="presParOf" srcId="{83513154-4303-4CB0-96C1-FF9B045CD2A6}" destId="{17BF2038-1D1F-4B6C-9D88-0E9961FF9C31}" srcOrd="8" destOrd="0" presId="urn:microsoft.com/office/officeart/2008/layout/LinedList"/>
    <dgm:cxn modelId="{C1B7976C-031C-40AA-AA92-96B983BD48AE}" type="presParOf" srcId="{83513154-4303-4CB0-96C1-FF9B045CD2A6}" destId="{32B61AE6-9BC7-4733-AB1E-B8A2D060ED6F}" srcOrd="9" destOrd="0" presId="urn:microsoft.com/office/officeart/2008/layout/LinedList"/>
    <dgm:cxn modelId="{E83F3D48-8EC1-4FF2-B747-AC41100A1F3E}" type="presParOf" srcId="{32B61AE6-9BC7-4733-AB1E-B8A2D060ED6F}" destId="{DEBC6428-097E-4D3A-A1AB-135F884857CF}" srcOrd="0" destOrd="0" presId="urn:microsoft.com/office/officeart/2008/layout/LinedList"/>
    <dgm:cxn modelId="{3165B781-829C-40E8-8DD6-228695E3326C}" type="presParOf" srcId="{32B61AE6-9BC7-4733-AB1E-B8A2D060ED6F}" destId="{F62F7E40-DA54-4AC7-BE10-B4183CA70B98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9A33F798-73F0-4E39-BCBB-BE2F96C874AB}" type="doc">
      <dgm:prSet loTypeId="urn:microsoft.com/office/officeart/2005/8/layout/hList1" loCatId="list" qsTypeId="urn:microsoft.com/office/officeart/2005/8/quickstyle/simple5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2E9E40F-AE85-42D0-8D39-23AC9AFD73C3}">
      <dgm:prSet/>
      <dgm:spPr/>
      <dgm:t>
        <a:bodyPr/>
        <a:lstStyle/>
        <a:p>
          <a:r>
            <a:rPr lang="en-US" dirty="0"/>
            <a:t>Remove</a:t>
          </a:r>
        </a:p>
      </dgm:t>
    </dgm:pt>
    <dgm:pt modelId="{830E02AD-8148-4585-A084-CE1063FD440E}" type="parTrans" cxnId="{22A6224A-F34C-48D1-BBB7-B7A6F0A18B01}">
      <dgm:prSet/>
      <dgm:spPr/>
      <dgm:t>
        <a:bodyPr/>
        <a:lstStyle/>
        <a:p>
          <a:endParaRPr lang="en-US"/>
        </a:p>
      </dgm:t>
    </dgm:pt>
    <dgm:pt modelId="{29F4B3CD-B196-486A-B152-5D8E9EDA162F}" type="sibTrans" cxnId="{22A6224A-F34C-48D1-BBB7-B7A6F0A18B01}">
      <dgm:prSet/>
      <dgm:spPr/>
      <dgm:t>
        <a:bodyPr/>
        <a:lstStyle/>
        <a:p>
          <a:endParaRPr lang="en-US"/>
        </a:p>
      </dgm:t>
    </dgm:pt>
    <dgm:pt modelId="{D6B7659B-3DE8-43EE-9682-4AA873F380CD}">
      <dgm:prSet/>
      <dgm:spPr/>
      <dgm:t>
        <a:bodyPr/>
        <a:lstStyle/>
        <a:p>
          <a:r>
            <a:rPr lang="en-US" dirty="0"/>
            <a:t>Unwanted characters </a:t>
          </a:r>
        </a:p>
      </dgm:t>
    </dgm:pt>
    <dgm:pt modelId="{ABF65A47-BB82-4E8E-B936-6C9B51D05156}" type="parTrans" cxnId="{367F1E6A-DF42-4EC5-9473-C671F651F267}">
      <dgm:prSet/>
      <dgm:spPr/>
      <dgm:t>
        <a:bodyPr/>
        <a:lstStyle/>
        <a:p>
          <a:endParaRPr lang="en-US"/>
        </a:p>
      </dgm:t>
    </dgm:pt>
    <dgm:pt modelId="{BD7C6D29-CA53-416F-9095-B765E3AE052B}" type="sibTrans" cxnId="{367F1E6A-DF42-4EC5-9473-C671F651F267}">
      <dgm:prSet/>
      <dgm:spPr/>
      <dgm:t>
        <a:bodyPr/>
        <a:lstStyle/>
        <a:p>
          <a:endParaRPr lang="en-US"/>
        </a:p>
      </dgm:t>
    </dgm:pt>
    <dgm:pt modelId="{DBBAABE8-9CDE-4C0C-9BC7-C1DA874D7202}">
      <dgm:prSet/>
      <dgm:spPr/>
      <dgm:t>
        <a:bodyPr/>
        <a:lstStyle/>
        <a:p>
          <a:r>
            <a:rPr lang="en-US" dirty="0"/>
            <a:t>Trim</a:t>
          </a:r>
        </a:p>
      </dgm:t>
    </dgm:pt>
    <dgm:pt modelId="{E3CA33A8-81CC-4A4C-BF88-4699CC34389A}" type="parTrans" cxnId="{B8788C16-519C-402E-BE88-6FB649C96A91}">
      <dgm:prSet/>
      <dgm:spPr/>
      <dgm:t>
        <a:bodyPr/>
        <a:lstStyle/>
        <a:p>
          <a:endParaRPr lang="en-US"/>
        </a:p>
      </dgm:t>
    </dgm:pt>
    <dgm:pt modelId="{A8C6837D-32E8-4DF1-B080-2EF5A678A927}" type="sibTrans" cxnId="{B8788C16-519C-402E-BE88-6FB649C96A91}">
      <dgm:prSet/>
      <dgm:spPr/>
      <dgm:t>
        <a:bodyPr/>
        <a:lstStyle/>
        <a:p>
          <a:endParaRPr lang="en-US"/>
        </a:p>
      </dgm:t>
    </dgm:pt>
    <dgm:pt modelId="{1A41C15E-E50B-4849-89E9-096CA31308CA}">
      <dgm:prSet/>
      <dgm:spPr/>
      <dgm:t>
        <a:bodyPr/>
        <a:lstStyle/>
        <a:p>
          <a:r>
            <a:rPr lang="en-US" dirty="0"/>
            <a:t>All unnecessary whitespace</a:t>
          </a:r>
        </a:p>
      </dgm:t>
    </dgm:pt>
    <dgm:pt modelId="{D8A366EE-4403-4A80-94E3-9EB807717ACD}" type="parTrans" cxnId="{E25587B7-BD4E-46BA-91DC-C5919149DAF3}">
      <dgm:prSet/>
      <dgm:spPr/>
      <dgm:t>
        <a:bodyPr/>
        <a:lstStyle/>
        <a:p>
          <a:endParaRPr lang="en-US"/>
        </a:p>
      </dgm:t>
    </dgm:pt>
    <dgm:pt modelId="{3780D81E-C3CF-4FF0-8BEE-FBBD891160AD}" type="sibTrans" cxnId="{E25587B7-BD4E-46BA-91DC-C5919149DAF3}">
      <dgm:prSet/>
      <dgm:spPr/>
      <dgm:t>
        <a:bodyPr/>
        <a:lstStyle/>
        <a:p>
          <a:endParaRPr lang="en-US"/>
        </a:p>
      </dgm:t>
    </dgm:pt>
    <dgm:pt modelId="{2B771E11-42C5-42AF-B727-BC25F5AABC0E}">
      <dgm:prSet/>
      <dgm:spPr/>
      <dgm:t>
        <a:bodyPr/>
        <a:lstStyle/>
        <a:p>
          <a:r>
            <a:rPr lang="en-US" dirty="0"/>
            <a:t>Standardize</a:t>
          </a:r>
        </a:p>
      </dgm:t>
    </dgm:pt>
    <dgm:pt modelId="{92854025-EE1F-49DE-B6DB-0FC2AD26F855}" type="parTrans" cxnId="{432CCEE7-85FD-405B-97C9-5DFFE65FFB42}">
      <dgm:prSet/>
      <dgm:spPr/>
      <dgm:t>
        <a:bodyPr/>
        <a:lstStyle/>
        <a:p>
          <a:endParaRPr lang="en-US"/>
        </a:p>
      </dgm:t>
    </dgm:pt>
    <dgm:pt modelId="{3A6D3C0E-E148-4AB9-B2A0-DF07D11F5A98}" type="sibTrans" cxnId="{432CCEE7-85FD-405B-97C9-5DFFE65FFB42}">
      <dgm:prSet/>
      <dgm:spPr/>
      <dgm:t>
        <a:bodyPr/>
        <a:lstStyle/>
        <a:p>
          <a:endParaRPr lang="en-US"/>
        </a:p>
      </dgm:t>
    </dgm:pt>
    <dgm:pt modelId="{90D11216-EB89-4A94-AED7-0E9B0F1FF885}">
      <dgm:prSet/>
      <dgm:spPr/>
      <dgm:t>
        <a:bodyPr/>
        <a:lstStyle/>
        <a:p>
          <a:r>
            <a:rPr lang="en-US" dirty="0"/>
            <a:t>Common address abbreviations</a:t>
          </a:r>
        </a:p>
      </dgm:t>
    </dgm:pt>
    <dgm:pt modelId="{3A588C0D-8922-4FC3-8B09-C7D69F3BD2E5}" type="parTrans" cxnId="{D8E85B4C-B4C8-4645-9A89-665F1AAAC04D}">
      <dgm:prSet/>
      <dgm:spPr/>
      <dgm:t>
        <a:bodyPr/>
        <a:lstStyle/>
        <a:p>
          <a:endParaRPr lang="en-US"/>
        </a:p>
      </dgm:t>
    </dgm:pt>
    <dgm:pt modelId="{3BE81EE2-EC0C-41FC-92E2-A86B76F296FC}" type="sibTrans" cxnId="{D8E85B4C-B4C8-4645-9A89-665F1AAAC04D}">
      <dgm:prSet/>
      <dgm:spPr/>
      <dgm:t>
        <a:bodyPr/>
        <a:lstStyle/>
        <a:p>
          <a:endParaRPr lang="en-US"/>
        </a:p>
      </dgm:t>
    </dgm:pt>
    <dgm:pt modelId="{59653905-158C-41FF-AF10-4F22B503A69D}">
      <dgm:prSet/>
      <dgm:spPr/>
      <dgm:t>
        <a:bodyPr/>
        <a:lstStyle/>
        <a:p>
          <a:r>
            <a:rPr lang="en-US" dirty="0"/>
            <a:t>Ex. </a:t>
          </a:r>
        </a:p>
      </dgm:t>
    </dgm:pt>
    <dgm:pt modelId="{B36BA61E-95A1-4728-9C4E-621BC470FD3B}" type="parTrans" cxnId="{9D945138-FFF3-454E-9E11-3E60F472D936}">
      <dgm:prSet/>
      <dgm:spPr/>
      <dgm:t>
        <a:bodyPr/>
        <a:lstStyle/>
        <a:p>
          <a:endParaRPr lang="en-US"/>
        </a:p>
      </dgm:t>
    </dgm:pt>
    <dgm:pt modelId="{A9125A51-564A-4574-BB64-3D2A8D8A62E5}" type="sibTrans" cxnId="{9D945138-FFF3-454E-9E11-3E60F472D936}">
      <dgm:prSet/>
      <dgm:spPr/>
      <dgm:t>
        <a:bodyPr/>
        <a:lstStyle/>
        <a:p>
          <a:endParaRPr lang="en-US"/>
        </a:p>
      </dgm:t>
    </dgm:pt>
    <dgm:pt modelId="{F6473B38-4A9E-48DC-83EA-216AC9E20AB1}">
      <dgm:prSet/>
      <dgm:spPr/>
      <dgm:t>
        <a:bodyPr/>
        <a:lstStyle/>
        <a:p>
          <a:r>
            <a:rPr lang="en-US" dirty="0"/>
            <a:t>Combine</a:t>
          </a:r>
        </a:p>
      </dgm:t>
    </dgm:pt>
    <dgm:pt modelId="{F9EFDB20-890D-43BC-90DE-B5B004483BD2}" type="parTrans" cxnId="{203F89F8-AD34-4F36-958C-8D360BCD720B}">
      <dgm:prSet/>
      <dgm:spPr/>
    </dgm:pt>
    <dgm:pt modelId="{1BFB567F-F3C2-471A-8844-72E3C4594082}" type="sibTrans" cxnId="{203F89F8-AD34-4F36-958C-8D360BCD720B}">
      <dgm:prSet/>
      <dgm:spPr/>
      <dgm:t>
        <a:bodyPr/>
        <a:lstStyle/>
        <a:p>
          <a:endParaRPr lang="en-US"/>
        </a:p>
      </dgm:t>
    </dgm:pt>
    <dgm:pt modelId="{A3DAB37E-1D38-4EA3-A35D-F8EBF3270212}">
      <dgm:prSet/>
      <dgm:spPr/>
      <dgm:t>
        <a:bodyPr/>
        <a:lstStyle/>
        <a:p>
          <a:r>
            <a:rPr lang="en-US" dirty="0"/>
            <a:t>Related fields into a single field </a:t>
          </a:r>
        </a:p>
      </dgm:t>
    </dgm:pt>
    <dgm:pt modelId="{FF406367-D378-4C9B-B275-8E92049031BA}" type="parTrans" cxnId="{DF40736C-6BEA-4E6B-9319-21E7933C4C16}">
      <dgm:prSet/>
      <dgm:spPr/>
      <dgm:t>
        <a:bodyPr/>
        <a:lstStyle/>
        <a:p>
          <a:endParaRPr lang="en-US"/>
        </a:p>
      </dgm:t>
    </dgm:pt>
    <dgm:pt modelId="{D6FC47F6-D289-4E71-9B25-D0A08D2185EF}" type="sibTrans" cxnId="{DF40736C-6BEA-4E6B-9319-21E7933C4C16}">
      <dgm:prSet/>
      <dgm:spPr/>
      <dgm:t>
        <a:bodyPr/>
        <a:lstStyle/>
        <a:p>
          <a:endParaRPr lang="en-US"/>
        </a:p>
      </dgm:t>
    </dgm:pt>
    <dgm:pt modelId="{37DC62FE-2ABE-4AD6-93AA-F80586F110A2}">
      <dgm:prSet/>
      <dgm:spPr/>
      <dgm:t>
        <a:bodyPr/>
        <a:lstStyle/>
        <a:p>
          <a:r>
            <a:rPr lang="en-US" dirty="0"/>
            <a:t>Ex. </a:t>
          </a:r>
        </a:p>
      </dgm:t>
    </dgm:pt>
    <dgm:pt modelId="{33C65AA8-6A7D-4867-A2CA-81B6C90A3432}" type="parTrans" cxnId="{3CFB5648-393D-4483-9D4D-A59676428704}">
      <dgm:prSet/>
      <dgm:spPr/>
      <dgm:t>
        <a:bodyPr/>
        <a:lstStyle/>
        <a:p>
          <a:endParaRPr lang="en-US"/>
        </a:p>
      </dgm:t>
    </dgm:pt>
    <dgm:pt modelId="{DF880965-C9C5-43B0-8832-F9B751623F6E}" type="sibTrans" cxnId="{3CFB5648-393D-4483-9D4D-A59676428704}">
      <dgm:prSet/>
      <dgm:spPr/>
      <dgm:t>
        <a:bodyPr/>
        <a:lstStyle/>
        <a:p>
          <a:endParaRPr lang="en-US"/>
        </a:p>
      </dgm:t>
    </dgm:pt>
    <dgm:pt modelId="{A0E5E432-0764-457D-9B7C-96633990B90B}">
      <dgm:prSet/>
      <dgm:spPr/>
      <dgm:t>
        <a:bodyPr/>
        <a:lstStyle/>
        <a:p>
          <a:r>
            <a:rPr lang="en-US" dirty="0"/>
            <a:t>Punctuation, tabs, new lines</a:t>
          </a:r>
        </a:p>
      </dgm:t>
    </dgm:pt>
    <dgm:pt modelId="{A2923AC6-780C-4871-A997-D1498CDC4AFC}" type="parTrans" cxnId="{084B894D-5382-4E74-92CD-EE0392EA20FD}">
      <dgm:prSet/>
      <dgm:spPr/>
      <dgm:t>
        <a:bodyPr/>
        <a:lstStyle/>
        <a:p>
          <a:endParaRPr lang="en-US"/>
        </a:p>
      </dgm:t>
    </dgm:pt>
    <dgm:pt modelId="{FDB76A24-255C-4E56-A0C6-5AF7EFFF1439}" type="sibTrans" cxnId="{084B894D-5382-4E74-92CD-EE0392EA20FD}">
      <dgm:prSet/>
      <dgm:spPr/>
      <dgm:t>
        <a:bodyPr/>
        <a:lstStyle/>
        <a:p>
          <a:endParaRPr lang="en-US"/>
        </a:p>
      </dgm:t>
    </dgm:pt>
    <dgm:pt modelId="{543E22F9-882B-454C-AFD5-90F453B8B51F}">
      <dgm:prSet/>
      <dgm:spPr/>
      <dgm:t>
        <a:bodyPr/>
        <a:lstStyle/>
        <a:p>
          <a:r>
            <a:rPr lang="en-US" sz="2800" dirty="0"/>
            <a:t>Address</a:t>
          </a:r>
        </a:p>
      </dgm:t>
    </dgm:pt>
    <dgm:pt modelId="{6A1B0A01-2EFF-4C95-87EA-D6642DC4C56D}" type="parTrans" cxnId="{0BAB61C7-C24A-448F-8541-2EF371655DA5}">
      <dgm:prSet/>
      <dgm:spPr/>
    </dgm:pt>
    <dgm:pt modelId="{40BD49A3-A003-4ACB-931E-762F51A11B54}" type="sibTrans" cxnId="{0BAB61C7-C24A-448F-8541-2EF371655DA5}">
      <dgm:prSet/>
      <dgm:spPr/>
      <dgm:t>
        <a:bodyPr/>
        <a:lstStyle/>
        <a:p>
          <a:endParaRPr lang="en-US"/>
        </a:p>
      </dgm:t>
    </dgm:pt>
    <dgm:pt modelId="{DC57DD83-24B6-4392-896F-615A9004EF52}">
      <dgm:prSet/>
      <dgm:spPr/>
      <dgm:t>
        <a:bodyPr/>
        <a:lstStyle/>
        <a:p>
          <a:r>
            <a:rPr lang="en-US" sz="2800" dirty="0"/>
            <a:t>Address_1 &amp; Address_2 </a:t>
          </a:r>
        </a:p>
      </dgm:t>
    </dgm:pt>
    <dgm:pt modelId="{2464073E-82A1-4A46-8AC2-859FFE70F01D}" type="parTrans" cxnId="{58C4AEDE-4F68-4B5E-A1A3-F86BAB85E06C}">
      <dgm:prSet/>
      <dgm:spPr/>
    </dgm:pt>
    <dgm:pt modelId="{8BEB0FD9-60AD-4E31-89EF-1ED101707245}" type="sibTrans" cxnId="{58C4AEDE-4F68-4B5E-A1A3-F86BAB85E06C}">
      <dgm:prSet/>
      <dgm:spPr/>
      <dgm:t>
        <a:bodyPr/>
        <a:lstStyle/>
        <a:p>
          <a:endParaRPr lang="en-US"/>
        </a:p>
      </dgm:t>
    </dgm:pt>
    <dgm:pt modelId="{485DB323-1653-4700-A799-ECBB45EE54EF}">
      <dgm:prSet/>
      <dgm:spPr/>
      <dgm:t>
        <a:bodyPr/>
        <a:lstStyle/>
        <a:p>
          <a:r>
            <a:rPr lang="en-US" sz="2800" dirty="0"/>
            <a:t>123 N State St</a:t>
          </a:r>
        </a:p>
      </dgm:t>
    </dgm:pt>
    <dgm:pt modelId="{CF1F9659-FA11-4BD9-BB9D-5C2590CC7508}" type="parTrans" cxnId="{6E4C191C-8001-4855-A857-88B6EC5189AC}">
      <dgm:prSet/>
      <dgm:spPr/>
    </dgm:pt>
    <dgm:pt modelId="{0038B60B-6A59-4197-BA4F-572A3AA8C174}" type="sibTrans" cxnId="{6E4C191C-8001-4855-A857-88B6EC5189AC}">
      <dgm:prSet/>
      <dgm:spPr/>
      <dgm:t>
        <a:bodyPr/>
        <a:lstStyle/>
        <a:p>
          <a:endParaRPr lang="en-US"/>
        </a:p>
      </dgm:t>
    </dgm:pt>
    <dgm:pt modelId="{E13F8F78-6BF5-42F0-ADCC-1BACBAF24E90}">
      <dgm:prSet/>
      <dgm:spPr/>
      <dgm:t>
        <a:bodyPr/>
        <a:lstStyle/>
        <a:p>
          <a:r>
            <a:rPr lang="en-US" sz="2400" dirty="0"/>
            <a:t>123 North State Street</a:t>
          </a:r>
        </a:p>
      </dgm:t>
    </dgm:pt>
    <dgm:pt modelId="{6C5C9EBE-1B5E-4594-BA98-E41D37852873}" type="parTrans" cxnId="{02DF1A0D-6C47-40FC-9036-CA3EC5DACEB3}">
      <dgm:prSet/>
      <dgm:spPr/>
    </dgm:pt>
    <dgm:pt modelId="{11829295-140C-4A55-9418-F416F0008F66}" type="sibTrans" cxnId="{02DF1A0D-6C47-40FC-9036-CA3EC5DACEB3}">
      <dgm:prSet/>
      <dgm:spPr/>
      <dgm:t>
        <a:bodyPr/>
        <a:lstStyle/>
        <a:p>
          <a:endParaRPr lang="en-US"/>
        </a:p>
      </dgm:t>
    </dgm:pt>
    <dgm:pt modelId="{011A92D3-C33E-4CBD-9902-9DAB26715962}">
      <dgm:prSet/>
      <dgm:spPr/>
      <dgm:t>
        <a:bodyPr/>
        <a:lstStyle/>
        <a:p>
          <a:endParaRPr lang="en-US" sz="2800" dirty="0"/>
        </a:p>
      </dgm:t>
    </dgm:pt>
    <dgm:pt modelId="{1E03D00A-BAE6-4A75-B075-EBE70C9B98A5}" type="parTrans" cxnId="{DED017D9-1FB5-4839-BCF2-32EB43C558FB}">
      <dgm:prSet/>
      <dgm:spPr/>
    </dgm:pt>
    <dgm:pt modelId="{9BD721C2-CE9B-4E18-B6D0-CAC18889A810}" type="sibTrans" cxnId="{DED017D9-1FB5-4839-BCF2-32EB43C558FB}">
      <dgm:prSet/>
      <dgm:spPr/>
    </dgm:pt>
    <dgm:pt modelId="{8FDCF87E-1266-4979-925D-413296D2D1E9}">
      <dgm:prSet/>
      <dgm:spPr/>
      <dgm:t>
        <a:bodyPr/>
        <a:lstStyle/>
        <a:p>
          <a:endParaRPr lang="en-US" sz="2800"/>
        </a:p>
      </dgm:t>
    </dgm:pt>
    <dgm:pt modelId="{4C3F5F58-D524-47EB-9989-AB6B8DF981D4}" type="parTrans" cxnId="{B1FBC38A-C529-4224-9377-B55D45661D30}">
      <dgm:prSet/>
      <dgm:spPr/>
    </dgm:pt>
    <dgm:pt modelId="{E35FD387-9AAF-4139-A3FC-183C9026831C}" type="sibTrans" cxnId="{B1FBC38A-C529-4224-9377-B55D45661D30}">
      <dgm:prSet/>
      <dgm:spPr/>
    </dgm:pt>
    <dgm:pt modelId="{3DEE27D9-A78B-4CAC-A13B-8884A899977E}">
      <dgm:prSet/>
      <dgm:spPr/>
      <dgm:t>
        <a:bodyPr/>
        <a:lstStyle/>
        <a:p>
          <a:endParaRPr lang="en-US" sz="2800" dirty="0"/>
        </a:p>
      </dgm:t>
    </dgm:pt>
    <dgm:pt modelId="{986C6C71-7E44-40D9-982C-48D87E2C480C}" type="parTrans" cxnId="{93672900-FE52-47AC-BF20-AC643327BA01}">
      <dgm:prSet/>
      <dgm:spPr/>
    </dgm:pt>
    <dgm:pt modelId="{CFB9735A-81B8-4EBA-9E70-D68BA5448CB5}" type="sibTrans" cxnId="{93672900-FE52-47AC-BF20-AC643327BA01}">
      <dgm:prSet/>
      <dgm:spPr/>
    </dgm:pt>
    <dgm:pt modelId="{3B3EC97F-AC5F-45E2-9D66-DE049273FCA7}">
      <dgm:prSet/>
      <dgm:spPr/>
      <dgm:t>
        <a:bodyPr/>
        <a:lstStyle/>
        <a:p>
          <a:endParaRPr lang="en-US" sz="2800" dirty="0"/>
        </a:p>
      </dgm:t>
    </dgm:pt>
    <dgm:pt modelId="{A4CC823E-9112-4210-A564-4ABE122057A2}" type="parTrans" cxnId="{1AAFB4AE-A20D-4E4B-BE28-765BC2AD8245}">
      <dgm:prSet/>
      <dgm:spPr/>
    </dgm:pt>
    <dgm:pt modelId="{0B121BD3-2786-42F2-A5C3-53BB01E50588}" type="sibTrans" cxnId="{1AAFB4AE-A20D-4E4B-BE28-765BC2AD8245}">
      <dgm:prSet/>
      <dgm:spPr/>
    </dgm:pt>
    <dgm:pt modelId="{D890A9F5-32A5-499E-AE4A-53FCE0632068}" type="pres">
      <dgm:prSet presAssocID="{9A33F798-73F0-4E39-BCBB-BE2F96C874AB}" presName="Name0" presStyleCnt="0">
        <dgm:presLayoutVars>
          <dgm:dir/>
          <dgm:animLvl val="lvl"/>
          <dgm:resizeHandles val="exact"/>
        </dgm:presLayoutVars>
      </dgm:prSet>
      <dgm:spPr/>
    </dgm:pt>
    <dgm:pt modelId="{74C086D6-DE2A-4FFA-A0DA-EFE64CFE9214}" type="pres">
      <dgm:prSet presAssocID="{12E9E40F-AE85-42D0-8D39-23AC9AFD73C3}" presName="composite" presStyleCnt="0"/>
      <dgm:spPr/>
    </dgm:pt>
    <dgm:pt modelId="{E5406326-FBB7-404D-9842-5E50458CA793}" type="pres">
      <dgm:prSet presAssocID="{12E9E40F-AE85-42D0-8D39-23AC9AFD73C3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F9C3E665-B8BB-4E61-BAC8-B3A52C325D35}" type="pres">
      <dgm:prSet presAssocID="{12E9E40F-AE85-42D0-8D39-23AC9AFD73C3}" presName="desTx" presStyleLbl="alignAccFollowNode1" presStyleIdx="0" presStyleCnt="4">
        <dgm:presLayoutVars>
          <dgm:bulletEnabled val="1"/>
        </dgm:presLayoutVars>
      </dgm:prSet>
      <dgm:spPr/>
    </dgm:pt>
    <dgm:pt modelId="{E97B6C7F-874E-4A68-BEF2-D2F3A4C7892C}" type="pres">
      <dgm:prSet presAssocID="{29F4B3CD-B196-486A-B152-5D8E9EDA162F}" presName="space" presStyleCnt="0"/>
      <dgm:spPr/>
    </dgm:pt>
    <dgm:pt modelId="{706CD688-EA0B-486A-A27F-67EBCE568BD3}" type="pres">
      <dgm:prSet presAssocID="{DBBAABE8-9CDE-4C0C-9BC7-C1DA874D7202}" presName="composite" presStyleCnt="0"/>
      <dgm:spPr/>
    </dgm:pt>
    <dgm:pt modelId="{F42C6B58-D9EE-448A-948D-50CDFC4BDCA9}" type="pres">
      <dgm:prSet presAssocID="{DBBAABE8-9CDE-4C0C-9BC7-C1DA874D7202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AD9DE300-977E-4F8C-9E3C-5D6C98F0CBE0}" type="pres">
      <dgm:prSet presAssocID="{DBBAABE8-9CDE-4C0C-9BC7-C1DA874D7202}" presName="desTx" presStyleLbl="alignAccFollowNode1" presStyleIdx="1" presStyleCnt="4">
        <dgm:presLayoutVars>
          <dgm:bulletEnabled val="1"/>
        </dgm:presLayoutVars>
      </dgm:prSet>
      <dgm:spPr/>
    </dgm:pt>
    <dgm:pt modelId="{05801D30-8F59-49F1-9422-106F69D41908}" type="pres">
      <dgm:prSet presAssocID="{A8C6837D-32E8-4DF1-B080-2EF5A678A927}" presName="space" presStyleCnt="0"/>
      <dgm:spPr/>
    </dgm:pt>
    <dgm:pt modelId="{6D85ED57-6F0C-4C16-AFF9-598173B2C154}" type="pres">
      <dgm:prSet presAssocID="{F6473B38-4A9E-48DC-83EA-216AC9E20AB1}" presName="composite" presStyleCnt="0"/>
      <dgm:spPr/>
    </dgm:pt>
    <dgm:pt modelId="{A9488153-CE7A-4FE3-887C-2CFC8E597351}" type="pres">
      <dgm:prSet presAssocID="{F6473B38-4A9E-48DC-83EA-216AC9E20AB1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CE2966C5-A7A0-404F-8C3A-2B9C75C5BC41}" type="pres">
      <dgm:prSet presAssocID="{F6473B38-4A9E-48DC-83EA-216AC9E20AB1}" presName="desTx" presStyleLbl="alignAccFollowNode1" presStyleIdx="2" presStyleCnt="4">
        <dgm:presLayoutVars>
          <dgm:bulletEnabled val="1"/>
        </dgm:presLayoutVars>
      </dgm:prSet>
      <dgm:spPr/>
    </dgm:pt>
    <dgm:pt modelId="{DB260D10-C14A-4F13-B8BF-213C3BA58CE4}" type="pres">
      <dgm:prSet presAssocID="{1BFB567F-F3C2-471A-8844-72E3C4594082}" presName="space" presStyleCnt="0"/>
      <dgm:spPr/>
    </dgm:pt>
    <dgm:pt modelId="{2010B631-EC61-4399-AD97-7EBDEE84AC81}" type="pres">
      <dgm:prSet presAssocID="{2B771E11-42C5-42AF-B727-BC25F5AABC0E}" presName="composite" presStyleCnt="0"/>
      <dgm:spPr/>
    </dgm:pt>
    <dgm:pt modelId="{C002646F-ED7E-4E38-BE1B-E290CE09F2CD}" type="pres">
      <dgm:prSet presAssocID="{2B771E11-42C5-42AF-B727-BC25F5AABC0E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F6A86B51-9EDB-46C6-9470-D3F22EDEADA5}" type="pres">
      <dgm:prSet presAssocID="{2B771E11-42C5-42AF-B727-BC25F5AABC0E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93672900-FE52-47AC-BF20-AC643327BA01}" srcId="{DC57DD83-24B6-4392-896F-615A9004EF52}" destId="{3DEE27D9-A78B-4CAC-A13B-8884A899977E}" srcOrd="1" destOrd="0" parTransId="{986C6C71-7E44-40D9-982C-48D87E2C480C}" sibTransId="{CFB9735A-81B8-4EBA-9E70-D68BA5448CB5}"/>
    <dgm:cxn modelId="{594DF803-4BD9-4FDE-91EB-0FE538CBC6E5}" type="presOf" srcId="{E13F8F78-6BF5-42F0-ADCC-1BACBAF24E90}" destId="{F6A86B51-9EDB-46C6-9470-D3F22EDEADA5}" srcOrd="0" destOrd="5" presId="urn:microsoft.com/office/officeart/2005/8/layout/hList1"/>
    <dgm:cxn modelId="{02DF1A0D-6C47-40FC-9036-CA3EC5DACEB3}" srcId="{59653905-158C-41FF-AF10-4F22B503A69D}" destId="{E13F8F78-6BF5-42F0-ADCC-1BACBAF24E90}" srcOrd="1" destOrd="0" parTransId="{6C5C9EBE-1B5E-4594-BA98-E41D37852873}" sibTransId="{11829295-140C-4A55-9418-F416F0008F66}"/>
    <dgm:cxn modelId="{B8788C16-519C-402E-BE88-6FB649C96A91}" srcId="{9A33F798-73F0-4E39-BCBB-BE2F96C874AB}" destId="{DBBAABE8-9CDE-4C0C-9BC7-C1DA874D7202}" srcOrd="1" destOrd="0" parTransId="{E3CA33A8-81CC-4A4C-BF88-4699CC34389A}" sibTransId="{A8C6837D-32E8-4DF1-B080-2EF5A678A927}"/>
    <dgm:cxn modelId="{D96EFF16-AD4D-4313-B89B-8F0DBC83B477}" type="presOf" srcId="{D6B7659B-3DE8-43EE-9682-4AA873F380CD}" destId="{F9C3E665-B8BB-4E61-BAC8-B3A52C325D35}" srcOrd="0" destOrd="0" presId="urn:microsoft.com/office/officeart/2005/8/layout/hList1"/>
    <dgm:cxn modelId="{6E4C191C-8001-4855-A857-88B6EC5189AC}" srcId="{59653905-158C-41FF-AF10-4F22B503A69D}" destId="{485DB323-1653-4700-A799-ECBB45EE54EF}" srcOrd="0" destOrd="0" parTransId="{CF1F9659-FA11-4BD9-BB9D-5C2590CC7508}" sibTransId="{0038B60B-6A59-4197-BA4F-572A3AA8C174}"/>
    <dgm:cxn modelId="{B9EE8025-4CDC-4A59-A1C2-B04349FA18C0}" type="presOf" srcId="{59653905-158C-41FF-AF10-4F22B503A69D}" destId="{F6A86B51-9EDB-46C6-9470-D3F22EDEADA5}" srcOrd="0" destOrd="1" presId="urn:microsoft.com/office/officeart/2005/8/layout/hList1"/>
    <dgm:cxn modelId="{9D945138-FFF3-454E-9E11-3E60F472D936}" srcId="{90D11216-EB89-4A94-AED7-0E9B0F1FF885}" destId="{59653905-158C-41FF-AF10-4F22B503A69D}" srcOrd="0" destOrd="0" parTransId="{B36BA61E-95A1-4728-9C4E-621BC470FD3B}" sibTransId="{A9125A51-564A-4574-BB64-3D2A8D8A62E5}"/>
    <dgm:cxn modelId="{6B20D15D-3879-46D9-8847-E1A61EB1B7BC}" type="presOf" srcId="{543E22F9-882B-454C-AFD5-90F453B8B51F}" destId="{CE2966C5-A7A0-404F-8C3A-2B9C75C5BC41}" srcOrd="0" destOrd="5" presId="urn:microsoft.com/office/officeart/2005/8/layout/hList1"/>
    <dgm:cxn modelId="{0D821E5F-26AF-482F-A7D4-4C7FF0B736E1}" type="presOf" srcId="{37DC62FE-2ABE-4AD6-93AA-F80586F110A2}" destId="{CE2966C5-A7A0-404F-8C3A-2B9C75C5BC41}" srcOrd="0" destOrd="1" presId="urn:microsoft.com/office/officeart/2005/8/layout/hList1"/>
    <dgm:cxn modelId="{190C9D67-6C36-4AF3-8BDC-19DB584E6F90}" type="presOf" srcId="{9A33F798-73F0-4E39-BCBB-BE2F96C874AB}" destId="{D890A9F5-32A5-499E-AE4A-53FCE0632068}" srcOrd="0" destOrd="0" presId="urn:microsoft.com/office/officeart/2005/8/layout/hList1"/>
    <dgm:cxn modelId="{3CFB5648-393D-4483-9D4D-A59676428704}" srcId="{A3DAB37E-1D38-4EA3-A35D-F8EBF3270212}" destId="{37DC62FE-2ABE-4AD6-93AA-F80586F110A2}" srcOrd="0" destOrd="0" parTransId="{33C65AA8-6A7D-4867-A2CA-81B6C90A3432}" sibTransId="{DF880965-C9C5-43B0-8832-F9B751623F6E}"/>
    <dgm:cxn modelId="{38213369-DDC5-4736-84EA-90CD54C033BB}" type="presOf" srcId="{8FDCF87E-1266-4979-925D-413296D2D1E9}" destId="{CE2966C5-A7A0-404F-8C3A-2B9C75C5BC41}" srcOrd="0" destOrd="3" presId="urn:microsoft.com/office/officeart/2005/8/layout/hList1"/>
    <dgm:cxn modelId="{367F1E6A-DF42-4EC5-9473-C671F651F267}" srcId="{12E9E40F-AE85-42D0-8D39-23AC9AFD73C3}" destId="{D6B7659B-3DE8-43EE-9682-4AA873F380CD}" srcOrd="0" destOrd="0" parTransId="{ABF65A47-BB82-4E8E-B936-6C9B51D05156}" sibTransId="{BD7C6D29-CA53-416F-9095-B765E3AE052B}"/>
    <dgm:cxn modelId="{22A6224A-F34C-48D1-BBB7-B7A6F0A18B01}" srcId="{9A33F798-73F0-4E39-BCBB-BE2F96C874AB}" destId="{12E9E40F-AE85-42D0-8D39-23AC9AFD73C3}" srcOrd="0" destOrd="0" parTransId="{830E02AD-8148-4585-A084-CE1063FD440E}" sibTransId="{29F4B3CD-B196-486A-B152-5D8E9EDA162F}"/>
    <dgm:cxn modelId="{D8E85B4C-B4C8-4645-9A89-665F1AAAC04D}" srcId="{2B771E11-42C5-42AF-B727-BC25F5AABC0E}" destId="{90D11216-EB89-4A94-AED7-0E9B0F1FF885}" srcOrd="0" destOrd="0" parTransId="{3A588C0D-8922-4FC3-8B09-C7D69F3BD2E5}" sibTransId="{3BE81EE2-EC0C-41FC-92E2-A86B76F296FC}"/>
    <dgm:cxn modelId="{DF40736C-6BEA-4E6B-9319-21E7933C4C16}" srcId="{F6473B38-4A9E-48DC-83EA-216AC9E20AB1}" destId="{A3DAB37E-1D38-4EA3-A35D-F8EBF3270212}" srcOrd="0" destOrd="0" parTransId="{FF406367-D378-4C9B-B275-8E92049031BA}" sibTransId="{D6FC47F6-D289-4E71-9B25-D0A08D2185EF}"/>
    <dgm:cxn modelId="{084B894D-5382-4E74-92CD-EE0392EA20FD}" srcId="{D6B7659B-3DE8-43EE-9682-4AA873F380CD}" destId="{A0E5E432-0764-457D-9B7C-96633990B90B}" srcOrd="0" destOrd="0" parTransId="{A2923AC6-780C-4871-A997-D1498CDC4AFC}" sibTransId="{FDB76A24-255C-4E56-A0C6-5AF7EFFF1439}"/>
    <dgm:cxn modelId="{73EE3658-FC28-441B-89F7-A0C1A69EDC58}" type="presOf" srcId="{3DEE27D9-A78B-4CAC-A13B-8884A899977E}" destId="{CE2966C5-A7A0-404F-8C3A-2B9C75C5BC41}" srcOrd="0" destOrd="4" presId="urn:microsoft.com/office/officeart/2005/8/layout/hList1"/>
    <dgm:cxn modelId="{EF8C6B7A-39BF-4452-9455-81DA3C9313BF}" type="presOf" srcId="{A0E5E432-0764-457D-9B7C-96633990B90B}" destId="{F9C3E665-B8BB-4E61-BAC8-B3A52C325D35}" srcOrd="0" destOrd="1" presId="urn:microsoft.com/office/officeart/2005/8/layout/hList1"/>
    <dgm:cxn modelId="{F8A63184-C481-4525-AB10-3DC2AA3832D1}" type="presOf" srcId="{485DB323-1653-4700-A799-ECBB45EE54EF}" destId="{F6A86B51-9EDB-46C6-9470-D3F22EDEADA5}" srcOrd="0" destOrd="2" presId="urn:microsoft.com/office/officeart/2005/8/layout/hList1"/>
    <dgm:cxn modelId="{9025E486-3B2F-4D92-80BE-58AEE214790C}" type="presOf" srcId="{12E9E40F-AE85-42D0-8D39-23AC9AFD73C3}" destId="{E5406326-FBB7-404D-9842-5E50458CA793}" srcOrd="0" destOrd="0" presId="urn:microsoft.com/office/officeart/2005/8/layout/hList1"/>
    <dgm:cxn modelId="{7FAD428A-8981-4D39-9CD3-DB33098C2EF5}" type="presOf" srcId="{A3DAB37E-1D38-4EA3-A35D-F8EBF3270212}" destId="{CE2966C5-A7A0-404F-8C3A-2B9C75C5BC41}" srcOrd="0" destOrd="0" presId="urn:microsoft.com/office/officeart/2005/8/layout/hList1"/>
    <dgm:cxn modelId="{0C70A68A-1BCE-4093-A7D9-990DA266C1F6}" type="presOf" srcId="{DC57DD83-24B6-4392-896F-615A9004EF52}" destId="{CE2966C5-A7A0-404F-8C3A-2B9C75C5BC41}" srcOrd="0" destOrd="2" presId="urn:microsoft.com/office/officeart/2005/8/layout/hList1"/>
    <dgm:cxn modelId="{B1FBC38A-C529-4224-9377-B55D45661D30}" srcId="{DC57DD83-24B6-4392-896F-615A9004EF52}" destId="{8FDCF87E-1266-4979-925D-413296D2D1E9}" srcOrd="0" destOrd="0" parTransId="{4C3F5F58-D524-47EB-9989-AB6B8DF981D4}" sibTransId="{E35FD387-9AAF-4139-A3FC-183C9026831C}"/>
    <dgm:cxn modelId="{4FF45492-1F8C-47ED-820B-629BEF843A8F}" type="presOf" srcId="{011A92D3-C33E-4CBD-9902-9DAB26715962}" destId="{F6A86B51-9EDB-46C6-9470-D3F22EDEADA5}" srcOrd="0" destOrd="3" presId="urn:microsoft.com/office/officeart/2005/8/layout/hList1"/>
    <dgm:cxn modelId="{63E20BA0-FF75-4C7C-8DD6-878C4334BF8B}" type="presOf" srcId="{F6473B38-4A9E-48DC-83EA-216AC9E20AB1}" destId="{A9488153-CE7A-4FE3-887C-2CFC8E597351}" srcOrd="0" destOrd="0" presId="urn:microsoft.com/office/officeart/2005/8/layout/hList1"/>
    <dgm:cxn modelId="{1AAFB4AE-A20D-4E4B-BE28-765BC2AD8245}" srcId="{485DB323-1653-4700-A799-ECBB45EE54EF}" destId="{3B3EC97F-AC5F-45E2-9D66-DE049273FCA7}" srcOrd="1" destOrd="0" parTransId="{A4CC823E-9112-4210-A564-4ABE122057A2}" sibTransId="{0B121BD3-2786-42F2-A5C3-53BB01E50588}"/>
    <dgm:cxn modelId="{E25587B7-BD4E-46BA-91DC-C5919149DAF3}" srcId="{DBBAABE8-9CDE-4C0C-9BC7-C1DA874D7202}" destId="{1A41C15E-E50B-4849-89E9-096CA31308CA}" srcOrd="0" destOrd="0" parTransId="{D8A366EE-4403-4A80-94E3-9EB807717ACD}" sibTransId="{3780D81E-C3CF-4FF0-8BEE-FBBD891160AD}"/>
    <dgm:cxn modelId="{9B112EC1-F1B6-434E-87B4-ED5161ED4C89}" type="presOf" srcId="{1A41C15E-E50B-4849-89E9-096CA31308CA}" destId="{AD9DE300-977E-4F8C-9E3C-5D6C98F0CBE0}" srcOrd="0" destOrd="0" presId="urn:microsoft.com/office/officeart/2005/8/layout/hList1"/>
    <dgm:cxn modelId="{0BAB61C7-C24A-448F-8541-2EF371655DA5}" srcId="{37DC62FE-2ABE-4AD6-93AA-F80586F110A2}" destId="{543E22F9-882B-454C-AFD5-90F453B8B51F}" srcOrd="1" destOrd="0" parTransId="{6A1B0A01-2EFF-4C95-87EA-D6642DC4C56D}" sibTransId="{40BD49A3-A003-4ACB-931E-762F51A11B54}"/>
    <dgm:cxn modelId="{DED017D9-1FB5-4839-BCF2-32EB43C558FB}" srcId="{485DB323-1653-4700-A799-ECBB45EE54EF}" destId="{011A92D3-C33E-4CBD-9902-9DAB26715962}" srcOrd="0" destOrd="0" parTransId="{1E03D00A-BAE6-4A75-B075-EBE70C9B98A5}" sibTransId="{9BD721C2-CE9B-4E18-B6D0-CAC18889A810}"/>
    <dgm:cxn modelId="{8C4A86D9-AEF9-460E-B821-225197AD380F}" type="presOf" srcId="{DBBAABE8-9CDE-4C0C-9BC7-C1DA874D7202}" destId="{F42C6B58-D9EE-448A-948D-50CDFC4BDCA9}" srcOrd="0" destOrd="0" presId="urn:microsoft.com/office/officeart/2005/8/layout/hList1"/>
    <dgm:cxn modelId="{58C4AEDE-4F68-4B5E-A1A3-F86BAB85E06C}" srcId="{37DC62FE-2ABE-4AD6-93AA-F80586F110A2}" destId="{DC57DD83-24B6-4392-896F-615A9004EF52}" srcOrd="0" destOrd="0" parTransId="{2464073E-82A1-4A46-8AC2-859FFE70F01D}" sibTransId="{8BEB0FD9-60AD-4E31-89EF-1ED101707245}"/>
    <dgm:cxn modelId="{79DF2ADF-8A74-455A-9B39-63BB00211DF2}" type="presOf" srcId="{90D11216-EB89-4A94-AED7-0E9B0F1FF885}" destId="{F6A86B51-9EDB-46C6-9470-D3F22EDEADA5}" srcOrd="0" destOrd="0" presId="urn:microsoft.com/office/officeart/2005/8/layout/hList1"/>
    <dgm:cxn modelId="{432CCEE7-85FD-405B-97C9-5DFFE65FFB42}" srcId="{9A33F798-73F0-4E39-BCBB-BE2F96C874AB}" destId="{2B771E11-42C5-42AF-B727-BC25F5AABC0E}" srcOrd="3" destOrd="0" parTransId="{92854025-EE1F-49DE-B6DB-0FC2AD26F855}" sibTransId="{3A6D3C0E-E148-4AB9-B2A0-DF07D11F5A98}"/>
    <dgm:cxn modelId="{2B0026EA-E1EE-4962-B63A-B368FD8B2EFC}" type="presOf" srcId="{3B3EC97F-AC5F-45E2-9D66-DE049273FCA7}" destId="{F6A86B51-9EDB-46C6-9470-D3F22EDEADA5}" srcOrd="0" destOrd="4" presId="urn:microsoft.com/office/officeart/2005/8/layout/hList1"/>
    <dgm:cxn modelId="{203F89F8-AD34-4F36-958C-8D360BCD720B}" srcId="{9A33F798-73F0-4E39-BCBB-BE2F96C874AB}" destId="{F6473B38-4A9E-48DC-83EA-216AC9E20AB1}" srcOrd="2" destOrd="0" parTransId="{F9EFDB20-890D-43BC-90DE-B5B004483BD2}" sibTransId="{1BFB567F-F3C2-471A-8844-72E3C4594082}"/>
    <dgm:cxn modelId="{A7A1E6FB-ECA6-4BC6-96A8-03BE22462804}" type="presOf" srcId="{2B771E11-42C5-42AF-B727-BC25F5AABC0E}" destId="{C002646F-ED7E-4E38-BE1B-E290CE09F2CD}" srcOrd="0" destOrd="0" presId="urn:microsoft.com/office/officeart/2005/8/layout/hList1"/>
    <dgm:cxn modelId="{67031112-3DC1-41E8-A3FD-13C07EC08D5E}" type="presParOf" srcId="{D890A9F5-32A5-499E-AE4A-53FCE0632068}" destId="{74C086D6-DE2A-4FFA-A0DA-EFE64CFE9214}" srcOrd="0" destOrd="0" presId="urn:microsoft.com/office/officeart/2005/8/layout/hList1"/>
    <dgm:cxn modelId="{E5D1B16E-6E01-4D17-A037-94F9D4CA649C}" type="presParOf" srcId="{74C086D6-DE2A-4FFA-A0DA-EFE64CFE9214}" destId="{E5406326-FBB7-404D-9842-5E50458CA793}" srcOrd="0" destOrd="0" presId="urn:microsoft.com/office/officeart/2005/8/layout/hList1"/>
    <dgm:cxn modelId="{3A9635B0-8CA3-41B1-9317-C72BB02F7FE9}" type="presParOf" srcId="{74C086D6-DE2A-4FFA-A0DA-EFE64CFE9214}" destId="{F9C3E665-B8BB-4E61-BAC8-B3A52C325D35}" srcOrd="1" destOrd="0" presId="urn:microsoft.com/office/officeart/2005/8/layout/hList1"/>
    <dgm:cxn modelId="{7704FF7D-2D3C-433E-A32E-0DF09203D8E1}" type="presParOf" srcId="{D890A9F5-32A5-499E-AE4A-53FCE0632068}" destId="{E97B6C7F-874E-4A68-BEF2-D2F3A4C7892C}" srcOrd="1" destOrd="0" presId="urn:microsoft.com/office/officeart/2005/8/layout/hList1"/>
    <dgm:cxn modelId="{E5A41245-955C-4087-82E2-86E78A91772D}" type="presParOf" srcId="{D890A9F5-32A5-499E-AE4A-53FCE0632068}" destId="{706CD688-EA0B-486A-A27F-67EBCE568BD3}" srcOrd="2" destOrd="0" presId="urn:microsoft.com/office/officeart/2005/8/layout/hList1"/>
    <dgm:cxn modelId="{5D26F7DA-9BC0-4E9B-8DC4-6B5A585B7CA2}" type="presParOf" srcId="{706CD688-EA0B-486A-A27F-67EBCE568BD3}" destId="{F42C6B58-D9EE-448A-948D-50CDFC4BDCA9}" srcOrd="0" destOrd="0" presId="urn:microsoft.com/office/officeart/2005/8/layout/hList1"/>
    <dgm:cxn modelId="{0E921289-0703-4780-8E8B-F2CC7F1601B9}" type="presParOf" srcId="{706CD688-EA0B-486A-A27F-67EBCE568BD3}" destId="{AD9DE300-977E-4F8C-9E3C-5D6C98F0CBE0}" srcOrd="1" destOrd="0" presId="urn:microsoft.com/office/officeart/2005/8/layout/hList1"/>
    <dgm:cxn modelId="{31828DA3-2A7B-4F06-8CB8-DBB3A1BF5BB1}" type="presParOf" srcId="{D890A9F5-32A5-499E-AE4A-53FCE0632068}" destId="{05801D30-8F59-49F1-9422-106F69D41908}" srcOrd="3" destOrd="0" presId="urn:microsoft.com/office/officeart/2005/8/layout/hList1"/>
    <dgm:cxn modelId="{DFB6AD41-9A51-44A8-9A85-5457059E3D5E}" type="presParOf" srcId="{D890A9F5-32A5-499E-AE4A-53FCE0632068}" destId="{6D85ED57-6F0C-4C16-AFF9-598173B2C154}" srcOrd="4" destOrd="0" presId="urn:microsoft.com/office/officeart/2005/8/layout/hList1"/>
    <dgm:cxn modelId="{8F86B39E-02E1-4625-BE6A-067434E54B91}" type="presParOf" srcId="{6D85ED57-6F0C-4C16-AFF9-598173B2C154}" destId="{A9488153-CE7A-4FE3-887C-2CFC8E597351}" srcOrd="0" destOrd="0" presId="urn:microsoft.com/office/officeart/2005/8/layout/hList1"/>
    <dgm:cxn modelId="{DDFF8D22-CB24-4189-8A4F-911D216B46F5}" type="presParOf" srcId="{6D85ED57-6F0C-4C16-AFF9-598173B2C154}" destId="{CE2966C5-A7A0-404F-8C3A-2B9C75C5BC41}" srcOrd="1" destOrd="0" presId="urn:microsoft.com/office/officeart/2005/8/layout/hList1"/>
    <dgm:cxn modelId="{ED1E169B-D00B-4647-97BF-8204111C2C6C}" type="presParOf" srcId="{D890A9F5-32A5-499E-AE4A-53FCE0632068}" destId="{DB260D10-C14A-4F13-B8BF-213C3BA58CE4}" srcOrd="5" destOrd="0" presId="urn:microsoft.com/office/officeart/2005/8/layout/hList1"/>
    <dgm:cxn modelId="{CD6896E6-E952-4A34-B29E-BC64BD6D689A}" type="presParOf" srcId="{D890A9F5-32A5-499E-AE4A-53FCE0632068}" destId="{2010B631-EC61-4399-AD97-7EBDEE84AC81}" srcOrd="6" destOrd="0" presId="urn:microsoft.com/office/officeart/2005/8/layout/hList1"/>
    <dgm:cxn modelId="{CC294A56-A34C-4EB6-8DDF-52994FA5F292}" type="presParOf" srcId="{2010B631-EC61-4399-AD97-7EBDEE84AC81}" destId="{C002646F-ED7E-4E38-BE1B-E290CE09F2CD}" srcOrd="0" destOrd="0" presId="urn:microsoft.com/office/officeart/2005/8/layout/hList1"/>
    <dgm:cxn modelId="{15092F40-2FEC-4A82-9EB2-5A134894A41B}" type="presParOf" srcId="{2010B631-EC61-4399-AD97-7EBDEE84AC81}" destId="{F6A86B51-9EDB-46C6-9470-D3F22EDEADA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CCE0815-F183-49E6-AA82-039B101F8BFE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4818EA6-BF42-4913-A2EF-FD668A22406F}">
      <dgm:prSet/>
      <dgm:spPr/>
      <dgm:t>
        <a:bodyPr/>
        <a:lstStyle/>
        <a:p>
          <a:r>
            <a:rPr lang="en-US" b="1"/>
            <a:t>Initial complexity</a:t>
          </a:r>
        </a:p>
      </dgm:t>
    </dgm:pt>
    <dgm:pt modelId="{FBC6558D-98DB-4516-90FE-9B90964D7C38}" type="parTrans" cxnId="{FAB94397-8258-4E06-BA67-F2764175F36C}">
      <dgm:prSet/>
      <dgm:spPr/>
      <dgm:t>
        <a:bodyPr/>
        <a:lstStyle/>
        <a:p>
          <a:endParaRPr lang="en-US"/>
        </a:p>
      </dgm:t>
    </dgm:pt>
    <dgm:pt modelId="{539FA777-61D9-4B0B-9AFE-8E23AD4FEC05}" type="sibTrans" cxnId="{FAB94397-8258-4E06-BA67-F2764175F36C}">
      <dgm:prSet/>
      <dgm:spPr/>
      <dgm:t>
        <a:bodyPr/>
        <a:lstStyle/>
        <a:p>
          <a:endParaRPr lang="en-US"/>
        </a:p>
      </dgm:t>
    </dgm:pt>
    <dgm:pt modelId="{B3881ADE-F701-474B-9982-F51ACA0D9176}">
      <dgm:prSet/>
      <dgm:spPr/>
      <dgm:t>
        <a:bodyPr/>
        <a:lstStyle/>
        <a:p>
          <a:r>
            <a:rPr lang="en-US"/>
            <a:t>O(n*m) </a:t>
          </a:r>
        </a:p>
      </dgm:t>
    </dgm:pt>
    <dgm:pt modelId="{FFAA0859-8D1A-413E-B486-41003787AB4B}" type="parTrans" cxnId="{617C0CB7-24B2-40EA-A87F-9F2B3AE6AA7C}">
      <dgm:prSet/>
      <dgm:spPr/>
      <dgm:t>
        <a:bodyPr/>
        <a:lstStyle/>
        <a:p>
          <a:endParaRPr lang="en-US"/>
        </a:p>
      </dgm:t>
    </dgm:pt>
    <dgm:pt modelId="{44B6708A-2CFE-45C9-837F-B898F733E7F0}" type="sibTrans" cxnId="{617C0CB7-24B2-40EA-A87F-9F2B3AE6AA7C}">
      <dgm:prSet/>
      <dgm:spPr/>
      <dgm:t>
        <a:bodyPr/>
        <a:lstStyle/>
        <a:p>
          <a:endParaRPr lang="en-US"/>
        </a:p>
      </dgm:t>
    </dgm:pt>
    <dgm:pt modelId="{D2EB243B-56D4-4C21-BEBA-84D4D8C5B04F}">
      <dgm:prSet/>
      <dgm:spPr/>
      <dgm:t>
        <a:bodyPr/>
        <a:lstStyle/>
        <a:p>
          <a:r>
            <a:rPr lang="en-US"/>
            <a:t>Master data set– 21,450 </a:t>
          </a:r>
          <a:r>
            <a:rPr lang="en-US" sz="3800"/>
            <a:t>records</a:t>
          </a:r>
        </a:p>
      </dgm:t>
    </dgm:pt>
    <dgm:pt modelId="{ACA7E1F0-205E-49B6-97FB-4C24F6F3E2EA}" type="parTrans" cxnId="{5698B2BD-B3BB-4D3C-AAB5-241119932A1B}">
      <dgm:prSet/>
      <dgm:spPr/>
      <dgm:t>
        <a:bodyPr/>
        <a:lstStyle/>
        <a:p>
          <a:endParaRPr lang="en-US"/>
        </a:p>
      </dgm:t>
    </dgm:pt>
    <dgm:pt modelId="{0953A6C3-10F1-4DD3-B0F2-497D8CA6C1A8}" type="sibTrans" cxnId="{5698B2BD-B3BB-4D3C-AAB5-241119932A1B}">
      <dgm:prSet/>
      <dgm:spPr/>
      <dgm:t>
        <a:bodyPr/>
        <a:lstStyle/>
        <a:p>
          <a:endParaRPr lang="en-US"/>
        </a:p>
      </dgm:t>
    </dgm:pt>
    <dgm:pt modelId="{0CE118A4-88AC-45FA-A9D9-992BED81F103}">
      <dgm:prSet/>
      <dgm:spPr/>
      <dgm:t>
        <a:bodyPr/>
        <a:lstStyle/>
        <a:p>
          <a:r>
            <a:rPr lang="en-US"/>
            <a:t>634,598,250 comparisons!</a:t>
          </a:r>
        </a:p>
      </dgm:t>
    </dgm:pt>
    <dgm:pt modelId="{DC145CB5-5B5F-4488-87FC-64943227673F}" type="parTrans" cxnId="{86D70812-45BC-4104-8D46-DE8889441563}">
      <dgm:prSet/>
      <dgm:spPr/>
      <dgm:t>
        <a:bodyPr/>
        <a:lstStyle/>
        <a:p>
          <a:endParaRPr lang="en-US"/>
        </a:p>
      </dgm:t>
    </dgm:pt>
    <dgm:pt modelId="{722D1753-96B2-4BC2-BE05-0955CD2F0DC8}" type="sibTrans" cxnId="{86D70812-45BC-4104-8D46-DE8889441563}">
      <dgm:prSet/>
      <dgm:spPr/>
      <dgm:t>
        <a:bodyPr/>
        <a:lstStyle/>
        <a:p>
          <a:endParaRPr lang="en-US"/>
        </a:p>
      </dgm:t>
    </dgm:pt>
    <dgm:pt modelId="{D7FA8A6B-C41F-43A6-8855-71DFCFD7DD7D}">
      <dgm:prSet/>
      <dgm:spPr/>
      <dgm:t>
        <a:bodyPr/>
        <a:lstStyle/>
        <a:p>
          <a:r>
            <a:rPr lang="en-US" b="1"/>
            <a:t>Time</a:t>
          </a:r>
        </a:p>
      </dgm:t>
    </dgm:pt>
    <dgm:pt modelId="{FB5320B6-BCFE-4A9F-A015-6138101B8EFB}" type="parTrans" cxnId="{17E5CF5A-3520-48F5-9F5B-9E506FA59AC4}">
      <dgm:prSet/>
      <dgm:spPr/>
      <dgm:t>
        <a:bodyPr/>
        <a:lstStyle/>
        <a:p>
          <a:endParaRPr lang="en-US"/>
        </a:p>
      </dgm:t>
    </dgm:pt>
    <dgm:pt modelId="{5DB3839A-2CDB-4C31-8AA0-F2B46CC5462E}" type="sibTrans" cxnId="{17E5CF5A-3520-48F5-9F5B-9E506FA59AC4}">
      <dgm:prSet/>
      <dgm:spPr/>
      <dgm:t>
        <a:bodyPr/>
        <a:lstStyle/>
        <a:p>
          <a:endParaRPr lang="en-US"/>
        </a:p>
      </dgm:t>
    </dgm:pt>
    <dgm:pt modelId="{CF8470B9-6873-47AB-9D13-0730DAEA484E}">
      <dgm:prSet/>
      <dgm:spPr/>
      <dgm:t>
        <a:bodyPr/>
        <a:lstStyle/>
        <a:p>
          <a:r>
            <a:rPr lang="en-US"/>
            <a:t>Over 25 minutes!</a:t>
          </a:r>
        </a:p>
      </dgm:t>
    </dgm:pt>
    <dgm:pt modelId="{300B6DFB-C142-4A69-BD7F-DD21EB4D3ACD}" type="parTrans" cxnId="{493D1F53-92C3-48CC-A53F-C0D9B719CE0B}">
      <dgm:prSet/>
      <dgm:spPr/>
      <dgm:t>
        <a:bodyPr/>
        <a:lstStyle/>
        <a:p>
          <a:endParaRPr lang="en-US"/>
        </a:p>
      </dgm:t>
    </dgm:pt>
    <dgm:pt modelId="{336801A1-7DC9-42E3-9B39-6404EC93B5C0}" type="sibTrans" cxnId="{493D1F53-92C3-48CC-A53F-C0D9B719CE0B}">
      <dgm:prSet/>
      <dgm:spPr/>
      <dgm:t>
        <a:bodyPr/>
        <a:lstStyle/>
        <a:p>
          <a:endParaRPr lang="en-US"/>
        </a:p>
      </dgm:t>
    </dgm:pt>
    <dgm:pt modelId="{322AED8F-8619-442C-A7AE-FA33359B45FE}">
      <dgm:prSet/>
      <dgm:spPr/>
      <dgm:t>
        <a:bodyPr/>
        <a:lstStyle/>
        <a:p>
          <a:r>
            <a:rPr lang="en-US"/>
            <a:t>Match data set– </a:t>
          </a:r>
          <a:r>
            <a:rPr lang="en-US" sz="3800"/>
            <a:t>29,585 records</a:t>
          </a:r>
        </a:p>
      </dgm:t>
    </dgm:pt>
    <dgm:pt modelId="{F34A5343-BB30-44DF-BF82-40D7EEDAFFE6}" type="parTrans" cxnId="{B88D3EBE-8D34-4C5B-88D8-EBBF2153B233}">
      <dgm:prSet/>
      <dgm:spPr/>
    </dgm:pt>
    <dgm:pt modelId="{A3D9DCB7-5194-4C82-AFDF-D715595D1FC5}" type="sibTrans" cxnId="{B88D3EBE-8D34-4C5B-88D8-EBBF2153B233}">
      <dgm:prSet/>
      <dgm:spPr/>
    </dgm:pt>
    <dgm:pt modelId="{A61FF901-1758-4F6A-8885-6C3E316EB6CC}" type="pres">
      <dgm:prSet presAssocID="{BCCE0815-F183-49E6-AA82-039B101F8BFE}" presName="linear" presStyleCnt="0">
        <dgm:presLayoutVars>
          <dgm:dir/>
          <dgm:animLvl val="lvl"/>
          <dgm:resizeHandles val="exact"/>
        </dgm:presLayoutVars>
      </dgm:prSet>
      <dgm:spPr/>
    </dgm:pt>
    <dgm:pt modelId="{E8B3649B-5621-4B78-95F6-255C4D66529B}" type="pres">
      <dgm:prSet presAssocID="{04818EA6-BF42-4913-A2EF-FD668A22406F}" presName="parentLin" presStyleCnt="0"/>
      <dgm:spPr/>
    </dgm:pt>
    <dgm:pt modelId="{2D1A5D77-D321-4EA6-831A-54EB7084FDD5}" type="pres">
      <dgm:prSet presAssocID="{04818EA6-BF42-4913-A2EF-FD668A22406F}" presName="parentLeftMargin" presStyleLbl="node1" presStyleIdx="0" presStyleCnt="2"/>
      <dgm:spPr/>
    </dgm:pt>
    <dgm:pt modelId="{028E6A7E-23BA-4F12-8DC1-7FD956608DDD}" type="pres">
      <dgm:prSet presAssocID="{04818EA6-BF42-4913-A2EF-FD668A22406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A0920B5-855A-43C9-9D3D-0CB577B9781D}" type="pres">
      <dgm:prSet presAssocID="{04818EA6-BF42-4913-A2EF-FD668A22406F}" presName="negativeSpace" presStyleCnt="0"/>
      <dgm:spPr/>
    </dgm:pt>
    <dgm:pt modelId="{DE8DE6D8-14BD-45F6-ADA5-75DB365F2306}" type="pres">
      <dgm:prSet presAssocID="{04818EA6-BF42-4913-A2EF-FD668A22406F}" presName="childText" presStyleLbl="conFgAcc1" presStyleIdx="0" presStyleCnt="2">
        <dgm:presLayoutVars>
          <dgm:bulletEnabled val="1"/>
        </dgm:presLayoutVars>
      </dgm:prSet>
      <dgm:spPr/>
    </dgm:pt>
    <dgm:pt modelId="{E4BBD492-1EA6-4E39-82CA-4F60E3723096}" type="pres">
      <dgm:prSet presAssocID="{539FA777-61D9-4B0B-9AFE-8E23AD4FEC05}" presName="spaceBetweenRectangles" presStyleCnt="0"/>
      <dgm:spPr/>
    </dgm:pt>
    <dgm:pt modelId="{1C3DA9EA-5143-4519-AD96-294797788693}" type="pres">
      <dgm:prSet presAssocID="{D7FA8A6B-C41F-43A6-8855-71DFCFD7DD7D}" presName="parentLin" presStyleCnt="0"/>
      <dgm:spPr/>
    </dgm:pt>
    <dgm:pt modelId="{CD016DED-FA7E-46E5-B0BC-6A3075303239}" type="pres">
      <dgm:prSet presAssocID="{D7FA8A6B-C41F-43A6-8855-71DFCFD7DD7D}" presName="parentLeftMargin" presStyleLbl="node1" presStyleIdx="0" presStyleCnt="2"/>
      <dgm:spPr/>
    </dgm:pt>
    <dgm:pt modelId="{6A9ADE83-535F-402B-8DB7-34B1937E93A9}" type="pres">
      <dgm:prSet presAssocID="{D7FA8A6B-C41F-43A6-8855-71DFCFD7DD7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FD0F204-17F2-4C2A-AB3A-A1BD8E6BFA22}" type="pres">
      <dgm:prSet presAssocID="{D7FA8A6B-C41F-43A6-8855-71DFCFD7DD7D}" presName="negativeSpace" presStyleCnt="0"/>
      <dgm:spPr/>
    </dgm:pt>
    <dgm:pt modelId="{07B3EA0B-0A65-415B-9037-DA23320F68C7}" type="pres">
      <dgm:prSet presAssocID="{D7FA8A6B-C41F-43A6-8855-71DFCFD7DD7D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10AC0502-66E8-4B5F-B10D-8255CF729D24}" type="presOf" srcId="{D7FA8A6B-C41F-43A6-8855-71DFCFD7DD7D}" destId="{CD016DED-FA7E-46E5-B0BC-6A3075303239}" srcOrd="0" destOrd="0" presId="urn:microsoft.com/office/officeart/2005/8/layout/list1"/>
    <dgm:cxn modelId="{86D70812-45BC-4104-8D46-DE8889441563}" srcId="{04818EA6-BF42-4913-A2EF-FD668A22406F}" destId="{0CE118A4-88AC-45FA-A9D9-992BED81F103}" srcOrd="3" destOrd="0" parTransId="{DC145CB5-5B5F-4488-87FC-64943227673F}" sibTransId="{722D1753-96B2-4BC2-BE05-0955CD2F0DC8}"/>
    <dgm:cxn modelId="{EBC1C624-B011-4ABC-93E8-70936E0D043D}" type="presOf" srcId="{322AED8F-8619-442C-A7AE-FA33359B45FE}" destId="{DE8DE6D8-14BD-45F6-ADA5-75DB365F2306}" srcOrd="0" destOrd="2" presId="urn:microsoft.com/office/officeart/2005/8/layout/list1"/>
    <dgm:cxn modelId="{C2AF8F43-09CC-499D-BE52-23AFBE966B3C}" type="presOf" srcId="{CF8470B9-6873-47AB-9D13-0730DAEA484E}" destId="{07B3EA0B-0A65-415B-9037-DA23320F68C7}" srcOrd="0" destOrd="0" presId="urn:microsoft.com/office/officeart/2005/8/layout/list1"/>
    <dgm:cxn modelId="{792E7C6D-00D2-402A-94E6-B2BD37D16285}" type="presOf" srcId="{B3881ADE-F701-474B-9982-F51ACA0D9176}" destId="{DE8DE6D8-14BD-45F6-ADA5-75DB365F2306}" srcOrd="0" destOrd="0" presId="urn:microsoft.com/office/officeart/2005/8/layout/list1"/>
    <dgm:cxn modelId="{F6F40953-0C9E-4B52-91FD-159FCE080BF0}" type="presOf" srcId="{04818EA6-BF42-4913-A2EF-FD668A22406F}" destId="{2D1A5D77-D321-4EA6-831A-54EB7084FDD5}" srcOrd="0" destOrd="0" presId="urn:microsoft.com/office/officeart/2005/8/layout/list1"/>
    <dgm:cxn modelId="{493D1F53-92C3-48CC-A53F-C0D9B719CE0B}" srcId="{D7FA8A6B-C41F-43A6-8855-71DFCFD7DD7D}" destId="{CF8470B9-6873-47AB-9D13-0730DAEA484E}" srcOrd="0" destOrd="0" parTransId="{300B6DFB-C142-4A69-BD7F-DD21EB4D3ACD}" sibTransId="{336801A1-7DC9-42E3-9B39-6404EC93B5C0}"/>
    <dgm:cxn modelId="{17E5CF5A-3520-48F5-9F5B-9E506FA59AC4}" srcId="{BCCE0815-F183-49E6-AA82-039B101F8BFE}" destId="{D7FA8A6B-C41F-43A6-8855-71DFCFD7DD7D}" srcOrd="1" destOrd="0" parTransId="{FB5320B6-BCFE-4A9F-A015-6138101B8EFB}" sibTransId="{5DB3839A-2CDB-4C31-8AA0-F2B46CC5462E}"/>
    <dgm:cxn modelId="{17DE358A-9010-4E9A-A26F-54A476207203}" type="presOf" srcId="{04818EA6-BF42-4913-A2EF-FD668A22406F}" destId="{028E6A7E-23BA-4F12-8DC1-7FD956608DDD}" srcOrd="1" destOrd="0" presId="urn:microsoft.com/office/officeart/2005/8/layout/list1"/>
    <dgm:cxn modelId="{FAB94397-8258-4E06-BA67-F2764175F36C}" srcId="{BCCE0815-F183-49E6-AA82-039B101F8BFE}" destId="{04818EA6-BF42-4913-A2EF-FD668A22406F}" srcOrd="0" destOrd="0" parTransId="{FBC6558D-98DB-4516-90FE-9B90964D7C38}" sibTransId="{539FA777-61D9-4B0B-9AFE-8E23AD4FEC05}"/>
    <dgm:cxn modelId="{0722FBA3-D280-46AF-AA61-518855950B22}" type="presOf" srcId="{D7FA8A6B-C41F-43A6-8855-71DFCFD7DD7D}" destId="{6A9ADE83-535F-402B-8DB7-34B1937E93A9}" srcOrd="1" destOrd="0" presId="urn:microsoft.com/office/officeart/2005/8/layout/list1"/>
    <dgm:cxn modelId="{AB0FCEA6-A3E0-4977-92C6-995256F532CC}" type="presOf" srcId="{0CE118A4-88AC-45FA-A9D9-992BED81F103}" destId="{DE8DE6D8-14BD-45F6-ADA5-75DB365F2306}" srcOrd="0" destOrd="3" presId="urn:microsoft.com/office/officeart/2005/8/layout/list1"/>
    <dgm:cxn modelId="{617C0CB7-24B2-40EA-A87F-9F2B3AE6AA7C}" srcId="{04818EA6-BF42-4913-A2EF-FD668A22406F}" destId="{B3881ADE-F701-474B-9982-F51ACA0D9176}" srcOrd="0" destOrd="0" parTransId="{FFAA0859-8D1A-413E-B486-41003787AB4B}" sibTransId="{44B6708A-2CFE-45C9-837F-B898F733E7F0}"/>
    <dgm:cxn modelId="{D5C7D1B9-0CF0-4D93-9B61-6ED3F5CF380F}" type="presOf" srcId="{D2EB243B-56D4-4C21-BEBA-84D4D8C5B04F}" destId="{DE8DE6D8-14BD-45F6-ADA5-75DB365F2306}" srcOrd="0" destOrd="1" presId="urn:microsoft.com/office/officeart/2005/8/layout/list1"/>
    <dgm:cxn modelId="{5698B2BD-B3BB-4D3C-AAB5-241119932A1B}" srcId="{04818EA6-BF42-4913-A2EF-FD668A22406F}" destId="{D2EB243B-56D4-4C21-BEBA-84D4D8C5B04F}" srcOrd="1" destOrd="0" parTransId="{ACA7E1F0-205E-49B6-97FB-4C24F6F3E2EA}" sibTransId="{0953A6C3-10F1-4DD3-B0F2-497D8CA6C1A8}"/>
    <dgm:cxn modelId="{B88D3EBE-8D34-4C5B-88D8-EBBF2153B233}" srcId="{04818EA6-BF42-4913-A2EF-FD668A22406F}" destId="{322AED8F-8619-442C-A7AE-FA33359B45FE}" srcOrd="2" destOrd="0" parTransId="{F34A5343-BB30-44DF-BF82-40D7EEDAFFE6}" sibTransId="{A3D9DCB7-5194-4C82-AFDF-D715595D1FC5}"/>
    <dgm:cxn modelId="{DEE115E9-18CB-4ACA-BCAA-BBBEDFF84E77}" type="presOf" srcId="{BCCE0815-F183-49E6-AA82-039B101F8BFE}" destId="{A61FF901-1758-4F6A-8885-6C3E316EB6CC}" srcOrd="0" destOrd="0" presId="urn:microsoft.com/office/officeart/2005/8/layout/list1"/>
    <dgm:cxn modelId="{2C1A2C89-2D5A-48C6-9298-362999D959AF}" type="presParOf" srcId="{A61FF901-1758-4F6A-8885-6C3E316EB6CC}" destId="{E8B3649B-5621-4B78-95F6-255C4D66529B}" srcOrd="0" destOrd="0" presId="urn:microsoft.com/office/officeart/2005/8/layout/list1"/>
    <dgm:cxn modelId="{46D1D793-51F6-4086-AE90-F9F30D987CF9}" type="presParOf" srcId="{E8B3649B-5621-4B78-95F6-255C4D66529B}" destId="{2D1A5D77-D321-4EA6-831A-54EB7084FDD5}" srcOrd="0" destOrd="0" presId="urn:microsoft.com/office/officeart/2005/8/layout/list1"/>
    <dgm:cxn modelId="{CAA5DE24-CF40-4D06-BC4C-C277581DB5E6}" type="presParOf" srcId="{E8B3649B-5621-4B78-95F6-255C4D66529B}" destId="{028E6A7E-23BA-4F12-8DC1-7FD956608DDD}" srcOrd="1" destOrd="0" presId="urn:microsoft.com/office/officeart/2005/8/layout/list1"/>
    <dgm:cxn modelId="{607B7D02-4FE6-49A3-9995-7A2C19F7712D}" type="presParOf" srcId="{A61FF901-1758-4F6A-8885-6C3E316EB6CC}" destId="{2A0920B5-855A-43C9-9D3D-0CB577B9781D}" srcOrd="1" destOrd="0" presId="urn:microsoft.com/office/officeart/2005/8/layout/list1"/>
    <dgm:cxn modelId="{01F9B7D4-352C-41F8-BF7B-82AF5CA37EE8}" type="presParOf" srcId="{A61FF901-1758-4F6A-8885-6C3E316EB6CC}" destId="{DE8DE6D8-14BD-45F6-ADA5-75DB365F2306}" srcOrd="2" destOrd="0" presId="urn:microsoft.com/office/officeart/2005/8/layout/list1"/>
    <dgm:cxn modelId="{C7F01B7E-293C-4B0B-B2AA-2006E244D3E6}" type="presParOf" srcId="{A61FF901-1758-4F6A-8885-6C3E316EB6CC}" destId="{E4BBD492-1EA6-4E39-82CA-4F60E3723096}" srcOrd="3" destOrd="0" presId="urn:microsoft.com/office/officeart/2005/8/layout/list1"/>
    <dgm:cxn modelId="{A1BE2F3E-FD56-4403-8481-88EC892126A0}" type="presParOf" srcId="{A61FF901-1758-4F6A-8885-6C3E316EB6CC}" destId="{1C3DA9EA-5143-4519-AD96-294797788693}" srcOrd="4" destOrd="0" presId="urn:microsoft.com/office/officeart/2005/8/layout/list1"/>
    <dgm:cxn modelId="{05ABD7AA-CBC2-4DF8-BEE3-250D84B0081F}" type="presParOf" srcId="{1C3DA9EA-5143-4519-AD96-294797788693}" destId="{CD016DED-FA7E-46E5-B0BC-6A3075303239}" srcOrd="0" destOrd="0" presId="urn:microsoft.com/office/officeart/2005/8/layout/list1"/>
    <dgm:cxn modelId="{7D524C2F-D39F-4447-B267-FA328472E486}" type="presParOf" srcId="{1C3DA9EA-5143-4519-AD96-294797788693}" destId="{6A9ADE83-535F-402B-8DB7-34B1937E93A9}" srcOrd="1" destOrd="0" presId="urn:microsoft.com/office/officeart/2005/8/layout/list1"/>
    <dgm:cxn modelId="{6B476B38-2A8D-44C2-91D3-986C08031C09}" type="presParOf" srcId="{A61FF901-1758-4F6A-8885-6C3E316EB6CC}" destId="{1FD0F204-17F2-4C2A-AB3A-A1BD8E6BFA22}" srcOrd="5" destOrd="0" presId="urn:microsoft.com/office/officeart/2005/8/layout/list1"/>
    <dgm:cxn modelId="{081A30D5-45BF-4F5F-9D1E-4B1EA444B75C}" type="presParOf" srcId="{A61FF901-1758-4F6A-8885-6C3E316EB6CC}" destId="{07B3EA0B-0A65-415B-9037-DA23320F68C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BCCE0815-F183-49E6-AA82-039B101F8BFE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4818EA6-BF42-4913-A2EF-FD668A22406F}">
      <dgm:prSet/>
      <dgm:spPr/>
      <dgm:t>
        <a:bodyPr/>
        <a:lstStyle/>
        <a:p>
          <a:r>
            <a:rPr lang="en-US" b="1"/>
            <a:t>Indexing approach</a:t>
          </a:r>
        </a:p>
      </dgm:t>
    </dgm:pt>
    <dgm:pt modelId="{FBC6558D-98DB-4516-90FE-9B90964D7C38}" type="parTrans" cxnId="{FAB94397-8258-4E06-BA67-F2764175F36C}">
      <dgm:prSet/>
      <dgm:spPr/>
      <dgm:t>
        <a:bodyPr/>
        <a:lstStyle/>
        <a:p>
          <a:endParaRPr lang="en-US"/>
        </a:p>
      </dgm:t>
    </dgm:pt>
    <dgm:pt modelId="{539FA777-61D9-4B0B-9AFE-8E23AD4FEC05}" type="sibTrans" cxnId="{FAB94397-8258-4E06-BA67-F2764175F36C}">
      <dgm:prSet/>
      <dgm:spPr/>
      <dgm:t>
        <a:bodyPr/>
        <a:lstStyle/>
        <a:p>
          <a:endParaRPr lang="en-US"/>
        </a:p>
      </dgm:t>
    </dgm:pt>
    <dgm:pt modelId="{B3881ADE-F701-474B-9982-F51ACA0D9176}">
      <dgm:prSet/>
      <dgm:spPr/>
      <dgm:t>
        <a:bodyPr/>
        <a:lstStyle/>
        <a:p>
          <a:r>
            <a:rPr lang="en-US"/>
            <a:t>Group similar records together by phonetic encoding</a:t>
          </a:r>
        </a:p>
      </dgm:t>
    </dgm:pt>
    <dgm:pt modelId="{FFAA0859-8D1A-413E-B486-41003787AB4B}" type="parTrans" cxnId="{617C0CB7-24B2-40EA-A87F-9F2B3AE6AA7C}">
      <dgm:prSet/>
      <dgm:spPr/>
      <dgm:t>
        <a:bodyPr/>
        <a:lstStyle/>
        <a:p>
          <a:endParaRPr lang="en-US"/>
        </a:p>
      </dgm:t>
    </dgm:pt>
    <dgm:pt modelId="{44B6708A-2CFE-45C9-837F-B898F733E7F0}" type="sibTrans" cxnId="{617C0CB7-24B2-40EA-A87F-9F2B3AE6AA7C}">
      <dgm:prSet/>
      <dgm:spPr/>
      <dgm:t>
        <a:bodyPr/>
        <a:lstStyle/>
        <a:p>
          <a:endParaRPr lang="en-US"/>
        </a:p>
      </dgm:t>
    </dgm:pt>
    <dgm:pt modelId="{D7FA8A6B-C41F-43A6-8855-71DFCFD7DD7D}">
      <dgm:prSet/>
      <dgm:spPr/>
      <dgm:t>
        <a:bodyPr/>
        <a:lstStyle/>
        <a:p>
          <a:r>
            <a:rPr lang="en-US" b="1"/>
            <a:t>Time</a:t>
          </a:r>
        </a:p>
      </dgm:t>
    </dgm:pt>
    <dgm:pt modelId="{FB5320B6-BCFE-4A9F-A015-6138101B8EFB}" type="parTrans" cxnId="{17E5CF5A-3520-48F5-9F5B-9E506FA59AC4}">
      <dgm:prSet/>
      <dgm:spPr/>
      <dgm:t>
        <a:bodyPr/>
        <a:lstStyle/>
        <a:p>
          <a:endParaRPr lang="en-US"/>
        </a:p>
      </dgm:t>
    </dgm:pt>
    <dgm:pt modelId="{5DB3839A-2CDB-4C31-8AA0-F2B46CC5462E}" type="sibTrans" cxnId="{17E5CF5A-3520-48F5-9F5B-9E506FA59AC4}">
      <dgm:prSet/>
      <dgm:spPr/>
      <dgm:t>
        <a:bodyPr/>
        <a:lstStyle/>
        <a:p>
          <a:endParaRPr lang="en-US"/>
        </a:p>
      </dgm:t>
    </dgm:pt>
    <dgm:pt modelId="{CF8470B9-6873-47AB-9D13-0730DAEA484E}">
      <dgm:prSet/>
      <dgm:spPr/>
      <dgm:t>
        <a:bodyPr/>
        <a:lstStyle/>
        <a:p>
          <a:r>
            <a:rPr lang="en-US"/>
            <a:t>~1 second</a:t>
          </a:r>
        </a:p>
      </dgm:t>
    </dgm:pt>
    <dgm:pt modelId="{300B6DFB-C142-4A69-BD7F-DD21EB4D3ACD}" type="parTrans" cxnId="{493D1F53-92C3-48CC-A53F-C0D9B719CE0B}">
      <dgm:prSet/>
      <dgm:spPr/>
      <dgm:t>
        <a:bodyPr/>
        <a:lstStyle/>
        <a:p>
          <a:endParaRPr lang="en-US"/>
        </a:p>
      </dgm:t>
    </dgm:pt>
    <dgm:pt modelId="{336801A1-7DC9-42E3-9B39-6404EC93B5C0}" type="sibTrans" cxnId="{493D1F53-92C3-48CC-A53F-C0D9B719CE0B}">
      <dgm:prSet/>
      <dgm:spPr/>
      <dgm:t>
        <a:bodyPr/>
        <a:lstStyle/>
        <a:p>
          <a:endParaRPr lang="en-US"/>
        </a:p>
      </dgm:t>
    </dgm:pt>
    <dgm:pt modelId="{3C6F1876-88E5-4907-A216-5984FEB66708}">
      <dgm:prSet/>
      <dgm:spPr/>
      <dgm:t>
        <a:bodyPr/>
        <a:lstStyle/>
        <a:p>
          <a:r>
            <a:rPr lang="en-US"/>
            <a:t>Reduced # of comparisons by 99.9%</a:t>
          </a:r>
        </a:p>
      </dgm:t>
    </dgm:pt>
    <dgm:pt modelId="{6F1E8A3E-1192-4A4F-89D0-0DFFBC0A9570}" type="parTrans" cxnId="{542A12D1-F2E8-4AFE-BB33-B1447F6DBE5F}">
      <dgm:prSet/>
      <dgm:spPr/>
    </dgm:pt>
    <dgm:pt modelId="{F38EB8C7-DA6D-409A-8F8A-8BB5083782B4}" type="sibTrans" cxnId="{542A12D1-F2E8-4AFE-BB33-B1447F6DBE5F}">
      <dgm:prSet/>
      <dgm:spPr/>
    </dgm:pt>
    <dgm:pt modelId="{26A16223-2C50-4602-86A6-82D3020CFE67}">
      <dgm:prSet/>
      <dgm:spPr/>
      <dgm:t>
        <a:bodyPr/>
        <a:lstStyle/>
        <a:p>
          <a:r>
            <a:rPr lang="en-US"/>
            <a:t>841,138 comparisons!</a:t>
          </a:r>
        </a:p>
      </dgm:t>
    </dgm:pt>
    <dgm:pt modelId="{D905DD75-0BB8-4125-AA0A-528E03AA3119}" type="parTrans" cxnId="{A9504CAD-446E-4339-BE93-6B1D99DD2BD5}">
      <dgm:prSet/>
      <dgm:spPr/>
    </dgm:pt>
    <dgm:pt modelId="{DE836D2C-69BC-417C-BD9B-4DE6F708CC92}" type="sibTrans" cxnId="{A9504CAD-446E-4339-BE93-6B1D99DD2BD5}">
      <dgm:prSet/>
      <dgm:spPr/>
    </dgm:pt>
    <dgm:pt modelId="{A61FF901-1758-4F6A-8885-6C3E316EB6CC}" type="pres">
      <dgm:prSet presAssocID="{BCCE0815-F183-49E6-AA82-039B101F8BFE}" presName="linear" presStyleCnt="0">
        <dgm:presLayoutVars>
          <dgm:dir/>
          <dgm:animLvl val="lvl"/>
          <dgm:resizeHandles val="exact"/>
        </dgm:presLayoutVars>
      </dgm:prSet>
      <dgm:spPr/>
    </dgm:pt>
    <dgm:pt modelId="{E8B3649B-5621-4B78-95F6-255C4D66529B}" type="pres">
      <dgm:prSet presAssocID="{04818EA6-BF42-4913-A2EF-FD668A22406F}" presName="parentLin" presStyleCnt="0"/>
      <dgm:spPr/>
    </dgm:pt>
    <dgm:pt modelId="{2D1A5D77-D321-4EA6-831A-54EB7084FDD5}" type="pres">
      <dgm:prSet presAssocID="{04818EA6-BF42-4913-A2EF-FD668A22406F}" presName="parentLeftMargin" presStyleLbl="node1" presStyleIdx="0" presStyleCnt="2"/>
      <dgm:spPr/>
    </dgm:pt>
    <dgm:pt modelId="{028E6A7E-23BA-4F12-8DC1-7FD956608DDD}" type="pres">
      <dgm:prSet presAssocID="{04818EA6-BF42-4913-A2EF-FD668A22406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A0920B5-855A-43C9-9D3D-0CB577B9781D}" type="pres">
      <dgm:prSet presAssocID="{04818EA6-BF42-4913-A2EF-FD668A22406F}" presName="negativeSpace" presStyleCnt="0"/>
      <dgm:spPr/>
    </dgm:pt>
    <dgm:pt modelId="{DE8DE6D8-14BD-45F6-ADA5-75DB365F2306}" type="pres">
      <dgm:prSet presAssocID="{04818EA6-BF42-4913-A2EF-FD668A22406F}" presName="childText" presStyleLbl="conFgAcc1" presStyleIdx="0" presStyleCnt="2">
        <dgm:presLayoutVars>
          <dgm:bulletEnabled val="1"/>
        </dgm:presLayoutVars>
      </dgm:prSet>
      <dgm:spPr/>
    </dgm:pt>
    <dgm:pt modelId="{E4BBD492-1EA6-4E39-82CA-4F60E3723096}" type="pres">
      <dgm:prSet presAssocID="{539FA777-61D9-4B0B-9AFE-8E23AD4FEC05}" presName="spaceBetweenRectangles" presStyleCnt="0"/>
      <dgm:spPr/>
    </dgm:pt>
    <dgm:pt modelId="{1C3DA9EA-5143-4519-AD96-294797788693}" type="pres">
      <dgm:prSet presAssocID="{D7FA8A6B-C41F-43A6-8855-71DFCFD7DD7D}" presName="parentLin" presStyleCnt="0"/>
      <dgm:spPr/>
    </dgm:pt>
    <dgm:pt modelId="{CD016DED-FA7E-46E5-B0BC-6A3075303239}" type="pres">
      <dgm:prSet presAssocID="{D7FA8A6B-C41F-43A6-8855-71DFCFD7DD7D}" presName="parentLeftMargin" presStyleLbl="node1" presStyleIdx="0" presStyleCnt="2"/>
      <dgm:spPr/>
    </dgm:pt>
    <dgm:pt modelId="{6A9ADE83-535F-402B-8DB7-34B1937E93A9}" type="pres">
      <dgm:prSet presAssocID="{D7FA8A6B-C41F-43A6-8855-71DFCFD7DD7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FD0F204-17F2-4C2A-AB3A-A1BD8E6BFA22}" type="pres">
      <dgm:prSet presAssocID="{D7FA8A6B-C41F-43A6-8855-71DFCFD7DD7D}" presName="negativeSpace" presStyleCnt="0"/>
      <dgm:spPr/>
    </dgm:pt>
    <dgm:pt modelId="{07B3EA0B-0A65-415B-9037-DA23320F68C7}" type="pres">
      <dgm:prSet presAssocID="{D7FA8A6B-C41F-43A6-8855-71DFCFD7DD7D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10AC0502-66E8-4B5F-B10D-8255CF729D24}" type="presOf" srcId="{D7FA8A6B-C41F-43A6-8855-71DFCFD7DD7D}" destId="{CD016DED-FA7E-46E5-B0BC-6A3075303239}" srcOrd="0" destOrd="0" presId="urn:microsoft.com/office/officeart/2005/8/layout/list1"/>
    <dgm:cxn modelId="{609D8520-4541-43BB-89D2-CDDEB827DD82}" type="presOf" srcId="{3C6F1876-88E5-4907-A216-5984FEB66708}" destId="{DE8DE6D8-14BD-45F6-ADA5-75DB365F2306}" srcOrd="0" destOrd="2" presId="urn:microsoft.com/office/officeart/2005/8/layout/list1"/>
    <dgm:cxn modelId="{C2AF8F43-09CC-499D-BE52-23AFBE966B3C}" type="presOf" srcId="{CF8470B9-6873-47AB-9D13-0730DAEA484E}" destId="{07B3EA0B-0A65-415B-9037-DA23320F68C7}" srcOrd="0" destOrd="0" presId="urn:microsoft.com/office/officeart/2005/8/layout/list1"/>
    <dgm:cxn modelId="{792E7C6D-00D2-402A-94E6-B2BD37D16285}" type="presOf" srcId="{B3881ADE-F701-474B-9982-F51ACA0D9176}" destId="{DE8DE6D8-14BD-45F6-ADA5-75DB365F2306}" srcOrd="0" destOrd="0" presId="urn:microsoft.com/office/officeart/2005/8/layout/list1"/>
    <dgm:cxn modelId="{F6F40953-0C9E-4B52-91FD-159FCE080BF0}" type="presOf" srcId="{04818EA6-BF42-4913-A2EF-FD668A22406F}" destId="{2D1A5D77-D321-4EA6-831A-54EB7084FDD5}" srcOrd="0" destOrd="0" presId="urn:microsoft.com/office/officeart/2005/8/layout/list1"/>
    <dgm:cxn modelId="{493D1F53-92C3-48CC-A53F-C0D9B719CE0B}" srcId="{D7FA8A6B-C41F-43A6-8855-71DFCFD7DD7D}" destId="{CF8470B9-6873-47AB-9D13-0730DAEA484E}" srcOrd="0" destOrd="0" parTransId="{300B6DFB-C142-4A69-BD7F-DD21EB4D3ACD}" sibTransId="{336801A1-7DC9-42E3-9B39-6404EC93B5C0}"/>
    <dgm:cxn modelId="{17E5CF5A-3520-48F5-9F5B-9E506FA59AC4}" srcId="{BCCE0815-F183-49E6-AA82-039B101F8BFE}" destId="{D7FA8A6B-C41F-43A6-8855-71DFCFD7DD7D}" srcOrd="1" destOrd="0" parTransId="{FB5320B6-BCFE-4A9F-A015-6138101B8EFB}" sibTransId="{5DB3839A-2CDB-4C31-8AA0-F2B46CC5462E}"/>
    <dgm:cxn modelId="{17DE358A-9010-4E9A-A26F-54A476207203}" type="presOf" srcId="{04818EA6-BF42-4913-A2EF-FD668A22406F}" destId="{028E6A7E-23BA-4F12-8DC1-7FD956608DDD}" srcOrd="1" destOrd="0" presId="urn:microsoft.com/office/officeart/2005/8/layout/list1"/>
    <dgm:cxn modelId="{FAB94397-8258-4E06-BA67-F2764175F36C}" srcId="{BCCE0815-F183-49E6-AA82-039B101F8BFE}" destId="{04818EA6-BF42-4913-A2EF-FD668A22406F}" srcOrd="0" destOrd="0" parTransId="{FBC6558D-98DB-4516-90FE-9B90964D7C38}" sibTransId="{539FA777-61D9-4B0B-9AFE-8E23AD4FEC05}"/>
    <dgm:cxn modelId="{0722FBA3-D280-46AF-AA61-518855950B22}" type="presOf" srcId="{D7FA8A6B-C41F-43A6-8855-71DFCFD7DD7D}" destId="{6A9ADE83-535F-402B-8DB7-34B1937E93A9}" srcOrd="1" destOrd="0" presId="urn:microsoft.com/office/officeart/2005/8/layout/list1"/>
    <dgm:cxn modelId="{A9504CAD-446E-4339-BE93-6B1D99DD2BD5}" srcId="{04818EA6-BF42-4913-A2EF-FD668A22406F}" destId="{26A16223-2C50-4602-86A6-82D3020CFE67}" srcOrd="1" destOrd="0" parTransId="{D905DD75-0BB8-4125-AA0A-528E03AA3119}" sibTransId="{DE836D2C-69BC-417C-BD9B-4DE6F708CC92}"/>
    <dgm:cxn modelId="{0569DCB5-A407-4D4B-9EE2-F36E1E165239}" type="presOf" srcId="{26A16223-2C50-4602-86A6-82D3020CFE67}" destId="{DE8DE6D8-14BD-45F6-ADA5-75DB365F2306}" srcOrd="0" destOrd="1" presId="urn:microsoft.com/office/officeart/2005/8/layout/list1"/>
    <dgm:cxn modelId="{617C0CB7-24B2-40EA-A87F-9F2B3AE6AA7C}" srcId="{04818EA6-BF42-4913-A2EF-FD668A22406F}" destId="{B3881ADE-F701-474B-9982-F51ACA0D9176}" srcOrd="0" destOrd="0" parTransId="{FFAA0859-8D1A-413E-B486-41003787AB4B}" sibTransId="{44B6708A-2CFE-45C9-837F-B898F733E7F0}"/>
    <dgm:cxn modelId="{542A12D1-F2E8-4AFE-BB33-B1447F6DBE5F}" srcId="{04818EA6-BF42-4913-A2EF-FD668A22406F}" destId="{3C6F1876-88E5-4907-A216-5984FEB66708}" srcOrd="2" destOrd="0" parTransId="{6F1E8A3E-1192-4A4F-89D0-0DFFBC0A9570}" sibTransId="{F38EB8C7-DA6D-409A-8F8A-8BB5083782B4}"/>
    <dgm:cxn modelId="{DEE115E9-18CB-4ACA-BCAA-BBBEDFF84E77}" type="presOf" srcId="{BCCE0815-F183-49E6-AA82-039B101F8BFE}" destId="{A61FF901-1758-4F6A-8885-6C3E316EB6CC}" srcOrd="0" destOrd="0" presId="urn:microsoft.com/office/officeart/2005/8/layout/list1"/>
    <dgm:cxn modelId="{2C1A2C89-2D5A-48C6-9298-362999D959AF}" type="presParOf" srcId="{A61FF901-1758-4F6A-8885-6C3E316EB6CC}" destId="{E8B3649B-5621-4B78-95F6-255C4D66529B}" srcOrd="0" destOrd="0" presId="urn:microsoft.com/office/officeart/2005/8/layout/list1"/>
    <dgm:cxn modelId="{46D1D793-51F6-4086-AE90-F9F30D987CF9}" type="presParOf" srcId="{E8B3649B-5621-4B78-95F6-255C4D66529B}" destId="{2D1A5D77-D321-4EA6-831A-54EB7084FDD5}" srcOrd="0" destOrd="0" presId="urn:microsoft.com/office/officeart/2005/8/layout/list1"/>
    <dgm:cxn modelId="{CAA5DE24-CF40-4D06-BC4C-C277581DB5E6}" type="presParOf" srcId="{E8B3649B-5621-4B78-95F6-255C4D66529B}" destId="{028E6A7E-23BA-4F12-8DC1-7FD956608DDD}" srcOrd="1" destOrd="0" presId="urn:microsoft.com/office/officeart/2005/8/layout/list1"/>
    <dgm:cxn modelId="{607B7D02-4FE6-49A3-9995-7A2C19F7712D}" type="presParOf" srcId="{A61FF901-1758-4F6A-8885-6C3E316EB6CC}" destId="{2A0920B5-855A-43C9-9D3D-0CB577B9781D}" srcOrd="1" destOrd="0" presId="urn:microsoft.com/office/officeart/2005/8/layout/list1"/>
    <dgm:cxn modelId="{01F9B7D4-352C-41F8-BF7B-82AF5CA37EE8}" type="presParOf" srcId="{A61FF901-1758-4F6A-8885-6C3E316EB6CC}" destId="{DE8DE6D8-14BD-45F6-ADA5-75DB365F2306}" srcOrd="2" destOrd="0" presId="urn:microsoft.com/office/officeart/2005/8/layout/list1"/>
    <dgm:cxn modelId="{C7F01B7E-293C-4B0B-B2AA-2006E244D3E6}" type="presParOf" srcId="{A61FF901-1758-4F6A-8885-6C3E316EB6CC}" destId="{E4BBD492-1EA6-4E39-82CA-4F60E3723096}" srcOrd="3" destOrd="0" presId="urn:microsoft.com/office/officeart/2005/8/layout/list1"/>
    <dgm:cxn modelId="{A1BE2F3E-FD56-4403-8481-88EC892126A0}" type="presParOf" srcId="{A61FF901-1758-4F6A-8885-6C3E316EB6CC}" destId="{1C3DA9EA-5143-4519-AD96-294797788693}" srcOrd="4" destOrd="0" presId="urn:microsoft.com/office/officeart/2005/8/layout/list1"/>
    <dgm:cxn modelId="{05ABD7AA-CBC2-4DF8-BEE3-250D84B0081F}" type="presParOf" srcId="{1C3DA9EA-5143-4519-AD96-294797788693}" destId="{CD016DED-FA7E-46E5-B0BC-6A3075303239}" srcOrd="0" destOrd="0" presId="urn:microsoft.com/office/officeart/2005/8/layout/list1"/>
    <dgm:cxn modelId="{7D524C2F-D39F-4447-B267-FA328472E486}" type="presParOf" srcId="{1C3DA9EA-5143-4519-AD96-294797788693}" destId="{6A9ADE83-535F-402B-8DB7-34B1937E93A9}" srcOrd="1" destOrd="0" presId="urn:microsoft.com/office/officeart/2005/8/layout/list1"/>
    <dgm:cxn modelId="{6B476B38-2A8D-44C2-91D3-986C08031C09}" type="presParOf" srcId="{A61FF901-1758-4F6A-8885-6C3E316EB6CC}" destId="{1FD0F204-17F2-4C2A-AB3A-A1BD8E6BFA22}" srcOrd="5" destOrd="0" presId="urn:microsoft.com/office/officeart/2005/8/layout/list1"/>
    <dgm:cxn modelId="{081A30D5-45BF-4F5F-9D1E-4B1EA444B75C}" type="presParOf" srcId="{A61FF901-1758-4F6A-8885-6C3E316EB6CC}" destId="{07B3EA0B-0A65-415B-9037-DA23320F68C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A3F3E29B-A89E-493D-943F-76C7AD429A3B}" type="doc">
      <dgm:prSet loTypeId="urn:microsoft.com/office/officeart/2005/8/layout/lProcess1" loCatId="process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1B3F900-9B09-4AD0-8F68-D83DEDFD17B6}">
      <dgm:prSet/>
      <dgm:spPr/>
      <dgm:t>
        <a:bodyPr/>
        <a:lstStyle/>
        <a:p>
          <a:r>
            <a:rPr lang="en-US">
              <a:latin typeface="Century Gothic" panose="020B0502020202020204"/>
            </a:rPr>
            <a:t>Similarity Metric</a:t>
          </a:r>
        </a:p>
      </dgm:t>
    </dgm:pt>
    <dgm:pt modelId="{BA6E48B5-A906-4CBC-B8A8-16894F48A9D4}" type="parTrans" cxnId="{F44A5FBC-E5FA-4153-BFBE-516538963A93}">
      <dgm:prSet/>
      <dgm:spPr/>
      <dgm:t>
        <a:bodyPr/>
        <a:lstStyle/>
        <a:p>
          <a:endParaRPr lang="en-US"/>
        </a:p>
      </dgm:t>
    </dgm:pt>
    <dgm:pt modelId="{72FFA9DA-1C67-4A7A-A5B7-D5FF45A8DFC4}" type="sibTrans" cxnId="{F44A5FBC-E5FA-4153-BFBE-516538963A93}">
      <dgm:prSet/>
      <dgm:spPr/>
      <dgm:t>
        <a:bodyPr/>
        <a:lstStyle/>
        <a:p>
          <a:endParaRPr lang="en-US"/>
        </a:p>
      </dgm:t>
    </dgm:pt>
    <dgm:pt modelId="{02F52AEC-FAB7-4326-B5E5-043A9F74382B}">
      <dgm:prSet/>
      <dgm:spPr/>
      <dgm:t>
        <a:bodyPr/>
        <a:lstStyle/>
        <a:p>
          <a:r>
            <a:rPr lang="en-US" err="1">
              <a:latin typeface="Century Gothic" panose="020B0502020202020204"/>
            </a:rPr>
            <a:t>Levenshtein</a:t>
          </a:r>
          <a:r>
            <a:rPr lang="en-US">
              <a:latin typeface="Century Gothic" panose="020B0502020202020204"/>
            </a:rPr>
            <a:t> Distance</a:t>
          </a:r>
        </a:p>
      </dgm:t>
    </dgm:pt>
    <dgm:pt modelId="{08A62E85-3D11-48F7-85EE-EB1453AC3F09}" type="parTrans" cxnId="{5B8AE51F-1F4B-400A-B654-60E94E7597AD}">
      <dgm:prSet/>
      <dgm:spPr/>
      <dgm:t>
        <a:bodyPr/>
        <a:lstStyle/>
        <a:p>
          <a:endParaRPr lang="en-US"/>
        </a:p>
      </dgm:t>
    </dgm:pt>
    <dgm:pt modelId="{1CE3042F-66C9-4A7B-9B82-7EEC7F3F3345}" type="sibTrans" cxnId="{5B8AE51F-1F4B-400A-B654-60E94E7597AD}">
      <dgm:prSet/>
      <dgm:spPr/>
      <dgm:t>
        <a:bodyPr/>
        <a:lstStyle/>
        <a:p>
          <a:endParaRPr lang="en-US"/>
        </a:p>
      </dgm:t>
    </dgm:pt>
    <dgm:pt modelId="{BF8F0CC6-E046-4D90-9A11-BE9F51717AC7}">
      <dgm:prSet/>
      <dgm:spPr/>
      <dgm:t>
        <a:bodyPr/>
        <a:lstStyle/>
        <a:p>
          <a:r>
            <a:rPr lang="en-US">
              <a:latin typeface="Century Gothic" panose="020B0502020202020204"/>
            </a:rPr>
            <a:t>Ratio between 0 – 100</a:t>
          </a:r>
        </a:p>
      </dgm:t>
    </dgm:pt>
    <dgm:pt modelId="{2EE53EA6-9336-45B5-8C32-4C309933B17D}" type="parTrans" cxnId="{E1ACA712-28B5-4F3D-85A6-CCC1886025EB}">
      <dgm:prSet/>
      <dgm:spPr/>
      <dgm:t>
        <a:bodyPr/>
        <a:lstStyle/>
        <a:p>
          <a:endParaRPr lang="en-US"/>
        </a:p>
      </dgm:t>
    </dgm:pt>
    <dgm:pt modelId="{DFF4CE7D-DB7F-48E3-A576-29E33915BC8C}" type="sibTrans" cxnId="{E1ACA712-28B5-4F3D-85A6-CCC1886025EB}">
      <dgm:prSet/>
      <dgm:spPr/>
      <dgm:t>
        <a:bodyPr/>
        <a:lstStyle/>
        <a:p>
          <a:endParaRPr lang="en-US"/>
        </a:p>
      </dgm:t>
    </dgm:pt>
    <dgm:pt modelId="{D04CA83C-4B84-49AD-B26D-5071A61E184C}">
      <dgm:prSet/>
      <dgm:spPr/>
      <dgm:t>
        <a:bodyPr/>
        <a:lstStyle/>
        <a:p>
          <a:r>
            <a:rPr lang="en-US">
              <a:latin typeface="Century Gothic" panose="020B0502020202020204"/>
            </a:rPr>
            <a:t>Weights per field</a:t>
          </a:r>
        </a:p>
      </dgm:t>
    </dgm:pt>
    <dgm:pt modelId="{0D277EE3-6A3D-4846-BF2F-16443DE3595F}" type="parTrans" cxnId="{46A19D25-ABA6-482C-8A44-E085BB6E813B}">
      <dgm:prSet/>
      <dgm:spPr/>
      <dgm:t>
        <a:bodyPr/>
        <a:lstStyle/>
        <a:p>
          <a:endParaRPr lang="en-US"/>
        </a:p>
      </dgm:t>
    </dgm:pt>
    <dgm:pt modelId="{CA739E3C-4156-426F-BA15-27E243C08A89}" type="sibTrans" cxnId="{46A19D25-ABA6-482C-8A44-E085BB6E813B}">
      <dgm:prSet/>
      <dgm:spPr/>
      <dgm:t>
        <a:bodyPr/>
        <a:lstStyle/>
        <a:p>
          <a:endParaRPr lang="en-US"/>
        </a:p>
      </dgm:t>
    </dgm:pt>
    <dgm:pt modelId="{69C7D1E2-159C-464A-86EC-620BDEE625D5}">
      <dgm:prSet/>
      <dgm:spPr/>
      <dgm:t>
        <a:bodyPr/>
        <a:lstStyle/>
        <a:p>
          <a:r>
            <a:rPr lang="en-US">
              <a:latin typeface="Century Gothic" panose="020B0502020202020204"/>
            </a:rPr>
            <a:t>Sum of weights equal to 1</a:t>
          </a:r>
        </a:p>
      </dgm:t>
    </dgm:pt>
    <dgm:pt modelId="{70C8F0A4-7A5B-49DB-8935-38589693484D}" type="parTrans" cxnId="{7BE81E23-AEAF-4E1E-9DD3-8D6F987D1BCC}">
      <dgm:prSet/>
      <dgm:spPr/>
      <dgm:t>
        <a:bodyPr/>
        <a:lstStyle/>
        <a:p>
          <a:endParaRPr lang="en-US"/>
        </a:p>
      </dgm:t>
    </dgm:pt>
    <dgm:pt modelId="{D9B7275D-AD8B-4E46-8781-2E10A351D43F}" type="sibTrans" cxnId="{7BE81E23-AEAF-4E1E-9DD3-8D6F987D1BCC}">
      <dgm:prSet/>
      <dgm:spPr/>
      <dgm:t>
        <a:bodyPr/>
        <a:lstStyle/>
        <a:p>
          <a:endParaRPr lang="en-US"/>
        </a:p>
      </dgm:t>
    </dgm:pt>
    <dgm:pt modelId="{9295ACC8-CBB7-4EC3-8DBA-FA1FEC946D82}">
      <dgm:prSet/>
      <dgm:spPr/>
      <dgm:t>
        <a:bodyPr/>
        <a:lstStyle/>
        <a:p>
          <a:r>
            <a:rPr lang="en-US" sz="3400">
              <a:latin typeface="Century Gothic" panose="020B0502020202020204"/>
            </a:rPr>
            <a:t>Confidence</a:t>
          </a:r>
          <a:endParaRPr lang="en-US">
            <a:latin typeface="Century Gothic" panose="020B0502020202020204"/>
          </a:endParaRPr>
        </a:p>
      </dgm:t>
    </dgm:pt>
    <dgm:pt modelId="{27142496-36B1-4AA3-8FA7-A4ADC5A48FAB}" type="parTrans" cxnId="{FB002EF8-FD09-4207-B96B-FE992D412AAD}">
      <dgm:prSet/>
      <dgm:spPr/>
      <dgm:t>
        <a:bodyPr/>
        <a:lstStyle/>
        <a:p>
          <a:endParaRPr lang="en-US"/>
        </a:p>
      </dgm:t>
    </dgm:pt>
    <dgm:pt modelId="{F02B0405-9D7C-4F79-9B9F-4B872CC8E027}" type="sibTrans" cxnId="{FB002EF8-FD09-4207-B96B-FE992D412AAD}">
      <dgm:prSet/>
      <dgm:spPr/>
      <dgm:t>
        <a:bodyPr/>
        <a:lstStyle/>
        <a:p>
          <a:endParaRPr lang="en-US"/>
        </a:p>
      </dgm:t>
    </dgm:pt>
    <dgm:pt modelId="{6415F561-0558-452E-9360-65B86A550ED8}">
      <dgm:prSet/>
      <dgm:spPr/>
      <dgm:t>
        <a:bodyPr/>
        <a:lstStyle/>
        <a:p>
          <a:r>
            <a:rPr lang="en-US">
              <a:solidFill>
                <a:srgbClr val="000000"/>
              </a:solidFill>
              <a:latin typeface="Century Gothic" panose="020B0502020202020204"/>
            </a:rPr>
            <a:t>Sum of each field's similarity *weight</a:t>
          </a:r>
        </a:p>
      </dgm:t>
    </dgm:pt>
    <dgm:pt modelId="{9EFE582D-7587-46E9-80D8-BF90418ACF8D}" type="parTrans" cxnId="{EE2D88E9-A5F6-46B1-AEFD-31D41483194A}">
      <dgm:prSet/>
      <dgm:spPr/>
      <dgm:t>
        <a:bodyPr/>
        <a:lstStyle/>
        <a:p>
          <a:endParaRPr lang="en-US"/>
        </a:p>
      </dgm:t>
    </dgm:pt>
    <dgm:pt modelId="{7543C322-B7FB-462B-98BE-E88A55DF8CB0}" type="sibTrans" cxnId="{EE2D88E9-A5F6-46B1-AEFD-31D41483194A}">
      <dgm:prSet/>
      <dgm:spPr/>
      <dgm:t>
        <a:bodyPr/>
        <a:lstStyle/>
        <a:p>
          <a:endParaRPr lang="en-US"/>
        </a:p>
      </dgm:t>
    </dgm:pt>
    <dgm:pt modelId="{F43DBB25-2F6C-40A5-8836-DC703C0EBBC9}">
      <dgm:prSet/>
      <dgm:spPr/>
      <dgm:t>
        <a:bodyPr/>
        <a:lstStyle/>
        <a:p>
          <a:r>
            <a:rPr lang="en-US">
              <a:latin typeface="Century Gothic" panose="020B0502020202020204"/>
            </a:rPr>
            <a:t>A score of 100 is a perfect match</a:t>
          </a:r>
        </a:p>
      </dgm:t>
    </dgm:pt>
    <dgm:pt modelId="{CFE3861A-7F9F-47E3-8251-C99AE3B142B4}" type="parTrans" cxnId="{5FFBB313-E8BA-4E0B-A8B5-9EE53F0D488B}">
      <dgm:prSet/>
      <dgm:spPr/>
      <dgm:t>
        <a:bodyPr/>
        <a:lstStyle/>
        <a:p>
          <a:endParaRPr lang="en-US"/>
        </a:p>
      </dgm:t>
    </dgm:pt>
    <dgm:pt modelId="{7512428F-6935-44E9-92F3-EA12858840DE}" type="sibTrans" cxnId="{5FFBB313-E8BA-4E0B-A8B5-9EE53F0D488B}">
      <dgm:prSet/>
      <dgm:spPr/>
      <dgm:t>
        <a:bodyPr/>
        <a:lstStyle/>
        <a:p>
          <a:endParaRPr lang="en-US"/>
        </a:p>
      </dgm:t>
    </dgm:pt>
    <dgm:pt modelId="{13F81D10-01D7-40B0-BA7C-5FCE1540D30D}">
      <dgm:prSet/>
      <dgm:spPr/>
      <dgm:t>
        <a:bodyPr/>
        <a:lstStyle/>
        <a:p>
          <a:r>
            <a:rPr lang="en-US">
              <a:latin typeface="Century Gothic" panose="020B0502020202020204"/>
            </a:rPr>
            <a:t>Weights</a:t>
          </a:r>
        </a:p>
      </dgm:t>
    </dgm:pt>
    <dgm:pt modelId="{A26CB54A-A138-48E8-B2DC-BE153488A89F}" type="parTrans" cxnId="{639D7E03-A291-4221-A037-B584E6CC4E21}">
      <dgm:prSet/>
      <dgm:spPr/>
    </dgm:pt>
    <dgm:pt modelId="{66E70B63-6ED8-489A-8FE3-7A8DFFD1C1FE}" type="sibTrans" cxnId="{639D7E03-A291-4221-A037-B584E6CC4E21}">
      <dgm:prSet/>
      <dgm:spPr/>
    </dgm:pt>
    <dgm:pt modelId="{8C660FB0-F113-4893-AEB2-E531D53BC56C}" type="pres">
      <dgm:prSet presAssocID="{A3F3E29B-A89E-493D-943F-76C7AD429A3B}" presName="Name0" presStyleCnt="0">
        <dgm:presLayoutVars>
          <dgm:dir/>
          <dgm:animLvl val="lvl"/>
          <dgm:resizeHandles val="exact"/>
        </dgm:presLayoutVars>
      </dgm:prSet>
      <dgm:spPr/>
    </dgm:pt>
    <dgm:pt modelId="{1EB0C80F-579F-4DA8-B06A-91C921C237EC}" type="pres">
      <dgm:prSet presAssocID="{41B3F900-9B09-4AD0-8F68-D83DEDFD17B6}" presName="vertFlow" presStyleCnt="0"/>
      <dgm:spPr/>
    </dgm:pt>
    <dgm:pt modelId="{0B66F640-564D-441D-A5AD-C0C40062C324}" type="pres">
      <dgm:prSet presAssocID="{41B3F900-9B09-4AD0-8F68-D83DEDFD17B6}" presName="header" presStyleLbl="node1" presStyleIdx="0" presStyleCnt="3"/>
      <dgm:spPr/>
    </dgm:pt>
    <dgm:pt modelId="{F7B44F27-8D32-48FF-8826-BD05CF95E4AE}" type="pres">
      <dgm:prSet presAssocID="{08A62E85-3D11-48F7-85EE-EB1453AC3F09}" presName="parTrans" presStyleLbl="sibTrans2D1" presStyleIdx="0" presStyleCnt="6"/>
      <dgm:spPr/>
    </dgm:pt>
    <dgm:pt modelId="{6FDF8A16-CCFA-4B31-91B6-8CA6DA9C939B}" type="pres">
      <dgm:prSet presAssocID="{02F52AEC-FAB7-4326-B5E5-043A9F74382B}" presName="child" presStyleLbl="alignAccFollowNode1" presStyleIdx="0" presStyleCnt="6">
        <dgm:presLayoutVars>
          <dgm:chMax val="0"/>
          <dgm:bulletEnabled val="1"/>
        </dgm:presLayoutVars>
      </dgm:prSet>
      <dgm:spPr/>
    </dgm:pt>
    <dgm:pt modelId="{3EBF592A-E30A-45DE-9EDD-356D40AF341D}" type="pres">
      <dgm:prSet presAssocID="{1CE3042F-66C9-4A7B-9B82-7EEC7F3F3345}" presName="sibTrans" presStyleLbl="sibTrans2D1" presStyleIdx="1" presStyleCnt="6"/>
      <dgm:spPr/>
    </dgm:pt>
    <dgm:pt modelId="{075F371C-8A38-4E55-8551-896D7E61BD98}" type="pres">
      <dgm:prSet presAssocID="{BF8F0CC6-E046-4D90-9A11-BE9F51717AC7}" presName="child" presStyleLbl="alignAccFollowNode1" presStyleIdx="1" presStyleCnt="6">
        <dgm:presLayoutVars>
          <dgm:chMax val="0"/>
          <dgm:bulletEnabled val="1"/>
        </dgm:presLayoutVars>
      </dgm:prSet>
      <dgm:spPr/>
    </dgm:pt>
    <dgm:pt modelId="{681E85F9-7F05-47AF-8EC2-21BF259C8D1D}" type="pres">
      <dgm:prSet presAssocID="{41B3F900-9B09-4AD0-8F68-D83DEDFD17B6}" presName="hSp" presStyleCnt="0"/>
      <dgm:spPr/>
    </dgm:pt>
    <dgm:pt modelId="{1ED19F9E-10F0-4927-B169-9067368339C0}" type="pres">
      <dgm:prSet presAssocID="{13F81D10-01D7-40B0-BA7C-5FCE1540D30D}" presName="vertFlow" presStyleCnt="0"/>
      <dgm:spPr/>
    </dgm:pt>
    <dgm:pt modelId="{2A6CC642-ED98-477F-800C-E6B8666570A2}" type="pres">
      <dgm:prSet presAssocID="{13F81D10-01D7-40B0-BA7C-5FCE1540D30D}" presName="header" presStyleLbl="node1" presStyleIdx="1" presStyleCnt="3"/>
      <dgm:spPr/>
    </dgm:pt>
    <dgm:pt modelId="{34EFB7F3-3D94-4ACA-BB41-7CF507BC2021}" type="pres">
      <dgm:prSet presAssocID="{0D277EE3-6A3D-4846-BF2F-16443DE3595F}" presName="parTrans" presStyleLbl="sibTrans2D1" presStyleIdx="2" presStyleCnt="6"/>
      <dgm:spPr/>
    </dgm:pt>
    <dgm:pt modelId="{B609AAB9-0315-4ECC-8A96-AD7827E02F8F}" type="pres">
      <dgm:prSet presAssocID="{D04CA83C-4B84-49AD-B26D-5071A61E184C}" presName="child" presStyleLbl="alignAccFollowNode1" presStyleIdx="2" presStyleCnt="6">
        <dgm:presLayoutVars>
          <dgm:chMax val="0"/>
          <dgm:bulletEnabled val="1"/>
        </dgm:presLayoutVars>
      </dgm:prSet>
      <dgm:spPr/>
    </dgm:pt>
    <dgm:pt modelId="{24B1C36D-6622-401D-9D69-1D125DD8F20D}" type="pres">
      <dgm:prSet presAssocID="{CA739E3C-4156-426F-BA15-27E243C08A89}" presName="sibTrans" presStyleLbl="sibTrans2D1" presStyleIdx="3" presStyleCnt="6"/>
      <dgm:spPr/>
    </dgm:pt>
    <dgm:pt modelId="{DBE052A0-552E-4CF4-869D-0B9EB1893BF1}" type="pres">
      <dgm:prSet presAssocID="{69C7D1E2-159C-464A-86EC-620BDEE625D5}" presName="child" presStyleLbl="alignAccFollowNode1" presStyleIdx="3" presStyleCnt="6">
        <dgm:presLayoutVars>
          <dgm:chMax val="0"/>
          <dgm:bulletEnabled val="1"/>
        </dgm:presLayoutVars>
      </dgm:prSet>
      <dgm:spPr/>
    </dgm:pt>
    <dgm:pt modelId="{8F3B1D5C-5294-4347-9CCB-5E9CD0BDC4C0}" type="pres">
      <dgm:prSet presAssocID="{13F81D10-01D7-40B0-BA7C-5FCE1540D30D}" presName="hSp" presStyleCnt="0"/>
      <dgm:spPr/>
    </dgm:pt>
    <dgm:pt modelId="{2C0FC90E-D3DC-4900-92E3-01CB83DCDB53}" type="pres">
      <dgm:prSet presAssocID="{9295ACC8-CBB7-4EC3-8DBA-FA1FEC946D82}" presName="vertFlow" presStyleCnt="0"/>
      <dgm:spPr/>
    </dgm:pt>
    <dgm:pt modelId="{FE29B2E6-0DFD-4E8D-8A1D-A3FEE9155C59}" type="pres">
      <dgm:prSet presAssocID="{9295ACC8-CBB7-4EC3-8DBA-FA1FEC946D82}" presName="header" presStyleLbl="node1" presStyleIdx="2" presStyleCnt="3"/>
      <dgm:spPr/>
    </dgm:pt>
    <dgm:pt modelId="{F27FDEDF-EFBC-406B-845C-1BC921088F27}" type="pres">
      <dgm:prSet presAssocID="{9EFE582D-7587-46E9-80D8-BF90418ACF8D}" presName="parTrans" presStyleLbl="sibTrans2D1" presStyleIdx="4" presStyleCnt="6"/>
      <dgm:spPr/>
    </dgm:pt>
    <dgm:pt modelId="{147C6C62-E4C1-4262-ABF0-82E969C3FF31}" type="pres">
      <dgm:prSet presAssocID="{6415F561-0558-452E-9360-65B86A550ED8}" presName="child" presStyleLbl="alignAccFollowNode1" presStyleIdx="4" presStyleCnt="6">
        <dgm:presLayoutVars>
          <dgm:chMax val="0"/>
          <dgm:bulletEnabled val="1"/>
        </dgm:presLayoutVars>
      </dgm:prSet>
      <dgm:spPr/>
    </dgm:pt>
    <dgm:pt modelId="{280C6913-0113-4971-8841-173AD483A080}" type="pres">
      <dgm:prSet presAssocID="{7543C322-B7FB-462B-98BE-E88A55DF8CB0}" presName="sibTrans" presStyleLbl="sibTrans2D1" presStyleIdx="5" presStyleCnt="6"/>
      <dgm:spPr/>
    </dgm:pt>
    <dgm:pt modelId="{67132EA2-E65B-47AF-8306-9F33DDC80205}" type="pres">
      <dgm:prSet presAssocID="{F43DBB25-2F6C-40A5-8836-DC703C0EBBC9}" presName="child" presStyleLbl="alignAccFollowNode1" presStyleIdx="5" presStyleCnt="6">
        <dgm:presLayoutVars>
          <dgm:chMax val="0"/>
          <dgm:bulletEnabled val="1"/>
        </dgm:presLayoutVars>
      </dgm:prSet>
      <dgm:spPr/>
    </dgm:pt>
  </dgm:ptLst>
  <dgm:cxnLst>
    <dgm:cxn modelId="{639D7E03-A291-4221-A037-B584E6CC4E21}" srcId="{A3F3E29B-A89E-493D-943F-76C7AD429A3B}" destId="{13F81D10-01D7-40B0-BA7C-5FCE1540D30D}" srcOrd="1" destOrd="0" parTransId="{A26CB54A-A138-48E8-B2DC-BE153488A89F}" sibTransId="{66E70B63-6ED8-489A-8FE3-7A8DFFD1C1FE}"/>
    <dgm:cxn modelId="{CBA9D504-634E-402F-A3AC-F3AB60B91D01}" type="presOf" srcId="{A3F3E29B-A89E-493D-943F-76C7AD429A3B}" destId="{8C660FB0-F113-4893-AEB2-E531D53BC56C}" srcOrd="0" destOrd="0" presId="urn:microsoft.com/office/officeart/2005/8/layout/lProcess1"/>
    <dgm:cxn modelId="{80854B0C-2C07-4F6A-B1AA-5F77069F89FF}" type="presOf" srcId="{02F52AEC-FAB7-4326-B5E5-043A9F74382B}" destId="{6FDF8A16-CCFA-4B31-91B6-8CA6DA9C939B}" srcOrd="0" destOrd="0" presId="urn:microsoft.com/office/officeart/2005/8/layout/lProcess1"/>
    <dgm:cxn modelId="{4EB04A0E-12A2-4FC3-A560-F456CA1076B6}" type="presOf" srcId="{6415F561-0558-452E-9360-65B86A550ED8}" destId="{147C6C62-E4C1-4262-ABF0-82E969C3FF31}" srcOrd="0" destOrd="0" presId="urn:microsoft.com/office/officeart/2005/8/layout/lProcess1"/>
    <dgm:cxn modelId="{BA0B4A11-0733-4ABE-93A5-EC9A57EA093B}" type="presOf" srcId="{08A62E85-3D11-48F7-85EE-EB1453AC3F09}" destId="{F7B44F27-8D32-48FF-8826-BD05CF95E4AE}" srcOrd="0" destOrd="0" presId="urn:microsoft.com/office/officeart/2005/8/layout/lProcess1"/>
    <dgm:cxn modelId="{E1ACA712-28B5-4F3D-85A6-CCC1886025EB}" srcId="{41B3F900-9B09-4AD0-8F68-D83DEDFD17B6}" destId="{BF8F0CC6-E046-4D90-9A11-BE9F51717AC7}" srcOrd="1" destOrd="0" parTransId="{2EE53EA6-9336-45B5-8C32-4C309933B17D}" sibTransId="{DFF4CE7D-DB7F-48E3-A576-29E33915BC8C}"/>
    <dgm:cxn modelId="{5FFBB313-E8BA-4E0B-A8B5-9EE53F0D488B}" srcId="{9295ACC8-CBB7-4EC3-8DBA-FA1FEC946D82}" destId="{F43DBB25-2F6C-40A5-8836-DC703C0EBBC9}" srcOrd="1" destOrd="0" parTransId="{CFE3861A-7F9F-47E3-8251-C99AE3B142B4}" sibTransId="{7512428F-6935-44E9-92F3-EA12858840DE}"/>
    <dgm:cxn modelId="{5B8AE51F-1F4B-400A-B654-60E94E7597AD}" srcId="{41B3F900-9B09-4AD0-8F68-D83DEDFD17B6}" destId="{02F52AEC-FAB7-4326-B5E5-043A9F74382B}" srcOrd="0" destOrd="0" parTransId="{08A62E85-3D11-48F7-85EE-EB1453AC3F09}" sibTransId="{1CE3042F-66C9-4A7B-9B82-7EEC7F3F3345}"/>
    <dgm:cxn modelId="{B2380B23-72D0-431F-B236-CCCAC279F36A}" type="presOf" srcId="{D04CA83C-4B84-49AD-B26D-5071A61E184C}" destId="{B609AAB9-0315-4ECC-8A96-AD7827E02F8F}" srcOrd="0" destOrd="0" presId="urn:microsoft.com/office/officeart/2005/8/layout/lProcess1"/>
    <dgm:cxn modelId="{7BE81E23-AEAF-4E1E-9DD3-8D6F987D1BCC}" srcId="{13F81D10-01D7-40B0-BA7C-5FCE1540D30D}" destId="{69C7D1E2-159C-464A-86EC-620BDEE625D5}" srcOrd="1" destOrd="0" parTransId="{70C8F0A4-7A5B-49DB-8935-38589693484D}" sibTransId="{D9B7275D-AD8B-4E46-8781-2E10A351D43F}"/>
    <dgm:cxn modelId="{46A19D25-ABA6-482C-8A44-E085BB6E813B}" srcId="{13F81D10-01D7-40B0-BA7C-5FCE1540D30D}" destId="{D04CA83C-4B84-49AD-B26D-5071A61E184C}" srcOrd="0" destOrd="0" parTransId="{0D277EE3-6A3D-4846-BF2F-16443DE3595F}" sibTransId="{CA739E3C-4156-426F-BA15-27E243C08A89}"/>
    <dgm:cxn modelId="{7581C946-867B-4688-A566-C5D69C4EE81F}" type="presOf" srcId="{7543C322-B7FB-462B-98BE-E88A55DF8CB0}" destId="{280C6913-0113-4971-8841-173AD483A080}" srcOrd="0" destOrd="0" presId="urn:microsoft.com/office/officeart/2005/8/layout/lProcess1"/>
    <dgm:cxn modelId="{A57D5347-8C62-4300-8117-49B72F1A55D7}" type="presOf" srcId="{BF8F0CC6-E046-4D90-9A11-BE9F51717AC7}" destId="{075F371C-8A38-4E55-8551-896D7E61BD98}" srcOrd="0" destOrd="0" presId="urn:microsoft.com/office/officeart/2005/8/layout/lProcess1"/>
    <dgm:cxn modelId="{E2D3F267-B415-4530-BEF4-4AFEB5CE1A71}" type="presOf" srcId="{F43DBB25-2F6C-40A5-8836-DC703C0EBBC9}" destId="{67132EA2-E65B-47AF-8306-9F33DDC80205}" srcOrd="0" destOrd="0" presId="urn:microsoft.com/office/officeart/2005/8/layout/lProcess1"/>
    <dgm:cxn modelId="{0CB8FF6F-37CB-4E2F-8F65-84EF66230E1F}" type="presOf" srcId="{CA739E3C-4156-426F-BA15-27E243C08A89}" destId="{24B1C36D-6622-401D-9D69-1D125DD8F20D}" srcOrd="0" destOrd="0" presId="urn:microsoft.com/office/officeart/2005/8/layout/lProcess1"/>
    <dgm:cxn modelId="{EF4F6276-2336-4155-AD4D-1BB58C21BC46}" type="presOf" srcId="{1CE3042F-66C9-4A7B-9B82-7EEC7F3F3345}" destId="{3EBF592A-E30A-45DE-9EDD-356D40AF341D}" srcOrd="0" destOrd="0" presId="urn:microsoft.com/office/officeart/2005/8/layout/lProcess1"/>
    <dgm:cxn modelId="{6FB9F487-1A58-4CBD-B691-693C21763AC3}" type="presOf" srcId="{41B3F900-9B09-4AD0-8F68-D83DEDFD17B6}" destId="{0B66F640-564D-441D-A5AD-C0C40062C324}" srcOrd="0" destOrd="0" presId="urn:microsoft.com/office/officeart/2005/8/layout/lProcess1"/>
    <dgm:cxn modelId="{83906E8A-3073-44CC-92E5-AB1F5A0EF2AD}" type="presOf" srcId="{13F81D10-01D7-40B0-BA7C-5FCE1540D30D}" destId="{2A6CC642-ED98-477F-800C-E6B8666570A2}" srcOrd="0" destOrd="0" presId="urn:microsoft.com/office/officeart/2005/8/layout/lProcess1"/>
    <dgm:cxn modelId="{9B87B992-C26F-4F2A-B999-9B91DAE0E271}" type="presOf" srcId="{9EFE582D-7587-46E9-80D8-BF90418ACF8D}" destId="{F27FDEDF-EFBC-406B-845C-1BC921088F27}" srcOrd="0" destOrd="0" presId="urn:microsoft.com/office/officeart/2005/8/layout/lProcess1"/>
    <dgm:cxn modelId="{A1184CA0-2D9D-41A0-828D-C48C0E1373BF}" type="presOf" srcId="{9295ACC8-CBB7-4EC3-8DBA-FA1FEC946D82}" destId="{FE29B2E6-0DFD-4E8D-8A1D-A3FEE9155C59}" srcOrd="0" destOrd="0" presId="urn:microsoft.com/office/officeart/2005/8/layout/lProcess1"/>
    <dgm:cxn modelId="{7A7A4FAC-685D-421B-B1D3-BC23BE249D98}" type="presOf" srcId="{0D277EE3-6A3D-4846-BF2F-16443DE3595F}" destId="{34EFB7F3-3D94-4ACA-BB41-7CF507BC2021}" srcOrd="0" destOrd="0" presId="urn:microsoft.com/office/officeart/2005/8/layout/lProcess1"/>
    <dgm:cxn modelId="{F44A5FBC-E5FA-4153-BFBE-516538963A93}" srcId="{A3F3E29B-A89E-493D-943F-76C7AD429A3B}" destId="{41B3F900-9B09-4AD0-8F68-D83DEDFD17B6}" srcOrd="0" destOrd="0" parTransId="{BA6E48B5-A906-4CBC-B8A8-16894F48A9D4}" sibTransId="{72FFA9DA-1C67-4A7A-A5B7-D5FF45A8DFC4}"/>
    <dgm:cxn modelId="{8D451EC2-2EFB-4EEF-A852-E6CD4DC2FBBB}" type="presOf" srcId="{69C7D1E2-159C-464A-86EC-620BDEE625D5}" destId="{DBE052A0-552E-4CF4-869D-0B9EB1893BF1}" srcOrd="0" destOrd="0" presId="urn:microsoft.com/office/officeart/2005/8/layout/lProcess1"/>
    <dgm:cxn modelId="{EE2D88E9-A5F6-46B1-AEFD-31D41483194A}" srcId="{9295ACC8-CBB7-4EC3-8DBA-FA1FEC946D82}" destId="{6415F561-0558-452E-9360-65B86A550ED8}" srcOrd="0" destOrd="0" parTransId="{9EFE582D-7587-46E9-80D8-BF90418ACF8D}" sibTransId="{7543C322-B7FB-462B-98BE-E88A55DF8CB0}"/>
    <dgm:cxn modelId="{FB002EF8-FD09-4207-B96B-FE992D412AAD}" srcId="{A3F3E29B-A89E-493D-943F-76C7AD429A3B}" destId="{9295ACC8-CBB7-4EC3-8DBA-FA1FEC946D82}" srcOrd="2" destOrd="0" parTransId="{27142496-36B1-4AA3-8FA7-A4ADC5A48FAB}" sibTransId="{F02B0405-9D7C-4F79-9B9F-4B872CC8E027}"/>
    <dgm:cxn modelId="{4BAD9A82-4A0F-4A02-A6F1-1F555633401B}" type="presParOf" srcId="{8C660FB0-F113-4893-AEB2-E531D53BC56C}" destId="{1EB0C80F-579F-4DA8-B06A-91C921C237EC}" srcOrd="0" destOrd="0" presId="urn:microsoft.com/office/officeart/2005/8/layout/lProcess1"/>
    <dgm:cxn modelId="{847B2B78-6D24-4675-B024-A146893CD61C}" type="presParOf" srcId="{1EB0C80F-579F-4DA8-B06A-91C921C237EC}" destId="{0B66F640-564D-441D-A5AD-C0C40062C324}" srcOrd="0" destOrd="0" presId="urn:microsoft.com/office/officeart/2005/8/layout/lProcess1"/>
    <dgm:cxn modelId="{0D15869F-EEDE-4720-A92F-B78DC8B0794C}" type="presParOf" srcId="{1EB0C80F-579F-4DA8-B06A-91C921C237EC}" destId="{F7B44F27-8D32-48FF-8826-BD05CF95E4AE}" srcOrd="1" destOrd="0" presId="urn:microsoft.com/office/officeart/2005/8/layout/lProcess1"/>
    <dgm:cxn modelId="{A247970B-1DA3-4D85-947F-AEDF58D0C159}" type="presParOf" srcId="{1EB0C80F-579F-4DA8-B06A-91C921C237EC}" destId="{6FDF8A16-CCFA-4B31-91B6-8CA6DA9C939B}" srcOrd="2" destOrd="0" presId="urn:microsoft.com/office/officeart/2005/8/layout/lProcess1"/>
    <dgm:cxn modelId="{D7C9F9A9-3F01-4A2C-B12B-2992B64D728D}" type="presParOf" srcId="{1EB0C80F-579F-4DA8-B06A-91C921C237EC}" destId="{3EBF592A-E30A-45DE-9EDD-356D40AF341D}" srcOrd="3" destOrd="0" presId="urn:microsoft.com/office/officeart/2005/8/layout/lProcess1"/>
    <dgm:cxn modelId="{9BF39D1D-C176-4F41-B7E9-85EC1F5FA779}" type="presParOf" srcId="{1EB0C80F-579F-4DA8-B06A-91C921C237EC}" destId="{075F371C-8A38-4E55-8551-896D7E61BD98}" srcOrd="4" destOrd="0" presId="urn:microsoft.com/office/officeart/2005/8/layout/lProcess1"/>
    <dgm:cxn modelId="{F0073369-E6C9-4DF0-A7D5-F47260F4FE6E}" type="presParOf" srcId="{8C660FB0-F113-4893-AEB2-E531D53BC56C}" destId="{681E85F9-7F05-47AF-8EC2-21BF259C8D1D}" srcOrd="1" destOrd="0" presId="urn:microsoft.com/office/officeart/2005/8/layout/lProcess1"/>
    <dgm:cxn modelId="{B0AA7A75-5B05-4A7D-8F50-1BA23C66A9C7}" type="presParOf" srcId="{8C660FB0-F113-4893-AEB2-E531D53BC56C}" destId="{1ED19F9E-10F0-4927-B169-9067368339C0}" srcOrd="2" destOrd="0" presId="urn:microsoft.com/office/officeart/2005/8/layout/lProcess1"/>
    <dgm:cxn modelId="{C71B6A58-5F1D-440D-8B05-F8EA1B1C62AF}" type="presParOf" srcId="{1ED19F9E-10F0-4927-B169-9067368339C0}" destId="{2A6CC642-ED98-477F-800C-E6B8666570A2}" srcOrd="0" destOrd="0" presId="urn:microsoft.com/office/officeart/2005/8/layout/lProcess1"/>
    <dgm:cxn modelId="{61A34C0F-AC62-4BAB-AAA6-671270A36485}" type="presParOf" srcId="{1ED19F9E-10F0-4927-B169-9067368339C0}" destId="{34EFB7F3-3D94-4ACA-BB41-7CF507BC2021}" srcOrd="1" destOrd="0" presId="urn:microsoft.com/office/officeart/2005/8/layout/lProcess1"/>
    <dgm:cxn modelId="{FEFA2911-9829-493C-826D-626FAE211ECB}" type="presParOf" srcId="{1ED19F9E-10F0-4927-B169-9067368339C0}" destId="{B609AAB9-0315-4ECC-8A96-AD7827E02F8F}" srcOrd="2" destOrd="0" presId="urn:microsoft.com/office/officeart/2005/8/layout/lProcess1"/>
    <dgm:cxn modelId="{900A3706-A79C-4F03-9603-2E7456586EA4}" type="presParOf" srcId="{1ED19F9E-10F0-4927-B169-9067368339C0}" destId="{24B1C36D-6622-401D-9D69-1D125DD8F20D}" srcOrd="3" destOrd="0" presId="urn:microsoft.com/office/officeart/2005/8/layout/lProcess1"/>
    <dgm:cxn modelId="{DBAC96EC-CB0F-4539-8B40-6FD229A2F4A9}" type="presParOf" srcId="{1ED19F9E-10F0-4927-B169-9067368339C0}" destId="{DBE052A0-552E-4CF4-869D-0B9EB1893BF1}" srcOrd="4" destOrd="0" presId="urn:microsoft.com/office/officeart/2005/8/layout/lProcess1"/>
    <dgm:cxn modelId="{AA5F8ACF-2915-478B-BA61-F1F09FC7134D}" type="presParOf" srcId="{8C660FB0-F113-4893-AEB2-E531D53BC56C}" destId="{8F3B1D5C-5294-4347-9CCB-5E9CD0BDC4C0}" srcOrd="3" destOrd="0" presId="urn:microsoft.com/office/officeart/2005/8/layout/lProcess1"/>
    <dgm:cxn modelId="{B7125D6F-5453-4197-BFA5-68E5726DCDB2}" type="presParOf" srcId="{8C660FB0-F113-4893-AEB2-E531D53BC56C}" destId="{2C0FC90E-D3DC-4900-92E3-01CB83DCDB53}" srcOrd="4" destOrd="0" presId="urn:microsoft.com/office/officeart/2005/8/layout/lProcess1"/>
    <dgm:cxn modelId="{E0E33EC0-9C4E-42EB-AEBD-F956799FA869}" type="presParOf" srcId="{2C0FC90E-D3DC-4900-92E3-01CB83DCDB53}" destId="{FE29B2E6-0DFD-4E8D-8A1D-A3FEE9155C59}" srcOrd="0" destOrd="0" presId="urn:microsoft.com/office/officeart/2005/8/layout/lProcess1"/>
    <dgm:cxn modelId="{06609C69-B9D2-4C82-BEE7-CDED80A50150}" type="presParOf" srcId="{2C0FC90E-D3DC-4900-92E3-01CB83DCDB53}" destId="{F27FDEDF-EFBC-406B-845C-1BC921088F27}" srcOrd="1" destOrd="0" presId="urn:microsoft.com/office/officeart/2005/8/layout/lProcess1"/>
    <dgm:cxn modelId="{C0056F64-C2CC-48EA-9C47-01A7F6FA50CC}" type="presParOf" srcId="{2C0FC90E-D3DC-4900-92E3-01CB83DCDB53}" destId="{147C6C62-E4C1-4262-ABF0-82E969C3FF31}" srcOrd="2" destOrd="0" presId="urn:microsoft.com/office/officeart/2005/8/layout/lProcess1"/>
    <dgm:cxn modelId="{B169A5FD-715E-4B27-95D7-16B2A217ABC8}" type="presParOf" srcId="{2C0FC90E-D3DC-4900-92E3-01CB83DCDB53}" destId="{280C6913-0113-4971-8841-173AD483A080}" srcOrd="3" destOrd="0" presId="urn:microsoft.com/office/officeart/2005/8/layout/lProcess1"/>
    <dgm:cxn modelId="{3D0AACD7-BFAC-4C14-B8A1-6B79467C790E}" type="presParOf" srcId="{2C0FC90E-D3DC-4900-92E3-01CB83DCDB53}" destId="{67132EA2-E65B-47AF-8306-9F33DDC80205}" srcOrd="4" destOrd="0" presId="urn:microsoft.com/office/officeart/2005/8/layout/l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1E0AD922-5136-4547-BAAD-5A36C18C1588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BB031278-24FF-429D-ADDB-474BB287F866}">
      <dgm:prSet/>
      <dgm:spPr/>
      <dgm:t>
        <a:bodyPr/>
        <a:lstStyle/>
        <a:p>
          <a:r>
            <a:rPr lang="en-US" b="0" i="0">
              <a:latin typeface="Century Gothic" panose="020B0502020202020204"/>
            </a:rPr>
            <a:t>Non-match </a:t>
          </a:r>
          <a:endParaRPr lang="en-US">
            <a:latin typeface="Century Gothic" panose="020B0502020202020204"/>
          </a:endParaRPr>
        </a:p>
      </dgm:t>
    </dgm:pt>
    <dgm:pt modelId="{FA263C85-F2E4-4488-BC40-3CE7EE01800A}" type="parTrans" cxnId="{338A6D05-D9AB-4CA9-9E11-B3EC69E83732}">
      <dgm:prSet/>
      <dgm:spPr/>
      <dgm:t>
        <a:bodyPr/>
        <a:lstStyle/>
        <a:p>
          <a:endParaRPr lang="en-US"/>
        </a:p>
      </dgm:t>
    </dgm:pt>
    <dgm:pt modelId="{E8C933C9-9153-4134-A7D6-228FEF27BBB6}" type="sibTrans" cxnId="{338A6D05-D9AB-4CA9-9E11-B3EC69E83732}">
      <dgm:prSet/>
      <dgm:spPr/>
      <dgm:t>
        <a:bodyPr/>
        <a:lstStyle/>
        <a:p>
          <a:endParaRPr lang="en-US"/>
        </a:p>
      </dgm:t>
    </dgm:pt>
    <dgm:pt modelId="{6DEC1F92-8B01-466F-A5FB-3E25D5846985}">
      <dgm:prSet/>
      <dgm:spPr/>
      <dgm:t>
        <a:bodyPr/>
        <a:lstStyle/>
        <a:p>
          <a:r>
            <a:rPr lang="en-US" b="0" i="0">
              <a:latin typeface="Century Gothic"/>
            </a:rPr>
            <a:t>Potential Match</a:t>
          </a:r>
          <a:endParaRPr lang="en-US">
            <a:latin typeface="Century Gothic"/>
          </a:endParaRPr>
        </a:p>
      </dgm:t>
    </dgm:pt>
    <dgm:pt modelId="{7398CE5F-ED95-4C9D-B168-84EA8BCA2ABD}" type="parTrans" cxnId="{EA1E466B-5B5A-4615-AA10-0F85487407AC}">
      <dgm:prSet/>
      <dgm:spPr/>
      <dgm:t>
        <a:bodyPr/>
        <a:lstStyle/>
        <a:p>
          <a:endParaRPr lang="en-US"/>
        </a:p>
      </dgm:t>
    </dgm:pt>
    <dgm:pt modelId="{879AF385-6EF7-4F10-B043-F07819C32120}" type="sibTrans" cxnId="{EA1E466B-5B5A-4615-AA10-0F85487407AC}">
      <dgm:prSet/>
      <dgm:spPr/>
      <dgm:t>
        <a:bodyPr/>
        <a:lstStyle/>
        <a:p>
          <a:endParaRPr lang="en-US"/>
        </a:p>
      </dgm:t>
    </dgm:pt>
    <dgm:pt modelId="{D4D5BD9B-86CE-4B3F-B65C-E879522CBE6F}">
      <dgm:prSet/>
      <dgm:spPr/>
      <dgm:t>
        <a:bodyPr/>
        <a:lstStyle/>
        <a:p>
          <a:r>
            <a:rPr lang="en-US" b="0" i="0">
              <a:latin typeface="Century Gothic"/>
            </a:rPr>
            <a:t>Match</a:t>
          </a:r>
          <a:endParaRPr lang="en-US">
            <a:latin typeface="Century Gothic"/>
          </a:endParaRPr>
        </a:p>
      </dgm:t>
    </dgm:pt>
    <dgm:pt modelId="{FACA0A52-D839-4A43-90FA-349E81307D21}" type="parTrans" cxnId="{395343DC-EBED-44E2-9390-222230C38ED1}">
      <dgm:prSet/>
      <dgm:spPr/>
      <dgm:t>
        <a:bodyPr/>
        <a:lstStyle/>
        <a:p>
          <a:endParaRPr lang="en-US"/>
        </a:p>
      </dgm:t>
    </dgm:pt>
    <dgm:pt modelId="{8A359D14-74F3-4DB5-A29C-4D775F86D6AD}" type="sibTrans" cxnId="{395343DC-EBED-44E2-9390-222230C38ED1}">
      <dgm:prSet/>
      <dgm:spPr/>
      <dgm:t>
        <a:bodyPr/>
        <a:lstStyle/>
        <a:p>
          <a:endParaRPr lang="en-US"/>
        </a:p>
      </dgm:t>
    </dgm:pt>
    <dgm:pt modelId="{F84B39A9-74D1-4B2D-A41A-0A044609DC35}">
      <dgm:prSet/>
      <dgm:spPr/>
      <dgm:t>
        <a:bodyPr/>
        <a:lstStyle/>
        <a:p>
          <a:r>
            <a:rPr lang="en-US" b="0" i="0">
              <a:latin typeface="Century Gothic"/>
            </a:rPr>
            <a:t>[ 0, 70)</a:t>
          </a:r>
          <a:endParaRPr lang="en-US">
            <a:latin typeface="Century Gothic"/>
          </a:endParaRPr>
        </a:p>
      </dgm:t>
    </dgm:pt>
    <dgm:pt modelId="{0B221F39-7A6D-41B6-B558-EA58FC51C68C}" type="parTrans" cxnId="{BB6EE8BF-6B28-413B-876C-D745EA7FC804}">
      <dgm:prSet/>
      <dgm:spPr/>
    </dgm:pt>
    <dgm:pt modelId="{F9B1FA54-03B4-4D2C-8514-9D1B43BABABA}" type="sibTrans" cxnId="{BB6EE8BF-6B28-413B-876C-D745EA7FC804}">
      <dgm:prSet/>
      <dgm:spPr/>
      <dgm:t>
        <a:bodyPr/>
        <a:lstStyle/>
        <a:p>
          <a:endParaRPr lang="en-US"/>
        </a:p>
      </dgm:t>
    </dgm:pt>
    <dgm:pt modelId="{8E85D8BC-5716-4790-88A3-6AA523CAB3D5}">
      <dgm:prSet/>
      <dgm:spPr/>
      <dgm:t>
        <a:bodyPr/>
        <a:lstStyle/>
        <a:p>
          <a:r>
            <a:rPr lang="en-US" b="0" i="0">
              <a:latin typeface="Century Gothic"/>
            </a:rPr>
            <a:t>[70, 90)</a:t>
          </a:r>
          <a:endParaRPr lang="en-US">
            <a:latin typeface="Century Gothic"/>
          </a:endParaRPr>
        </a:p>
      </dgm:t>
    </dgm:pt>
    <dgm:pt modelId="{4622D969-9B51-4EEA-BDE3-8DA47E4DEF61}" type="parTrans" cxnId="{DB2BD8A5-E52C-4007-A5A9-35D04B0D4FAB}">
      <dgm:prSet/>
      <dgm:spPr/>
    </dgm:pt>
    <dgm:pt modelId="{BDEC3537-2EAC-456E-9734-6B0303C82C12}" type="sibTrans" cxnId="{DB2BD8A5-E52C-4007-A5A9-35D04B0D4FAB}">
      <dgm:prSet/>
      <dgm:spPr/>
      <dgm:t>
        <a:bodyPr/>
        <a:lstStyle/>
        <a:p>
          <a:endParaRPr lang="en-US"/>
        </a:p>
      </dgm:t>
    </dgm:pt>
    <dgm:pt modelId="{7F702008-2DDA-4B5C-B2B7-4E1DEEB38F6D}">
      <dgm:prSet/>
      <dgm:spPr/>
      <dgm:t>
        <a:bodyPr/>
        <a:lstStyle/>
        <a:p>
          <a:r>
            <a:rPr lang="en-US" b="0" i="0">
              <a:latin typeface="Century Gothic"/>
            </a:rPr>
            <a:t>[ 90, 100]</a:t>
          </a:r>
          <a:endParaRPr lang="en-US">
            <a:latin typeface="Century Gothic"/>
          </a:endParaRPr>
        </a:p>
      </dgm:t>
    </dgm:pt>
    <dgm:pt modelId="{FACFAB81-104B-4E7B-9013-C2429193DB8F}" type="parTrans" cxnId="{1FC611B0-2162-4CF4-8685-5A34F6BAE1A4}">
      <dgm:prSet/>
      <dgm:spPr/>
    </dgm:pt>
    <dgm:pt modelId="{CB44AC14-FC38-4CFF-BB1B-9CCABEEA41C6}" type="sibTrans" cxnId="{1FC611B0-2162-4CF4-8685-5A34F6BAE1A4}">
      <dgm:prSet/>
      <dgm:spPr/>
    </dgm:pt>
    <dgm:pt modelId="{F510E5C2-7EE0-47FE-BC70-A58CF1DD14ED}" type="pres">
      <dgm:prSet presAssocID="{1E0AD922-5136-4547-BAAD-5A36C18C1588}" presName="Name0" presStyleCnt="0">
        <dgm:presLayoutVars>
          <dgm:dir/>
          <dgm:animLvl val="lvl"/>
          <dgm:resizeHandles val="exact"/>
        </dgm:presLayoutVars>
      </dgm:prSet>
      <dgm:spPr/>
    </dgm:pt>
    <dgm:pt modelId="{29FE6866-47EA-4712-A402-FE08C8CA2DF7}" type="pres">
      <dgm:prSet presAssocID="{BB031278-24FF-429D-ADDB-474BB287F866}" presName="composite" presStyleCnt="0"/>
      <dgm:spPr/>
    </dgm:pt>
    <dgm:pt modelId="{C08B8A2A-4198-4E63-8C84-DD8797087684}" type="pres">
      <dgm:prSet presAssocID="{BB031278-24FF-429D-ADDB-474BB287F866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9C8415EA-9F97-423D-85D6-1361494AF506}" type="pres">
      <dgm:prSet presAssocID="{BB031278-24FF-429D-ADDB-474BB287F866}" presName="desTx" presStyleLbl="alignAccFollowNode1" presStyleIdx="0" presStyleCnt="3">
        <dgm:presLayoutVars>
          <dgm:bulletEnabled val="1"/>
        </dgm:presLayoutVars>
      </dgm:prSet>
      <dgm:spPr/>
    </dgm:pt>
    <dgm:pt modelId="{2BC0F379-81F3-4FF0-B3D2-82A1479A3094}" type="pres">
      <dgm:prSet presAssocID="{E8C933C9-9153-4134-A7D6-228FEF27BBB6}" presName="space" presStyleCnt="0"/>
      <dgm:spPr/>
    </dgm:pt>
    <dgm:pt modelId="{F73E8241-B0E8-433F-85AA-71A2183DF8E6}" type="pres">
      <dgm:prSet presAssocID="{6DEC1F92-8B01-466F-A5FB-3E25D5846985}" presName="composite" presStyleCnt="0"/>
      <dgm:spPr/>
    </dgm:pt>
    <dgm:pt modelId="{5B6DAA36-6AD9-4290-97AA-8B4D841F7619}" type="pres">
      <dgm:prSet presAssocID="{6DEC1F92-8B01-466F-A5FB-3E25D5846985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D49AED09-BD53-4876-9BBC-040D753C6882}" type="pres">
      <dgm:prSet presAssocID="{6DEC1F92-8B01-466F-A5FB-3E25D5846985}" presName="desTx" presStyleLbl="alignAccFollowNode1" presStyleIdx="1" presStyleCnt="3">
        <dgm:presLayoutVars>
          <dgm:bulletEnabled val="1"/>
        </dgm:presLayoutVars>
      </dgm:prSet>
      <dgm:spPr/>
    </dgm:pt>
    <dgm:pt modelId="{5EA3FD78-9247-4B61-B83D-E87FCCB81BD6}" type="pres">
      <dgm:prSet presAssocID="{879AF385-6EF7-4F10-B043-F07819C32120}" presName="space" presStyleCnt="0"/>
      <dgm:spPr/>
    </dgm:pt>
    <dgm:pt modelId="{D319E547-3459-485E-ABCD-9D71B295A4CC}" type="pres">
      <dgm:prSet presAssocID="{D4D5BD9B-86CE-4B3F-B65C-E879522CBE6F}" presName="composite" presStyleCnt="0"/>
      <dgm:spPr/>
    </dgm:pt>
    <dgm:pt modelId="{7AC0FAFC-06CC-4EA6-BFFE-D92CC0A8CE68}" type="pres">
      <dgm:prSet presAssocID="{D4D5BD9B-86CE-4B3F-B65C-E879522CBE6F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0F324DFC-98A1-4870-B3E1-F4078E06D589}" type="pres">
      <dgm:prSet presAssocID="{D4D5BD9B-86CE-4B3F-B65C-E879522CBE6F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338A6D05-D9AB-4CA9-9E11-B3EC69E83732}" srcId="{1E0AD922-5136-4547-BAAD-5A36C18C1588}" destId="{BB031278-24FF-429D-ADDB-474BB287F866}" srcOrd="0" destOrd="0" parTransId="{FA263C85-F2E4-4488-BC40-3CE7EE01800A}" sibTransId="{E8C933C9-9153-4134-A7D6-228FEF27BBB6}"/>
    <dgm:cxn modelId="{E2AB645C-7934-4CE2-A000-B038055BBF54}" type="presOf" srcId="{F84B39A9-74D1-4B2D-A41A-0A044609DC35}" destId="{9C8415EA-9F97-423D-85D6-1361494AF506}" srcOrd="0" destOrd="0" presId="urn:microsoft.com/office/officeart/2005/8/layout/hList1"/>
    <dgm:cxn modelId="{8AF09B60-AEEF-497D-8BBD-599D75D6BE65}" type="presOf" srcId="{8E85D8BC-5716-4790-88A3-6AA523CAB3D5}" destId="{D49AED09-BD53-4876-9BBC-040D753C6882}" srcOrd="0" destOrd="0" presId="urn:microsoft.com/office/officeart/2005/8/layout/hList1"/>
    <dgm:cxn modelId="{86625144-2F1A-4E8E-9C36-88439A407CF7}" type="presOf" srcId="{BB031278-24FF-429D-ADDB-474BB287F866}" destId="{C08B8A2A-4198-4E63-8C84-DD8797087684}" srcOrd="0" destOrd="0" presId="urn:microsoft.com/office/officeart/2005/8/layout/hList1"/>
    <dgm:cxn modelId="{EA1E466B-5B5A-4615-AA10-0F85487407AC}" srcId="{1E0AD922-5136-4547-BAAD-5A36C18C1588}" destId="{6DEC1F92-8B01-466F-A5FB-3E25D5846985}" srcOrd="1" destOrd="0" parTransId="{7398CE5F-ED95-4C9D-B168-84EA8BCA2ABD}" sibTransId="{879AF385-6EF7-4F10-B043-F07819C32120}"/>
    <dgm:cxn modelId="{4DF24677-01BC-4C88-9040-27044FC692E1}" type="presOf" srcId="{6DEC1F92-8B01-466F-A5FB-3E25D5846985}" destId="{5B6DAA36-6AD9-4290-97AA-8B4D841F7619}" srcOrd="0" destOrd="0" presId="urn:microsoft.com/office/officeart/2005/8/layout/hList1"/>
    <dgm:cxn modelId="{F5E4CA7A-4034-49A6-9E11-B39862405D44}" type="presOf" srcId="{1E0AD922-5136-4547-BAAD-5A36C18C1588}" destId="{F510E5C2-7EE0-47FE-BC70-A58CF1DD14ED}" srcOrd="0" destOrd="0" presId="urn:microsoft.com/office/officeart/2005/8/layout/hList1"/>
    <dgm:cxn modelId="{AE099B7E-4A99-4C14-BDDA-644264652852}" type="presOf" srcId="{7F702008-2DDA-4B5C-B2B7-4E1DEEB38F6D}" destId="{0F324DFC-98A1-4870-B3E1-F4078E06D589}" srcOrd="0" destOrd="0" presId="urn:microsoft.com/office/officeart/2005/8/layout/hList1"/>
    <dgm:cxn modelId="{CAB9CC92-9B01-42B3-B091-30228388D5C1}" type="presOf" srcId="{D4D5BD9B-86CE-4B3F-B65C-E879522CBE6F}" destId="{7AC0FAFC-06CC-4EA6-BFFE-D92CC0A8CE68}" srcOrd="0" destOrd="0" presId="urn:microsoft.com/office/officeart/2005/8/layout/hList1"/>
    <dgm:cxn modelId="{DB2BD8A5-E52C-4007-A5A9-35D04B0D4FAB}" srcId="{6DEC1F92-8B01-466F-A5FB-3E25D5846985}" destId="{8E85D8BC-5716-4790-88A3-6AA523CAB3D5}" srcOrd="0" destOrd="0" parTransId="{4622D969-9B51-4EEA-BDE3-8DA47E4DEF61}" sibTransId="{BDEC3537-2EAC-456E-9734-6B0303C82C12}"/>
    <dgm:cxn modelId="{1FC611B0-2162-4CF4-8685-5A34F6BAE1A4}" srcId="{D4D5BD9B-86CE-4B3F-B65C-E879522CBE6F}" destId="{7F702008-2DDA-4B5C-B2B7-4E1DEEB38F6D}" srcOrd="0" destOrd="0" parTransId="{FACFAB81-104B-4E7B-9013-C2429193DB8F}" sibTransId="{CB44AC14-FC38-4CFF-BB1B-9CCABEEA41C6}"/>
    <dgm:cxn modelId="{BB6EE8BF-6B28-413B-876C-D745EA7FC804}" srcId="{BB031278-24FF-429D-ADDB-474BB287F866}" destId="{F84B39A9-74D1-4B2D-A41A-0A044609DC35}" srcOrd="0" destOrd="0" parTransId="{0B221F39-7A6D-41B6-B558-EA58FC51C68C}" sibTransId="{F9B1FA54-03B4-4D2C-8514-9D1B43BABABA}"/>
    <dgm:cxn modelId="{395343DC-EBED-44E2-9390-222230C38ED1}" srcId="{1E0AD922-5136-4547-BAAD-5A36C18C1588}" destId="{D4D5BD9B-86CE-4B3F-B65C-E879522CBE6F}" srcOrd="2" destOrd="0" parTransId="{FACA0A52-D839-4A43-90FA-349E81307D21}" sibTransId="{8A359D14-74F3-4DB5-A29C-4D775F86D6AD}"/>
    <dgm:cxn modelId="{7DA8FB20-9490-40C1-89F5-BA58524CFEAD}" type="presParOf" srcId="{F510E5C2-7EE0-47FE-BC70-A58CF1DD14ED}" destId="{29FE6866-47EA-4712-A402-FE08C8CA2DF7}" srcOrd="0" destOrd="0" presId="urn:microsoft.com/office/officeart/2005/8/layout/hList1"/>
    <dgm:cxn modelId="{EF79B7CB-58E1-4752-BB72-DF2AF7337F16}" type="presParOf" srcId="{29FE6866-47EA-4712-A402-FE08C8CA2DF7}" destId="{C08B8A2A-4198-4E63-8C84-DD8797087684}" srcOrd="0" destOrd="0" presId="urn:microsoft.com/office/officeart/2005/8/layout/hList1"/>
    <dgm:cxn modelId="{46B3A3B6-0D24-4750-82A3-557D1671F2A3}" type="presParOf" srcId="{29FE6866-47EA-4712-A402-FE08C8CA2DF7}" destId="{9C8415EA-9F97-423D-85D6-1361494AF506}" srcOrd="1" destOrd="0" presId="urn:microsoft.com/office/officeart/2005/8/layout/hList1"/>
    <dgm:cxn modelId="{4F3899A5-F0A1-46C5-8644-2153F29BE73B}" type="presParOf" srcId="{F510E5C2-7EE0-47FE-BC70-A58CF1DD14ED}" destId="{2BC0F379-81F3-4FF0-B3D2-82A1479A3094}" srcOrd="1" destOrd="0" presId="urn:microsoft.com/office/officeart/2005/8/layout/hList1"/>
    <dgm:cxn modelId="{A9E34625-97BE-4400-AB84-21E9C1D82987}" type="presParOf" srcId="{F510E5C2-7EE0-47FE-BC70-A58CF1DD14ED}" destId="{F73E8241-B0E8-433F-85AA-71A2183DF8E6}" srcOrd="2" destOrd="0" presId="urn:microsoft.com/office/officeart/2005/8/layout/hList1"/>
    <dgm:cxn modelId="{6AA7A349-34C3-44BC-BCD3-C2FFEA3589E1}" type="presParOf" srcId="{F73E8241-B0E8-433F-85AA-71A2183DF8E6}" destId="{5B6DAA36-6AD9-4290-97AA-8B4D841F7619}" srcOrd="0" destOrd="0" presId="urn:microsoft.com/office/officeart/2005/8/layout/hList1"/>
    <dgm:cxn modelId="{82554451-2F8B-4A18-8EA8-0D2CE7D622C6}" type="presParOf" srcId="{F73E8241-B0E8-433F-85AA-71A2183DF8E6}" destId="{D49AED09-BD53-4876-9BBC-040D753C6882}" srcOrd="1" destOrd="0" presId="urn:microsoft.com/office/officeart/2005/8/layout/hList1"/>
    <dgm:cxn modelId="{79DAE49A-E3A3-42AD-B10F-1A38ABA33D50}" type="presParOf" srcId="{F510E5C2-7EE0-47FE-BC70-A58CF1DD14ED}" destId="{5EA3FD78-9247-4B61-B83D-E87FCCB81BD6}" srcOrd="3" destOrd="0" presId="urn:microsoft.com/office/officeart/2005/8/layout/hList1"/>
    <dgm:cxn modelId="{F99605CD-0403-48EF-9078-4DD44ABBF48E}" type="presParOf" srcId="{F510E5C2-7EE0-47FE-BC70-A58CF1DD14ED}" destId="{D319E547-3459-485E-ABCD-9D71B295A4CC}" srcOrd="4" destOrd="0" presId="urn:microsoft.com/office/officeart/2005/8/layout/hList1"/>
    <dgm:cxn modelId="{3AF6639C-8EE6-4863-BF8A-15D43D18F86C}" type="presParOf" srcId="{D319E547-3459-485E-ABCD-9D71B295A4CC}" destId="{7AC0FAFC-06CC-4EA6-BFFE-D92CC0A8CE68}" srcOrd="0" destOrd="0" presId="urn:microsoft.com/office/officeart/2005/8/layout/hList1"/>
    <dgm:cxn modelId="{270D7F49-9035-4A98-85EE-C2834B5D588C}" type="presParOf" srcId="{D319E547-3459-485E-ABCD-9D71B295A4CC}" destId="{0F324DFC-98A1-4870-B3E1-F4078E06D589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50AB081A-7CA7-4F55-862D-B5483B96FD53}" type="doc">
      <dgm:prSet loTypeId="urn:microsoft.com/office/officeart/2005/8/layout/vList5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77D0C7A-2CA4-4560-AFCA-1F32D7166038}">
      <dgm:prSet/>
      <dgm:spPr/>
      <dgm:t>
        <a:bodyPr/>
        <a:lstStyle/>
        <a:p>
          <a:r>
            <a:rPr lang="en-US"/>
            <a:t>Count known matches</a:t>
          </a:r>
        </a:p>
      </dgm:t>
    </dgm:pt>
    <dgm:pt modelId="{4009F19B-04B8-4FAC-8795-B6ED2850C237}" type="parTrans" cxnId="{5D36050E-E749-460E-B8F5-A988C0B3F414}">
      <dgm:prSet/>
      <dgm:spPr/>
      <dgm:t>
        <a:bodyPr/>
        <a:lstStyle/>
        <a:p>
          <a:endParaRPr lang="en-US"/>
        </a:p>
      </dgm:t>
    </dgm:pt>
    <dgm:pt modelId="{B177BE57-1474-49EE-BE68-54CF18A49A50}" type="sibTrans" cxnId="{5D36050E-E749-460E-B8F5-A988C0B3F414}">
      <dgm:prSet/>
      <dgm:spPr/>
      <dgm:t>
        <a:bodyPr/>
        <a:lstStyle/>
        <a:p>
          <a:endParaRPr lang="en-US"/>
        </a:p>
      </dgm:t>
    </dgm:pt>
    <dgm:pt modelId="{42069999-5630-42A8-9494-EB7D25465F33}">
      <dgm:prSet/>
      <dgm:spPr/>
      <dgm:t>
        <a:bodyPr/>
        <a:lstStyle/>
        <a:p>
          <a:r>
            <a:rPr lang="en-US"/>
            <a:t>Unique identifier match between records</a:t>
          </a:r>
        </a:p>
      </dgm:t>
    </dgm:pt>
    <dgm:pt modelId="{B4BB4F62-8EE5-4432-AA25-E01D6F1A6537}" type="parTrans" cxnId="{8679DAAC-63DC-48CE-81F6-4E9A677988E1}">
      <dgm:prSet/>
      <dgm:spPr/>
      <dgm:t>
        <a:bodyPr/>
        <a:lstStyle/>
        <a:p>
          <a:endParaRPr lang="en-US"/>
        </a:p>
      </dgm:t>
    </dgm:pt>
    <dgm:pt modelId="{5D16ECBB-69DF-424C-8F3D-5566A3B53A95}" type="sibTrans" cxnId="{8679DAAC-63DC-48CE-81F6-4E9A677988E1}">
      <dgm:prSet/>
      <dgm:spPr/>
      <dgm:t>
        <a:bodyPr/>
        <a:lstStyle/>
        <a:p>
          <a:endParaRPr lang="en-US"/>
        </a:p>
      </dgm:t>
    </dgm:pt>
    <dgm:pt modelId="{179E3568-545D-4909-9843-26DF195D7D76}">
      <dgm:prSet/>
      <dgm:spPr/>
      <dgm:t>
        <a:bodyPr/>
        <a:lstStyle/>
        <a:p>
          <a:r>
            <a:rPr lang="en-US"/>
            <a:t>Count how known matches we identified</a:t>
          </a:r>
        </a:p>
      </dgm:t>
    </dgm:pt>
    <dgm:pt modelId="{3FB6CC21-B30D-4EE0-A66E-D2E8D9BFA3C7}" type="parTrans" cxnId="{CEA89277-8A9B-40C6-A8D8-764E2B3810F1}">
      <dgm:prSet/>
      <dgm:spPr/>
      <dgm:t>
        <a:bodyPr/>
        <a:lstStyle/>
        <a:p>
          <a:endParaRPr lang="en-US"/>
        </a:p>
      </dgm:t>
    </dgm:pt>
    <dgm:pt modelId="{5459EEF9-9E08-4864-B6E2-7A67B16C2B90}" type="sibTrans" cxnId="{CEA89277-8A9B-40C6-A8D8-764E2B3810F1}">
      <dgm:prSet/>
      <dgm:spPr/>
      <dgm:t>
        <a:bodyPr/>
        <a:lstStyle/>
        <a:p>
          <a:endParaRPr lang="en-US"/>
        </a:p>
      </dgm:t>
    </dgm:pt>
    <dgm:pt modelId="{BB9AE77A-5950-4A26-8237-77727EE1170B}">
      <dgm:prSet/>
      <dgm:spPr/>
      <dgm:t>
        <a:bodyPr/>
        <a:lstStyle/>
        <a:p>
          <a:r>
            <a:rPr lang="en-US"/>
            <a:t>If a known match is in our top list</a:t>
          </a:r>
        </a:p>
      </dgm:t>
    </dgm:pt>
    <dgm:pt modelId="{9766B550-D13F-4178-8844-7535C555D015}" type="parTrans" cxnId="{5DD43B5F-D8DE-4FA7-BFF7-78B0A6C0AE41}">
      <dgm:prSet/>
      <dgm:spPr/>
      <dgm:t>
        <a:bodyPr/>
        <a:lstStyle/>
        <a:p>
          <a:endParaRPr lang="en-US"/>
        </a:p>
      </dgm:t>
    </dgm:pt>
    <dgm:pt modelId="{CCBB23D1-963A-4EB3-813A-201D611B6CD9}" type="sibTrans" cxnId="{5DD43B5F-D8DE-4FA7-BFF7-78B0A6C0AE41}">
      <dgm:prSet/>
      <dgm:spPr/>
      <dgm:t>
        <a:bodyPr/>
        <a:lstStyle/>
        <a:p>
          <a:endParaRPr lang="en-US"/>
        </a:p>
      </dgm:t>
    </dgm:pt>
    <dgm:pt modelId="{D5364CD7-A2BE-4FFE-B16E-7AD46AEC67FF}">
      <dgm:prSet/>
      <dgm:spPr/>
      <dgm:t>
        <a:bodyPr/>
        <a:lstStyle/>
        <a:p>
          <a:r>
            <a:rPr lang="en-US"/>
            <a:t>Accuracy score</a:t>
          </a:r>
        </a:p>
      </dgm:t>
    </dgm:pt>
    <dgm:pt modelId="{05DA2631-D2A9-4405-A8B6-EC1C64A07B87}" type="parTrans" cxnId="{E6ACF9E1-DB52-4B1C-B548-C89F6AF805A7}">
      <dgm:prSet/>
      <dgm:spPr/>
      <dgm:t>
        <a:bodyPr/>
        <a:lstStyle/>
        <a:p>
          <a:endParaRPr lang="en-US"/>
        </a:p>
      </dgm:t>
    </dgm:pt>
    <dgm:pt modelId="{79370937-C08A-48B5-B52A-05F6F85EE2D6}" type="sibTrans" cxnId="{E6ACF9E1-DB52-4B1C-B548-C89F6AF805A7}">
      <dgm:prSet/>
      <dgm:spPr/>
      <dgm:t>
        <a:bodyPr/>
        <a:lstStyle/>
        <a:p>
          <a:endParaRPr lang="en-US"/>
        </a:p>
      </dgm:t>
    </dgm:pt>
    <dgm:pt modelId="{75128B72-2437-4206-B6F0-B7C80AFA4C87}">
      <dgm:prSet/>
      <dgm:spPr/>
      <dgm:t>
        <a:bodyPr/>
        <a:lstStyle/>
        <a:p>
          <a:r>
            <a:rPr lang="en-US"/>
            <a:t>Identified matches / Total known matches</a:t>
          </a:r>
        </a:p>
      </dgm:t>
    </dgm:pt>
    <dgm:pt modelId="{9B70C52A-48E2-4883-AC4B-B934E61C2F95}" type="parTrans" cxnId="{E2487334-ACEB-4081-AEA2-5ECC96E58570}">
      <dgm:prSet/>
      <dgm:spPr/>
      <dgm:t>
        <a:bodyPr/>
        <a:lstStyle/>
        <a:p>
          <a:endParaRPr lang="en-US"/>
        </a:p>
      </dgm:t>
    </dgm:pt>
    <dgm:pt modelId="{7AF16B6C-539D-4281-86B6-32BDF8896C77}" type="sibTrans" cxnId="{E2487334-ACEB-4081-AEA2-5ECC96E58570}">
      <dgm:prSet/>
      <dgm:spPr/>
      <dgm:t>
        <a:bodyPr/>
        <a:lstStyle/>
        <a:p>
          <a:endParaRPr lang="en-US"/>
        </a:p>
      </dgm:t>
    </dgm:pt>
    <dgm:pt modelId="{9569F67E-630C-4C73-AF11-3189901E4AD8}">
      <dgm:prSet/>
      <dgm:spPr/>
      <dgm:t>
        <a:bodyPr/>
        <a:lstStyle/>
        <a:p>
          <a:r>
            <a:rPr lang="en-US"/>
            <a:t>Manual review</a:t>
          </a:r>
        </a:p>
      </dgm:t>
    </dgm:pt>
    <dgm:pt modelId="{FDA148A2-CD57-427C-A5CF-B0A2603C91D4}" type="parTrans" cxnId="{E1BC407A-E983-4EBE-9480-F58BEFAF9EA1}">
      <dgm:prSet/>
      <dgm:spPr/>
      <dgm:t>
        <a:bodyPr/>
        <a:lstStyle/>
        <a:p>
          <a:endParaRPr lang="en-US"/>
        </a:p>
      </dgm:t>
    </dgm:pt>
    <dgm:pt modelId="{CF9CDF47-9F99-4B82-8EE4-CE6CB8307942}" type="sibTrans" cxnId="{E1BC407A-E983-4EBE-9480-F58BEFAF9EA1}">
      <dgm:prSet/>
      <dgm:spPr/>
      <dgm:t>
        <a:bodyPr/>
        <a:lstStyle/>
        <a:p>
          <a:endParaRPr lang="en-US"/>
        </a:p>
      </dgm:t>
    </dgm:pt>
    <dgm:pt modelId="{108B12A3-166F-4BBB-91A9-576FFFACF0AE}">
      <dgm:prSet/>
      <dgm:spPr/>
      <dgm:t>
        <a:bodyPr/>
        <a:lstStyle/>
        <a:p>
          <a:r>
            <a:rPr lang="en-US"/>
            <a:t>To ensure matches make sense</a:t>
          </a:r>
        </a:p>
      </dgm:t>
    </dgm:pt>
    <dgm:pt modelId="{AF470897-B51A-45F8-BD6E-333A975A2386}" type="parTrans" cxnId="{42D8A566-C402-4643-8F26-91D05ECA2744}">
      <dgm:prSet/>
      <dgm:spPr/>
      <dgm:t>
        <a:bodyPr/>
        <a:lstStyle/>
        <a:p>
          <a:endParaRPr lang="en-US"/>
        </a:p>
      </dgm:t>
    </dgm:pt>
    <dgm:pt modelId="{0431F751-0215-49B1-A209-103CFFA7F687}" type="sibTrans" cxnId="{42D8A566-C402-4643-8F26-91D05ECA2744}">
      <dgm:prSet/>
      <dgm:spPr/>
      <dgm:t>
        <a:bodyPr/>
        <a:lstStyle/>
        <a:p>
          <a:endParaRPr lang="en-US"/>
        </a:p>
      </dgm:t>
    </dgm:pt>
    <dgm:pt modelId="{92F1FB80-6454-4F59-AB2F-FA60B6299934}" type="pres">
      <dgm:prSet presAssocID="{50AB081A-7CA7-4F55-862D-B5483B96FD53}" presName="Name0" presStyleCnt="0">
        <dgm:presLayoutVars>
          <dgm:dir/>
          <dgm:animLvl val="lvl"/>
          <dgm:resizeHandles val="exact"/>
        </dgm:presLayoutVars>
      </dgm:prSet>
      <dgm:spPr/>
    </dgm:pt>
    <dgm:pt modelId="{C0C6F265-B1BD-4491-A79B-777C55BCA6BE}" type="pres">
      <dgm:prSet presAssocID="{577D0C7A-2CA4-4560-AFCA-1F32D7166038}" presName="linNode" presStyleCnt="0"/>
      <dgm:spPr/>
    </dgm:pt>
    <dgm:pt modelId="{A91254AD-F405-4B3F-BCD3-3CE06633B6D5}" type="pres">
      <dgm:prSet presAssocID="{577D0C7A-2CA4-4560-AFCA-1F32D7166038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44D25665-7172-4967-8403-C1D1F690DF17}" type="pres">
      <dgm:prSet presAssocID="{577D0C7A-2CA4-4560-AFCA-1F32D7166038}" presName="descendantText" presStyleLbl="alignAccFollowNode1" presStyleIdx="0" presStyleCnt="4">
        <dgm:presLayoutVars>
          <dgm:bulletEnabled val="1"/>
        </dgm:presLayoutVars>
      </dgm:prSet>
      <dgm:spPr/>
    </dgm:pt>
    <dgm:pt modelId="{5D413C61-C098-4EDB-972B-61B787BAF38F}" type="pres">
      <dgm:prSet presAssocID="{B177BE57-1474-49EE-BE68-54CF18A49A50}" presName="sp" presStyleCnt="0"/>
      <dgm:spPr/>
    </dgm:pt>
    <dgm:pt modelId="{B6244746-03B3-4481-AC4F-4495A9C2B351}" type="pres">
      <dgm:prSet presAssocID="{179E3568-545D-4909-9843-26DF195D7D76}" presName="linNode" presStyleCnt="0"/>
      <dgm:spPr/>
    </dgm:pt>
    <dgm:pt modelId="{12E32F0A-5744-4109-BDDD-75E38CF90A72}" type="pres">
      <dgm:prSet presAssocID="{179E3568-545D-4909-9843-26DF195D7D76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A704DB6B-0B7F-4E21-BBE8-A68CEFBAB172}" type="pres">
      <dgm:prSet presAssocID="{179E3568-545D-4909-9843-26DF195D7D76}" presName="descendantText" presStyleLbl="alignAccFollowNode1" presStyleIdx="1" presStyleCnt="4">
        <dgm:presLayoutVars>
          <dgm:bulletEnabled val="1"/>
        </dgm:presLayoutVars>
      </dgm:prSet>
      <dgm:spPr/>
    </dgm:pt>
    <dgm:pt modelId="{95D85DAA-713D-4FA4-98E3-AD6AF40D9BA0}" type="pres">
      <dgm:prSet presAssocID="{5459EEF9-9E08-4864-B6E2-7A67B16C2B90}" presName="sp" presStyleCnt="0"/>
      <dgm:spPr/>
    </dgm:pt>
    <dgm:pt modelId="{53C1C6EE-5CFD-49B8-8AF1-F5A59C7248E4}" type="pres">
      <dgm:prSet presAssocID="{D5364CD7-A2BE-4FFE-B16E-7AD46AEC67FF}" presName="linNode" presStyleCnt="0"/>
      <dgm:spPr/>
    </dgm:pt>
    <dgm:pt modelId="{036C813C-8BB0-4D5F-B745-64D6A9A0F8D3}" type="pres">
      <dgm:prSet presAssocID="{D5364CD7-A2BE-4FFE-B16E-7AD46AEC67FF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97101DB0-F1F4-4313-B9F7-D8FFEDA2522A}" type="pres">
      <dgm:prSet presAssocID="{D5364CD7-A2BE-4FFE-B16E-7AD46AEC67FF}" presName="descendantText" presStyleLbl="alignAccFollowNode1" presStyleIdx="2" presStyleCnt="4">
        <dgm:presLayoutVars>
          <dgm:bulletEnabled val="1"/>
        </dgm:presLayoutVars>
      </dgm:prSet>
      <dgm:spPr/>
    </dgm:pt>
    <dgm:pt modelId="{DF154389-5723-4471-B114-EF4E4C22110F}" type="pres">
      <dgm:prSet presAssocID="{79370937-C08A-48B5-B52A-05F6F85EE2D6}" presName="sp" presStyleCnt="0"/>
      <dgm:spPr/>
    </dgm:pt>
    <dgm:pt modelId="{78D9AD6A-D736-463D-AE2B-28EC7594A506}" type="pres">
      <dgm:prSet presAssocID="{9569F67E-630C-4C73-AF11-3189901E4AD8}" presName="linNode" presStyleCnt="0"/>
      <dgm:spPr/>
    </dgm:pt>
    <dgm:pt modelId="{F7A1FEFD-C75F-4BCD-A03B-14CC2242D8FF}" type="pres">
      <dgm:prSet presAssocID="{9569F67E-630C-4C73-AF11-3189901E4AD8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EF071A64-3702-4678-BD02-B206B9D8951C}" type="pres">
      <dgm:prSet presAssocID="{9569F67E-630C-4C73-AF11-3189901E4AD8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90324909-AF06-4FA2-89EC-4DCC16F18370}" type="presOf" srcId="{179E3568-545D-4909-9843-26DF195D7D76}" destId="{12E32F0A-5744-4109-BDDD-75E38CF90A72}" srcOrd="0" destOrd="0" presId="urn:microsoft.com/office/officeart/2005/8/layout/vList5"/>
    <dgm:cxn modelId="{5D36050E-E749-460E-B8F5-A988C0B3F414}" srcId="{50AB081A-7CA7-4F55-862D-B5483B96FD53}" destId="{577D0C7A-2CA4-4560-AFCA-1F32D7166038}" srcOrd="0" destOrd="0" parTransId="{4009F19B-04B8-4FAC-8795-B6ED2850C237}" sibTransId="{B177BE57-1474-49EE-BE68-54CF18A49A50}"/>
    <dgm:cxn modelId="{E2487334-ACEB-4081-AEA2-5ECC96E58570}" srcId="{D5364CD7-A2BE-4FFE-B16E-7AD46AEC67FF}" destId="{75128B72-2437-4206-B6F0-B7C80AFA4C87}" srcOrd="0" destOrd="0" parTransId="{9B70C52A-48E2-4883-AC4B-B934E61C2F95}" sibTransId="{7AF16B6C-539D-4281-86B6-32BDF8896C77}"/>
    <dgm:cxn modelId="{5DD43B5F-D8DE-4FA7-BFF7-78B0A6C0AE41}" srcId="{179E3568-545D-4909-9843-26DF195D7D76}" destId="{BB9AE77A-5950-4A26-8237-77727EE1170B}" srcOrd="0" destOrd="0" parTransId="{9766B550-D13F-4178-8844-7535C555D015}" sibTransId="{CCBB23D1-963A-4EB3-813A-201D611B6CD9}"/>
    <dgm:cxn modelId="{42D8A566-C402-4643-8F26-91D05ECA2744}" srcId="{9569F67E-630C-4C73-AF11-3189901E4AD8}" destId="{108B12A3-166F-4BBB-91A9-576FFFACF0AE}" srcOrd="0" destOrd="0" parTransId="{AF470897-B51A-45F8-BD6E-333A975A2386}" sibTransId="{0431F751-0215-49B1-A209-103CFFA7F687}"/>
    <dgm:cxn modelId="{CEA89277-8A9B-40C6-A8D8-764E2B3810F1}" srcId="{50AB081A-7CA7-4F55-862D-B5483B96FD53}" destId="{179E3568-545D-4909-9843-26DF195D7D76}" srcOrd="1" destOrd="0" parTransId="{3FB6CC21-B30D-4EE0-A66E-D2E8D9BFA3C7}" sibTransId="{5459EEF9-9E08-4864-B6E2-7A67B16C2B90}"/>
    <dgm:cxn modelId="{E1BC407A-E983-4EBE-9480-F58BEFAF9EA1}" srcId="{50AB081A-7CA7-4F55-862D-B5483B96FD53}" destId="{9569F67E-630C-4C73-AF11-3189901E4AD8}" srcOrd="3" destOrd="0" parTransId="{FDA148A2-CD57-427C-A5CF-B0A2603C91D4}" sibTransId="{CF9CDF47-9F99-4B82-8EE4-CE6CB8307942}"/>
    <dgm:cxn modelId="{C5777C8F-03AC-48B9-8E1A-1C543D1E03F8}" type="presOf" srcId="{108B12A3-166F-4BBB-91A9-576FFFACF0AE}" destId="{EF071A64-3702-4678-BD02-B206B9D8951C}" srcOrd="0" destOrd="0" presId="urn:microsoft.com/office/officeart/2005/8/layout/vList5"/>
    <dgm:cxn modelId="{D9821895-27A8-4606-A1CC-79ACA3576C82}" type="presOf" srcId="{75128B72-2437-4206-B6F0-B7C80AFA4C87}" destId="{97101DB0-F1F4-4313-B9F7-D8FFEDA2522A}" srcOrd="0" destOrd="0" presId="urn:microsoft.com/office/officeart/2005/8/layout/vList5"/>
    <dgm:cxn modelId="{BA6DCD96-9C3B-4724-AD67-CEFA2E3BFA4A}" type="presOf" srcId="{BB9AE77A-5950-4A26-8237-77727EE1170B}" destId="{A704DB6B-0B7F-4E21-BBE8-A68CEFBAB172}" srcOrd="0" destOrd="0" presId="urn:microsoft.com/office/officeart/2005/8/layout/vList5"/>
    <dgm:cxn modelId="{BA19FEA6-7BD5-4FD4-992D-2245392491E6}" type="presOf" srcId="{D5364CD7-A2BE-4FFE-B16E-7AD46AEC67FF}" destId="{036C813C-8BB0-4D5F-B745-64D6A9A0F8D3}" srcOrd="0" destOrd="0" presId="urn:microsoft.com/office/officeart/2005/8/layout/vList5"/>
    <dgm:cxn modelId="{8679DAAC-63DC-48CE-81F6-4E9A677988E1}" srcId="{577D0C7A-2CA4-4560-AFCA-1F32D7166038}" destId="{42069999-5630-42A8-9494-EB7D25465F33}" srcOrd="0" destOrd="0" parTransId="{B4BB4F62-8EE5-4432-AA25-E01D6F1A6537}" sibTransId="{5D16ECBB-69DF-424C-8F3D-5566A3B53A95}"/>
    <dgm:cxn modelId="{93F46CB4-8F11-4CEA-AFBF-DC58D3126491}" type="presOf" srcId="{577D0C7A-2CA4-4560-AFCA-1F32D7166038}" destId="{A91254AD-F405-4B3F-BCD3-3CE06633B6D5}" srcOrd="0" destOrd="0" presId="urn:microsoft.com/office/officeart/2005/8/layout/vList5"/>
    <dgm:cxn modelId="{F0D8EAC3-1490-4706-A85F-AC265A9C68AD}" type="presOf" srcId="{50AB081A-7CA7-4F55-862D-B5483B96FD53}" destId="{92F1FB80-6454-4F59-AB2F-FA60B6299934}" srcOrd="0" destOrd="0" presId="urn:microsoft.com/office/officeart/2005/8/layout/vList5"/>
    <dgm:cxn modelId="{A17C8AE1-8A46-4BAD-B958-631E631A7D36}" type="presOf" srcId="{9569F67E-630C-4C73-AF11-3189901E4AD8}" destId="{F7A1FEFD-C75F-4BCD-A03B-14CC2242D8FF}" srcOrd="0" destOrd="0" presId="urn:microsoft.com/office/officeart/2005/8/layout/vList5"/>
    <dgm:cxn modelId="{E6ACF9E1-DB52-4B1C-B548-C89F6AF805A7}" srcId="{50AB081A-7CA7-4F55-862D-B5483B96FD53}" destId="{D5364CD7-A2BE-4FFE-B16E-7AD46AEC67FF}" srcOrd="2" destOrd="0" parTransId="{05DA2631-D2A9-4405-A8B6-EC1C64A07B87}" sibTransId="{79370937-C08A-48B5-B52A-05F6F85EE2D6}"/>
    <dgm:cxn modelId="{1AE0ACF2-9DB8-4039-8D64-460DA697179A}" type="presOf" srcId="{42069999-5630-42A8-9494-EB7D25465F33}" destId="{44D25665-7172-4967-8403-C1D1F690DF17}" srcOrd="0" destOrd="0" presId="urn:microsoft.com/office/officeart/2005/8/layout/vList5"/>
    <dgm:cxn modelId="{C3D1268A-14D0-4117-8C12-48249503F25B}" type="presParOf" srcId="{92F1FB80-6454-4F59-AB2F-FA60B6299934}" destId="{C0C6F265-B1BD-4491-A79B-777C55BCA6BE}" srcOrd="0" destOrd="0" presId="urn:microsoft.com/office/officeart/2005/8/layout/vList5"/>
    <dgm:cxn modelId="{B59D9911-1D4D-43AB-93E1-E97590CB79CA}" type="presParOf" srcId="{C0C6F265-B1BD-4491-A79B-777C55BCA6BE}" destId="{A91254AD-F405-4B3F-BCD3-3CE06633B6D5}" srcOrd="0" destOrd="0" presId="urn:microsoft.com/office/officeart/2005/8/layout/vList5"/>
    <dgm:cxn modelId="{BF700CBE-84E5-449A-88D0-ED9FF5D939CD}" type="presParOf" srcId="{C0C6F265-B1BD-4491-A79B-777C55BCA6BE}" destId="{44D25665-7172-4967-8403-C1D1F690DF17}" srcOrd="1" destOrd="0" presId="urn:microsoft.com/office/officeart/2005/8/layout/vList5"/>
    <dgm:cxn modelId="{AE600B0F-7C6E-4AA8-9141-AA4BF5F6EC74}" type="presParOf" srcId="{92F1FB80-6454-4F59-AB2F-FA60B6299934}" destId="{5D413C61-C098-4EDB-972B-61B787BAF38F}" srcOrd="1" destOrd="0" presId="urn:microsoft.com/office/officeart/2005/8/layout/vList5"/>
    <dgm:cxn modelId="{A3E03212-9467-4208-8A9B-B8907855D8AF}" type="presParOf" srcId="{92F1FB80-6454-4F59-AB2F-FA60B6299934}" destId="{B6244746-03B3-4481-AC4F-4495A9C2B351}" srcOrd="2" destOrd="0" presId="urn:microsoft.com/office/officeart/2005/8/layout/vList5"/>
    <dgm:cxn modelId="{89918035-F08A-4722-AA8D-C8A3FFC3EF35}" type="presParOf" srcId="{B6244746-03B3-4481-AC4F-4495A9C2B351}" destId="{12E32F0A-5744-4109-BDDD-75E38CF90A72}" srcOrd="0" destOrd="0" presId="urn:microsoft.com/office/officeart/2005/8/layout/vList5"/>
    <dgm:cxn modelId="{C90D5857-610E-4647-8338-81A7075BB2B7}" type="presParOf" srcId="{B6244746-03B3-4481-AC4F-4495A9C2B351}" destId="{A704DB6B-0B7F-4E21-BBE8-A68CEFBAB172}" srcOrd="1" destOrd="0" presId="urn:microsoft.com/office/officeart/2005/8/layout/vList5"/>
    <dgm:cxn modelId="{B7024D9C-9B45-4414-94E5-413B4BEFDA6A}" type="presParOf" srcId="{92F1FB80-6454-4F59-AB2F-FA60B6299934}" destId="{95D85DAA-713D-4FA4-98E3-AD6AF40D9BA0}" srcOrd="3" destOrd="0" presId="urn:microsoft.com/office/officeart/2005/8/layout/vList5"/>
    <dgm:cxn modelId="{CE4290BE-FFAF-4C49-BD72-0517242050A2}" type="presParOf" srcId="{92F1FB80-6454-4F59-AB2F-FA60B6299934}" destId="{53C1C6EE-5CFD-49B8-8AF1-F5A59C7248E4}" srcOrd="4" destOrd="0" presId="urn:microsoft.com/office/officeart/2005/8/layout/vList5"/>
    <dgm:cxn modelId="{A407C209-70D3-4F39-A8C7-61462C092708}" type="presParOf" srcId="{53C1C6EE-5CFD-49B8-8AF1-F5A59C7248E4}" destId="{036C813C-8BB0-4D5F-B745-64D6A9A0F8D3}" srcOrd="0" destOrd="0" presId="urn:microsoft.com/office/officeart/2005/8/layout/vList5"/>
    <dgm:cxn modelId="{AF885683-F8A8-47E3-8251-09078B39490E}" type="presParOf" srcId="{53C1C6EE-5CFD-49B8-8AF1-F5A59C7248E4}" destId="{97101DB0-F1F4-4313-B9F7-D8FFEDA2522A}" srcOrd="1" destOrd="0" presId="urn:microsoft.com/office/officeart/2005/8/layout/vList5"/>
    <dgm:cxn modelId="{D3C86BA4-2F6D-47A9-ABF5-E19ECADB39DA}" type="presParOf" srcId="{92F1FB80-6454-4F59-AB2F-FA60B6299934}" destId="{DF154389-5723-4471-B114-EF4E4C22110F}" srcOrd="5" destOrd="0" presId="urn:microsoft.com/office/officeart/2005/8/layout/vList5"/>
    <dgm:cxn modelId="{305CEBC7-D294-4F56-851C-6D7B5A9A1D3F}" type="presParOf" srcId="{92F1FB80-6454-4F59-AB2F-FA60B6299934}" destId="{78D9AD6A-D736-463D-AE2B-28EC7594A506}" srcOrd="6" destOrd="0" presId="urn:microsoft.com/office/officeart/2005/8/layout/vList5"/>
    <dgm:cxn modelId="{F55F0C39-600E-45FC-8BA4-BDD48619AA9E}" type="presParOf" srcId="{78D9AD6A-D736-463D-AE2B-28EC7594A506}" destId="{F7A1FEFD-C75F-4BCD-A03B-14CC2242D8FF}" srcOrd="0" destOrd="0" presId="urn:microsoft.com/office/officeart/2005/8/layout/vList5"/>
    <dgm:cxn modelId="{BFAA2DAC-6B83-4913-BC27-F0F29AF917C3}" type="presParOf" srcId="{78D9AD6A-D736-463D-AE2B-28EC7594A506}" destId="{EF071A64-3702-4678-BD02-B206B9D8951C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5BEABEE3-1727-4455-A650-02F8062F1DB2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19D55AD-DA6A-4D92-9BAE-1EC431A17F1F}">
      <dgm:prSet/>
      <dgm:spPr/>
      <dgm:t>
        <a:bodyPr/>
        <a:lstStyle/>
        <a:p>
          <a:r>
            <a:rPr lang="en-US"/>
            <a:t>Apache's Commons-CSV Library</a:t>
          </a:r>
        </a:p>
      </dgm:t>
    </dgm:pt>
    <dgm:pt modelId="{CC73AD7A-4713-4BBF-AF5B-CFFBFAFAE1D3}" type="parTrans" cxnId="{7D715A04-AE56-4C2C-8776-38FCD72CC8A7}">
      <dgm:prSet/>
      <dgm:spPr/>
      <dgm:t>
        <a:bodyPr/>
        <a:lstStyle/>
        <a:p>
          <a:endParaRPr lang="en-US"/>
        </a:p>
      </dgm:t>
    </dgm:pt>
    <dgm:pt modelId="{FABC6BD2-66CF-4CF7-BBDF-9CACCC63B657}" type="sibTrans" cxnId="{7D715A04-AE56-4C2C-8776-38FCD72CC8A7}">
      <dgm:prSet/>
      <dgm:spPr/>
      <dgm:t>
        <a:bodyPr/>
        <a:lstStyle/>
        <a:p>
          <a:endParaRPr lang="en-US"/>
        </a:p>
      </dgm:t>
    </dgm:pt>
    <dgm:pt modelId="{733C7CDF-D79C-4997-AE7C-0AA115E9B37D}">
      <dgm:prSet/>
      <dgm:spPr/>
      <dgm:t>
        <a:bodyPr/>
        <a:lstStyle/>
        <a:p>
          <a:r>
            <a:rPr lang="en-US"/>
            <a:t>Phonetic Encoding</a:t>
          </a:r>
        </a:p>
      </dgm:t>
    </dgm:pt>
    <dgm:pt modelId="{876DAFC0-1E1B-4003-A119-F62A87E007AA}" type="parTrans" cxnId="{B11AAD26-BDF7-480B-82B6-B5A21D773C19}">
      <dgm:prSet/>
      <dgm:spPr/>
      <dgm:t>
        <a:bodyPr/>
        <a:lstStyle/>
        <a:p>
          <a:endParaRPr lang="en-US"/>
        </a:p>
      </dgm:t>
    </dgm:pt>
    <dgm:pt modelId="{193819F3-3CEF-4150-9338-7E70F85A58E0}" type="sibTrans" cxnId="{B11AAD26-BDF7-480B-82B6-B5A21D773C19}">
      <dgm:prSet/>
      <dgm:spPr/>
      <dgm:t>
        <a:bodyPr/>
        <a:lstStyle/>
        <a:p>
          <a:endParaRPr lang="en-US"/>
        </a:p>
      </dgm:t>
    </dgm:pt>
    <dgm:pt modelId="{3CF98947-2C36-4655-B25E-8BA32034AAAD}">
      <dgm:prSet/>
      <dgm:spPr/>
      <dgm:t>
        <a:bodyPr/>
        <a:lstStyle/>
        <a:p>
          <a:r>
            <a:rPr lang="en-US"/>
            <a:t>Apache's Commons-Codec Library</a:t>
          </a:r>
        </a:p>
      </dgm:t>
    </dgm:pt>
    <dgm:pt modelId="{4F295F12-F087-4251-AC9C-53DB54E60442}" type="parTrans" cxnId="{853B55D4-3A36-4767-A80F-93B86AF47769}">
      <dgm:prSet/>
      <dgm:spPr/>
      <dgm:t>
        <a:bodyPr/>
        <a:lstStyle/>
        <a:p>
          <a:endParaRPr lang="en-US"/>
        </a:p>
      </dgm:t>
    </dgm:pt>
    <dgm:pt modelId="{04714A32-C2C5-44B9-82BD-A130BF32F053}" type="sibTrans" cxnId="{853B55D4-3A36-4767-A80F-93B86AF47769}">
      <dgm:prSet/>
      <dgm:spPr/>
      <dgm:t>
        <a:bodyPr/>
        <a:lstStyle/>
        <a:p>
          <a:endParaRPr lang="en-US"/>
        </a:p>
      </dgm:t>
    </dgm:pt>
    <dgm:pt modelId="{1D2EDD16-77B5-4180-9186-7D04A2E0FDE9}">
      <dgm:prSet/>
      <dgm:spPr/>
      <dgm:t>
        <a:bodyPr/>
        <a:lstStyle/>
        <a:p>
          <a:r>
            <a:rPr lang="en-US"/>
            <a:t>Json Parsing</a:t>
          </a:r>
        </a:p>
      </dgm:t>
    </dgm:pt>
    <dgm:pt modelId="{1D6D448F-D28C-4B9A-BDB6-435CBF659AB0}" type="parTrans" cxnId="{3CAA1342-CD84-461B-ADA2-59907A698CCD}">
      <dgm:prSet/>
      <dgm:spPr/>
      <dgm:t>
        <a:bodyPr/>
        <a:lstStyle/>
        <a:p>
          <a:endParaRPr lang="en-US"/>
        </a:p>
      </dgm:t>
    </dgm:pt>
    <dgm:pt modelId="{51335CE9-5EDD-45AE-A69A-0AE33CB10A57}" type="sibTrans" cxnId="{3CAA1342-CD84-461B-ADA2-59907A698CCD}">
      <dgm:prSet/>
      <dgm:spPr/>
      <dgm:t>
        <a:bodyPr/>
        <a:lstStyle/>
        <a:p>
          <a:endParaRPr lang="en-US"/>
        </a:p>
      </dgm:t>
    </dgm:pt>
    <dgm:pt modelId="{B5321914-0046-4212-B6C1-981A6C5C5BDE}">
      <dgm:prSet/>
      <dgm:spPr/>
      <dgm:t>
        <a:bodyPr/>
        <a:lstStyle/>
        <a:p>
          <a:r>
            <a:rPr lang="en-US" err="1"/>
            <a:t>Org.json's</a:t>
          </a:r>
          <a:r>
            <a:rPr lang="en-US"/>
            <a:t> JSON library</a:t>
          </a:r>
        </a:p>
      </dgm:t>
    </dgm:pt>
    <dgm:pt modelId="{911042A3-3BE3-4A65-B5EE-ED8A31CA2D0D}" type="parTrans" cxnId="{899F2092-2C6D-4856-BE43-9C02A2DC1D0E}">
      <dgm:prSet/>
      <dgm:spPr/>
      <dgm:t>
        <a:bodyPr/>
        <a:lstStyle/>
        <a:p>
          <a:endParaRPr lang="en-US"/>
        </a:p>
      </dgm:t>
    </dgm:pt>
    <dgm:pt modelId="{4EEAB52D-4CC9-48E9-A6FA-88A7BC22CB53}" type="sibTrans" cxnId="{899F2092-2C6D-4856-BE43-9C02A2DC1D0E}">
      <dgm:prSet/>
      <dgm:spPr/>
      <dgm:t>
        <a:bodyPr/>
        <a:lstStyle/>
        <a:p>
          <a:endParaRPr lang="en-US"/>
        </a:p>
      </dgm:t>
    </dgm:pt>
    <dgm:pt modelId="{9BB12580-585C-4D0B-A189-1D1CC59F132E}">
      <dgm:prSet/>
      <dgm:spPr/>
      <dgm:t>
        <a:bodyPr/>
        <a:lstStyle/>
        <a:p>
          <a:r>
            <a:rPr lang="en-US"/>
            <a:t>CSV Parsing</a:t>
          </a:r>
          <a:endParaRPr lang="en-US" sz="3000">
            <a:solidFill>
              <a:srgbClr val="010000"/>
            </a:solidFill>
            <a:latin typeface="Corbel"/>
          </a:endParaRPr>
        </a:p>
      </dgm:t>
    </dgm:pt>
    <dgm:pt modelId="{0C7148DF-BA08-40BF-B513-4E1515C46C9D}" type="parTrans" cxnId="{2E39548D-7ECF-472E-A6F7-8FE6F1E7E9DF}">
      <dgm:prSet/>
      <dgm:spPr/>
    </dgm:pt>
    <dgm:pt modelId="{91172A2A-45E4-4302-A342-B6542289DEE9}" type="sibTrans" cxnId="{2E39548D-7ECF-472E-A6F7-8FE6F1E7E9DF}">
      <dgm:prSet/>
      <dgm:spPr/>
    </dgm:pt>
    <dgm:pt modelId="{3AE4E8EB-BFAC-4B8C-A3D0-FACA322E6019}" type="pres">
      <dgm:prSet presAssocID="{5BEABEE3-1727-4455-A650-02F8062F1DB2}" presName="Name0" presStyleCnt="0">
        <dgm:presLayoutVars>
          <dgm:dir/>
          <dgm:animLvl val="lvl"/>
          <dgm:resizeHandles val="exact"/>
        </dgm:presLayoutVars>
      </dgm:prSet>
      <dgm:spPr/>
    </dgm:pt>
    <dgm:pt modelId="{7AC12045-90A6-46F5-B7F6-6A583B22754C}" type="pres">
      <dgm:prSet presAssocID="{9BB12580-585C-4D0B-A189-1D1CC59F132E}" presName="composite" presStyleCnt="0"/>
      <dgm:spPr/>
    </dgm:pt>
    <dgm:pt modelId="{5150A35B-B304-4C3C-8BCE-ADFEFE63D401}" type="pres">
      <dgm:prSet presAssocID="{9BB12580-585C-4D0B-A189-1D1CC59F132E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AD423238-9BB4-400E-8A17-60392CB4CA8A}" type="pres">
      <dgm:prSet presAssocID="{9BB12580-585C-4D0B-A189-1D1CC59F132E}" presName="desTx" presStyleLbl="alignAccFollowNode1" presStyleIdx="0" presStyleCnt="3">
        <dgm:presLayoutVars>
          <dgm:bulletEnabled val="1"/>
        </dgm:presLayoutVars>
      </dgm:prSet>
      <dgm:spPr/>
    </dgm:pt>
    <dgm:pt modelId="{3114DE04-1B91-461A-BBD1-BDC47E197AF4}" type="pres">
      <dgm:prSet presAssocID="{91172A2A-45E4-4302-A342-B6542289DEE9}" presName="space" presStyleCnt="0"/>
      <dgm:spPr/>
    </dgm:pt>
    <dgm:pt modelId="{AF335FA8-937C-493B-B7D7-FD38C3579FFD}" type="pres">
      <dgm:prSet presAssocID="{733C7CDF-D79C-4997-AE7C-0AA115E9B37D}" presName="composite" presStyleCnt="0"/>
      <dgm:spPr/>
    </dgm:pt>
    <dgm:pt modelId="{C69EBD1D-33B8-41A3-9F1A-B18E772B4FED}" type="pres">
      <dgm:prSet presAssocID="{733C7CDF-D79C-4997-AE7C-0AA115E9B37D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5ADA738D-7366-4CF7-9EEF-48BD3EE37EB5}" type="pres">
      <dgm:prSet presAssocID="{733C7CDF-D79C-4997-AE7C-0AA115E9B37D}" presName="desTx" presStyleLbl="alignAccFollowNode1" presStyleIdx="1" presStyleCnt="3">
        <dgm:presLayoutVars>
          <dgm:bulletEnabled val="1"/>
        </dgm:presLayoutVars>
      </dgm:prSet>
      <dgm:spPr/>
    </dgm:pt>
    <dgm:pt modelId="{D165425E-2DFC-4B60-A7D9-23A3C632121D}" type="pres">
      <dgm:prSet presAssocID="{193819F3-3CEF-4150-9338-7E70F85A58E0}" presName="space" presStyleCnt="0"/>
      <dgm:spPr/>
    </dgm:pt>
    <dgm:pt modelId="{26B23081-1C05-493F-83BB-E7C6CC4B79DD}" type="pres">
      <dgm:prSet presAssocID="{1D2EDD16-77B5-4180-9186-7D04A2E0FDE9}" presName="composite" presStyleCnt="0"/>
      <dgm:spPr/>
    </dgm:pt>
    <dgm:pt modelId="{57BCF1C9-8773-4798-B4A7-D1ED852BB8F5}" type="pres">
      <dgm:prSet presAssocID="{1D2EDD16-77B5-4180-9186-7D04A2E0FDE9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52982DCB-31B4-4B9A-9096-43BE6F508B52}" type="pres">
      <dgm:prSet presAssocID="{1D2EDD16-77B5-4180-9186-7D04A2E0FDE9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7D715A04-AE56-4C2C-8776-38FCD72CC8A7}" srcId="{9BB12580-585C-4D0B-A189-1D1CC59F132E}" destId="{519D55AD-DA6A-4D92-9BAE-1EC431A17F1F}" srcOrd="0" destOrd="0" parTransId="{CC73AD7A-4713-4BBF-AF5B-CFFBFAFAE1D3}" sibTransId="{FABC6BD2-66CF-4CF7-BBDF-9CACCC63B657}"/>
    <dgm:cxn modelId="{B11AAD26-BDF7-480B-82B6-B5A21D773C19}" srcId="{5BEABEE3-1727-4455-A650-02F8062F1DB2}" destId="{733C7CDF-D79C-4997-AE7C-0AA115E9B37D}" srcOrd="1" destOrd="0" parTransId="{876DAFC0-1E1B-4003-A119-F62A87E007AA}" sibTransId="{193819F3-3CEF-4150-9338-7E70F85A58E0}"/>
    <dgm:cxn modelId="{3CAA1342-CD84-461B-ADA2-59907A698CCD}" srcId="{5BEABEE3-1727-4455-A650-02F8062F1DB2}" destId="{1D2EDD16-77B5-4180-9186-7D04A2E0FDE9}" srcOrd="2" destOrd="0" parTransId="{1D6D448F-D28C-4B9A-BDB6-435CBF659AB0}" sibTransId="{51335CE9-5EDD-45AE-A69A-0AE33CB10A57}"/>
    <dgm:cxn modelId="{62D28370-4929-4A91-9044-119CA2813E27}" type="presOf" srcId="{5BEABEE3-1727-4455-A650-02F8062F1DB2}" destId="{3AE4E8EB-BFAC-4B8C-A3D0-FACA322E6019}" srcOrd="0" destOrd="0" presId="urn:microsoft.com/office/officeart/2005/8/layout/hList1"/>
    <dgm:cxn modelId="{C681A575-FAAF-4CE1-A146-C5DB7848240A}" type="presOf" srcId="{9BB12580-585C-4D0B-A189-1D1CC59F132E}" destId="{5150A35B-B304-4C3C-8BCE-ADFEFE63D401}" srcOrd="0" destOrd="0" presId="urn:microsoft.com/office/officeart/2005/8/layout/hList1"/>
    <dgm:cxn modelId="{4930447E-EC40-461E-A27E-970726E6EF84}" type="presOf" srcId="{B5321914-0046-4212-B6C1-981A6C5C5BDE}" destId="{52982DCB-31B4-4B9A-9096-43BE6F508B52}" srcOrd="0" destOrd="0" presId="urn:microsoft.com/office/officeart/2005/8/layout/hList1"/>
    <dgm:cxn modelId="{406D4788-EF92-4644-BE5F-5171BFE615B8}" type="presOf" srcId="{519D55AD-DA6A-4D92-9BAE-1EC431A17F1F}" destId="{AD423238-9BB4-400E-8A17-60392CB4CA8A}" srcOrd="0" destOrd="0" presId="urn:microsoft.com/office/officeart/2005/8/layout/hList1"/>
    <dgm:cxn modelId="{2E39548D-7ECF-472E-A6F7-8FE6F1E7E9DF}" srcId="{5BEABEE3-1727-4455-A650-02F8062F1DB2}" destId="{9BB12580-585C-4D0B-A189-1D1CC59F132E}" srcOrd="0" destOrd="0" parTransId="{0C7148DF-BA08-40BF-B513-4E1515C46C9D}" sibTransId="{91172A2A-45E4-4302-A342-B6542289DEE9}"/>
    <dgm:cxn modelId="{27A9538E-F1B7-4FFD-8EB4-B2BA272BE437}" type="presOf" srcId="{733C7CDF-D79C-4997-AE7C-0AA115E9B37D}" destId="{C69EBD1D-33B8-41A3-9F1A-B18E772B4FED}" srcOrd="0" destOrd="0" presId="urn:microsoft.com/office/officeart/2005/8/layout/hList1"/>
    <dgm:cxn modelId="{DEFC6390-12D5-4DE8-BCF0-11D78B797F72}" type="presOf" srcId="{1D2EDD16-77B5-4180-9186-7D04A2E0FDE9}" destId="{57BCF1C9-8773-4798-B4A7-D1ED852BB8F5}" srcOrd="0" destOrd="0" presId="urn:microsoft.com/office/officeart/2005/8/layout/hList1"/>
    <dgm:cxn modelId="{899F2092-2C6D-4856-BE43-9C02A2DC1D0E}" srcId="{1D2EDD16-77B5-4180-9186-7D04A2E0FDE9}" destId="{B5321914-0046-4212-B6C1-981A6C5C5BDE}" srcOrd="0" destOrd="0" parTransId="{911042A3-3BE3-4A65-B5EE-ED8A31CA2D0D}" sibTransId="{4EEAB52D-4CC9-48E9-A6FA-88A7BC22CB53}"/>
    <dgm:cxn modelId="{B8DA82C1-5D89-4683-A301-2E59C91A85B8}" type="presOf" srcId="{3CF98947-2C36-4655-B25E-8BA32034AAAD}" destId="{5ADA738D-7366-4CF7-9EEF-48BD3EE37EB5}" srcOrd="0" destOrd="0" presId="urn:microsoft.com/office/officeart/2005/8/layout/hList1"/>
    <dgm:cxn modelId="{853B55D4-3A36-4767-A80F-93B86AF47769}" srcId="{733C7CDF-D79C-4997-AE7C-0AA115E9B37D}" destId="{3CF98947-2C36-4655-B25E-8BA32034AAAD}" srcOrd="0" destOrd="0" parTransId="{4F295F12-F087-4251-AC9C-53DB54E60442}" sibTransId="{04714A32-C2C5-44B9-82BD-A130BF32F053}"/>
    <dgm:cxn modelId="{79375E6B-C48E-4B4E-B41A-F4F4A0AC6D0D}" type="presParOf" srcId="{3AE4E8EB-BFAC-4B8C-A3D0-FACA322E6019}" destId="{7AC12045-90A6-46F5-B7F6-6A583B22754C}" srcOrd="0" destOrd="0" presId="urn:microsoft.com/office/officeart/2005/8/layout/hList1"/>
    <dgm:cxn modelId="{70C91D5C-8058-4F2E-A791-32DA279F3DD1}" type="presParOf" srcId="{7AC12045-90A6-46F5-B7F6-6A583B22754C}" destId="{5150A35B-B304-4C3C-8BCE-ADFEFE63D401}" srcOrd="0" destOrd="0" presId="urn:microsoft.com/office/officeart/2005/8/layout/hList1"/>
    <dgm:cxn modelId="{525FC9C0-39C3-4092-857F-BF6D2D39EEB0}" type="presParOf" srcId="{7AC12045-90A6-46F5-B7F6-6A583B22754C}" destId="{AD423238-9BB4-400E-8A17-60392CB4CA8A}" srcOrd="1" destOrd="0" presId="urn:microsoft.com/office/officeart/2005/8/layout/hList1"/>
    <dgm:cxn modelId="{1E916CA1-11C7-42B7-9983-BA64E6979F75}" type="presParOf" srcId="{3AE4E8EB-BFAC-4B8C-A3D0-FACA322E6019}" destId="{3114DE04-1B91-461A-BBD1-BDC47E197AF4}" srcOrd="1" destOrd="0" presId="urn:microsoft.com/office/officeart/2005/8/layout/hList1"/>
    <dgm:cxn modelId="{B6FEA5FD-5F6B-4C7F-8764-335690ED8598}" type="presParOf" srcId="{3AE4E8EB-BFAC-4B8C-A3D0-FACA322E6019}" destId="{AF335FA8-937C-493B-B7D7-FD38C3579FFD}" srcOrd="2" destOrd="0" presId="urn:microsoft.com/office/officeart/2005/8/layout/hList1"/>
    <dgm:cxn modelId="{AE19A07B-EB75-498C-8432-350E1FAC0387}" type="presParOf" srcId="{AF335FA8-937C-493B-B7D7-FD38C3579FFD}" destId="{C69EBD1D-33B8-41A3-9F1A-B18E772B4FED}" srcOrd="0" destOrd="0" presId="urn:microsoft.com/office/officeart/2005/8/layout/hList1"/>
    <dgm:cxn modelId="{D3432FC5-B881-4FC0-8735-FEC8488A84E6}" type="presParOf" srcId="{AF335FA8-937C-493B-B7D7-FD38C3579FFD}" destId="{5ADA738D-7366-4CF7-9EEF-48BD3EE37EB5}" srcOrd="1" destOrd="0" presId="urn:microsoft.com/office/officeart/2005/8/layout/hList1"/>
    <dgm:cxn modelId="{76175003-5170-4518-8C16-A287B3C044B8}" type="presParOf" srcId="{3AE4E8EB-BFAC-4B8C-A3D0-FACA322E6019}" destId="{D165425E-2DFC-4B60-A7D9-23A3C632121D}" srcOrd="3" destOrd="0" presId="urn:microsoft.com/office/officeart/2005/8/layout/hList1"/>
    <dgm:cxn modelId="{B3562182-FA2B-4665-83BE-E29336188D00}" type="presParOf" srcId="{3AE4E8EB-BFAC-4B8C-A3D0-FACA322E6019}" destId="{26B23081-1C05-493F-83BB-E7C6CC4B79DD}" srcOrd="4" destOrd="0" presId="urn:microsoft.com/office/officeart/2005/8/layout/hList1"/>
    <dgm:cxn modelId="{243FF073-4450-45FF-88AE-10DF80F6EE27}" type="presParOf" srcId="{26B23081-1C05-493F-83BB-E7C6CC4B79DD}" destId="{57BCF1C9-8773-4798-B4A7-D1ED852BB8F5}" srcOrd="0" destOrd="0" presId="urn:microsoft.com/office/officeart/2005/8/layout/hList1"/>
    <dgm:cxn modelId="{39B768CC-1695-4F64-ADE2-F37F706F4013}" type="presParOf" srcId="{26B23081-1C05-493F-83BB-E7C6CC4B79DD}" destId="{52982DCB-31B4-4B9A-9096-43BE6F508B5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5BEABEE3-1727-4455-A650-02F8062F1DB2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E83EC860-95FD-43BA-916C-E452EB9C8131}">
      <dgm:prSet/>
      <dgm:spPr/>
      <dgm:t>
        <a:bodyPr/>
        <a:lstStyle/>
        <a:p>
          <a:r>
            <a:rPr lang="en-US" sz="3000">
              <a:latin typeface="Corbel"/>
            </a:rPr>
            <a:t>Unit Testing</a:t>
          </a:r>
        </a:p>
      </dgm:t>
    </dgm:pt>
    <dgm:pt modelId="{D6DA2D09-0525-436A-B7E5-E9B34EB946B9}" type="parTrans" cxnId="{89BFCA27-E73D-4FDF-AAB1-522FEF6423BD}">
      <dgm:prSet/>
      <dgm:spPr/>
      <dgm:t>
        <a:bodyPr/>
        <a:lstStyle/>
        <a:p>
          <a:endParaRPr lang="en-US"/>
        </a:p>
      </dgm:t>
    </dgm:pt>
    <dgm:pt modelId="{B117D5D8-E3C7-494C-8285-EE2385586C57}" type="sibTrans" cxnId="{89BFCA27-E73D-4FDF-AAB1-522FEF6423BD}">
      <dgm:prSet/>
      <dgm:spPr/>
      <dgm:t>
        <a:bodyPr/>
        <a:lstStyle/>
        <a:p>
          <a:endParaRPr lang="en-US"/>
        </a:p>
      </dgm:t>
    </dgm:pt>
    <dgm:pt modelId="{F4718CA4-384D-4A76-B15A-2A46F8DF8945}">
      <dgm:prSet/>
      <dgm:spPr/>
      <dgm:t>
        <a:bodyPr/>
        <a:lstStyle/>
        <a:p>
          <a:r>
            <a:rPr lang="en-US" sz="3000" err="1">
              <a:latin typeface="Corbel"/>
            </a:rPr>
            <a:t>Xdrop's</a:t>
          </a:r>
          <a:r>
            <a:rPr lang="en-US" sz="3000">
              <a:latin typeface="Corbel"/>
            </a:rPr>
            <a:t> </a:t>
          </a:r>
          <a:r>
            <a:rPr lang="en-US" sz="3000" err="1">
              <a:latin typeface="Corbel"/>
            </a:rPr>
            <a:t>FuzzyWuzzy</a:t>
          </a:r>
          <a:r>
            <a:rPr lang="en-US" sz="3000">
              <a:latin typeface="Corbel"/>
            </a:rPr>
            <a:t> Library</a:t>
          </a:r>
        </a:p>
      </dgm:t>
    </dgm:pt>
    <dgm:pt modelId="{2648790F-6523-4CC9-9251-AEB47C03FB12}" type="parTrans" cxnId="{E3CBFCDA-5928-4779-A658-3DFDFA622B94}">
      <dgm:prSet/>
      <dgm:spPr/>
    </dgm:pt>
    <dgm:pt modelId="{99437D3D-874A-4EC7-AF2D-D1E9ACDEB264}" type="sibTrans" cxnId="{E3CBFCDA-5928-4779-A658-3DFDFA622B94}">
      <dgm:prSet/>
      <dgm:spPr/>
    </dgm:pt>
    <dgm:pt modelId="{50DE0A83-B742-42CA-B0B9-8E6201CDCB22}">
      <dgm:prSet/>
      <dgm:spPr/>
      <dgm:t>
        <a:bodyPr/>
        <a:lstStyle/>
        <a:p>
          <a:r>
            <a:rPr lang="en-US" sz="3000" err="1">
              <a:latin typeface="Corbel"/>
            </a:rPr>
            <a:t>Levenshtein</a:t>
          </a:r>
          <a:r>
            <a:rPr lang="en-US" sz="3000">
              <a:latin typeface="Corbel"/>
            </a:rPr>
            <a:t> Distance Ratio</a:t>
          </a:r>
        </a:p>
      </dgm:t>
    </dgm:pt>
    <dgm:pt modelId="{44DCAD1B-B4F8-4519-A31D-51D2A99DB896}" type="parTrans" cxnId="{0301D2EA-1065-4D59-B712-A38C31DAC18C}">
      <dgm:prSet/>
      <dgm:spPr/>
    </dgm:pt>
    <dgm:pt modelId="{1C40E035-68F8-4B69-ABFF-5F5DD07A26A6}" type="sibTrans" cxnId="{0301D2EA-1065-4D59-B712-A38C31DAC18C}">
      <dgm:prSet/>
      <dgm:spPr/>
    </dgm:pt>
    <dgm:pt modelId="{95F5072A-EE61-4366-8696-6625714AD05C}">
      <dgm:prSet/>
      <dgm:spPr/>
      <dgm:t>
        <a:bodyPr/>
        <a:lstStyle/>
        <a:p>
          <a:r>
            <a:rPr lang="en-US" sz="3000">
              <a:latin typeface="Corbel"/>
            </a:rPr>
            <a:t>Junit's JUnit Library</a:t>
          </a:r>
        </a:p>
      </dgm:t>
    </dgm:pt>
    <dgm:pt modelId="{D0FEC776-8E46-441D-9054-E5BBC68E4B50}" type="parTrans" cxnId="{05E42E2C-CE0E-44CC-B805-BBF06BC20E42}">
      <dgm:prSet/>
      <dgm:spPr/>
    </dgm:pt>
    <dgm:pt modelId="{12D02B6F-F25B-4F1D-86A3-54AB6985FFAC}" type="sibTrans" cxnId="{05E42E2C-CE0E-44CC-B805-BBF06BC20E42}">
      <dgm:prSet/>
      <dgm:spPr/>
    </dgm:pt>
    <dgm:pt modelId="{3AE4E8EB-BFAC-4B8C-A3D0-FACA322E6019}" type="pres">
      <dgm:prSet presAssocID="{5BEABEE3-1727-4455-A650-02F8062F1DB2}" presName="Name0" presStyleCnt="0">
        <dgm:presLayoutVars>
          <dgm:dir/>
          <dgm:animLvl val="lvl"/>
          <dgm:resizeHandles val="exact"/>
        </dgm:presLayoutVars>
      </dgm:prSet>
      <dgm:spPr/>
    </dgm:pt>
    <dgm:pt modelId="{E036B603-64C1-4CFD-BBBF-8B9E87A226CB}" type="pres">
      <dgm:prSet presAssocID="{E83EC860-95FD-43BA-916C-E452EB9C8131}" presName="composite" presStyleCnt="0"/>
      <dgm:spPr/>
    </dgm:pt>
    <dgm:pt modelId="{F28959F5-21BC-4ECA-8151-32F3AD73D994}" type="pres">
      <dgm:prSet presAssocID="{E83EC860-95FD-43BA-916C-E452EB9C8131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1F3E92F-B4AB-4EF1-96A1-BA44489E7CBF}" type="pres">
      <dgm:prSet presAssocID="{E83EC860-95FD-43BA-916C-E452EB9C8131}" presName="desTx" presStyleLbl="alignAccFollowNode1" presStyleIdx="0" presStyleCnt="2">
        <dgm:presLayoutVars>
          <dgm:bulletEnabled val="1"/>
        </dgm:presLayoutVars>
      </dgm:prSet>
      <dgm:spPr/>
    </dgm:pt>
    <dgm:pt modelId="{469B7AB9-37E9-4C94-9B38-3EFEE8920C93}" type="pres">
      <dgm:prSet presAssocID="{B117D5D8-E3C7-494C-8285-EE2385586C57}" presName="space" presStyleCnt="0"/>
      <dgm:spPr/>
    </dgm:pt>
    <dgm:pt modelId="{7A7896C4-13F9-4AE9-B8F0-89508873BC2E}" type="pres">
      <dgm:prSet presAssocID="{50DE0A83-B742-42CA-B0B9-8E6201CDCB22}" presName="composite" presStyleCnt="0"/>
      <dgm:spPr/>
    </dgm:pt>
    <dgm:pt modelId="{5732E45B-D372-4721-8183-AA5B7E19B777}" type="pres">
      <dgm:prSet presAssocID="{50DE0A83-B742-42CA-B0B9-8E6201CDCB22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D1812548-A25A-4654-8437-FB566D117311}" type="pres">
      <dgm:prSet presAssocID="{50DE0A83-B742-42CA-B0B9-8E6201CDCB22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E70FF310-EC3B-427B-810B-03840DDC534F}" type="presOf" srcId="{E83EC860-95FD-43BA-916C-E452EB9C8131}" destId="{F28959F5-21BC-4ECA-8151-32F3AD73D994}" srcOrd="0" destOrd="0" presId="urn:microsoft.com/office/officeart/2005/8/layout/hList1"/>
    <dgm:cxn modelId="{89BFCA27-E73D-4FDF-AAB1-522FEF6423BD}" srcId="{5BEABEE3-1727-4455-A650-02F8062F1DB2}" destId="{E83EC860-95FD-43BA-916C-E452EB9C8131}" srcOrd="0" destOrd="0" parTransId="{D6DA2D09-0525-436A-B7E5-E9B34EB946B9}" sibTransId="{B117D5D8-E3C7-494C-8285-EE2385586C57}"/>
    <dgm:cxn modelId="{05E42E2C-CE0E-44CC-B805-BBF06BC20E42}" srcId="{E83EC860-95FD-43BA-916C-E452EB9C8131}" destId="{95F5072A-EE61-4366-8696-6625714AD05C}" srcOrd="0" destOrd="0" parTransId="{D0FEC776-8E46-441D-9054-E5BBC68E4B50}" sibTransId="{12D02B6F-F25B-4F1D-86A3-54AB6985FFAC}"/>
    <dgm:cxn modelId="{62D28370-4929-4A91-9044-119CA2813E27}" type="presOf" srcId="{5BEABEE3-1727-4455-A650-02F8062F1DB2}" destId="{3AE4E8EB-BFAC-4B8C-A3D0-FACA322E6019}" srcOrd="0" destOrd="0" presId="urn:microsoft.com/office/officeart/2005/8/layout/hList1"/>
    <dgm:cxn modelId="{203C0754-F29C-4645-83AE-CF0F37104074}" type="presOf" srcId="{95F5072A-EE61-4366-8696-6625714AD05C}" destId="{21F3E92F-B4AB-4EF1-96A1-BA44489E7CBF}" srcOrd="0" destOrd="0" presId="urn:microsoft.com/office/officeart/2005/8/layout/hList1"/>
    <dgm:cxn modelId="{F18EE056-A8AE-4F4F-B25D-E6979C84564F}" type="presOf" srcId="{50DE0A83-B742-42CA-B0B9-8E6201CDCB22}" destId="{5732E45B-D372-4721-8183-AA5B7E19B777}" srcOrd="0" destOrd="0" presId="urn:microsoft.com/office/officeart/2005/8/layout/hList1"/>
    <dgm:cxn modelId="{851B287E-D65D-4BA5-97AE-56811F69D08C}" type="presOf" srcId="{F4718CA4-384D-4A76-B15A-2A46F8DF8945}" destId="{D1812548-A25A-4654-8437-FB566D117311}" srcOrd="0" destOrd="0" presId="urn:microsoft.com/office/officeart/2005/8/layout/hList1"/>
    <dgm:cxn modelId="{E3CBFCDA-5928-4779-A658-3DFDFA622B94}" srcId="{50DE0A83-B742-42CA-B0B9-8E6201CDCB22}" destId="{F4718CA4-384D-4A76-B15A-2A46F8DF8945}" srcOrd="0" destOrd="0" parTransId="{2648790F-6523-4CC9-9251-AEB47C03FB12}" sibTransId="{99437D3D-874A-4EC7-AF2D-D1E9ACDEB264}"/>
    <dgm:cxn modelId="{0301D2EA-1065-4D59-B712-A38C31DAC18C}" srcId="{5BEABEE3-1727-4455-A650-02F8062F1DB2}" destId="{50DE0A83-B742-42CA-B0B9-8E6201CDCB22}" srcOrd="1" destOrd="0" parTransId="{44DCAD1B-B4F8-4519-A31D-51D2A99DB896}" sibTransId="{1C40E035-68F8-4B69-ABFF-5F5DD07A26A6}"/>
    <dgm:cxn modelId="{84419002-37A0-4F06-BD68-335C8D00DAE6}" type="presParOf" srcId="{3AE4E8EB-BFAC-4B8C-A3D0-FACA322E6019}" destId="{E036B603-64C1-4CFD-BBBF-8B9E87A226CB}" srcOrd="0" destOrd="0" presId="urn:microsoft.com/office/officeart/2005/8/layout/hList1"/>
    <dgm:cxn modelId="{5EB6D2CB-FEC3-4817-85F3-E37364EA332F}" type="presParOf" srcId="{E036B603-64C1-4CFD-BBBF-8B9E87A226CB}" destId="{F28959F5-21BC-4ECA-8151-32F3AD73D994}" srcOrd="0" destOrd="0" presId="urn:microsoft.com/office/officeart/2005/8/layout/hList1"/>
    <dgm:cxn modelId="{ED28169A-9F05-4032-AD28-F1CAA50A613A}" type="presParOf" srcId="{E036B603-64C1-4CFD-BBBF-8B9E87A226CB}" destId="{21F3E92F-B4AB-4EF1-96A1-BA44489E7CBF}" srcOrd="1" destOrd="0" presId="urn:microsoft.com/office/officeart/2005/8/layout/hList1"/>
    <dgm:cxn modelId="{7DE060C5-C2E7-4B2E-B690-698FD488C349}" type="presParOf" srcId="{3AE4E8EB-BFAC-4B8C-A3D0-FACA322E6019}" destId="{469B7AB9-37E9-4C94-9B38-3EFEE8920C93}" srcOrd="1" destOrd="0" presId="urn:microsoft.com/office/officeart/2005/8/layout/hList1"/>
    <dgm:cxn modelId="{E61AB547-A3B1-48DC-AD36-20F09DA55257}" type="presParOf" srcId="{3AE4E8EB-BFAC-4B8C-A3D0-FACA322E6019}" destId="{7A7896C4-13F9-4AE9-B8F0-89508873BC2E}" srcOrd="2" destOrd="0" presId="urn:microsoft.com/office/officeart/2005/8/layout/hList1"/>
    <dgm:cxn modelId="{6A8A77BF-ABB0-43F4-BB24-D4BA9AA293D5}" type="presParOf" srcId="{7A7896C4-13F9-4AE9-B8F0-89508873BC2E}" destId="{5732E45B-D372-4721-8183-AA5B7E19B777}" srcOrd="0" destOrd="0" presId="urn:microsoft.com/office/officeart/2005/8/layout/hList1"/>
    <dgm:cxn modelId="{C6AC5034-CB88-43D6-B5F2-A0E0143D87C4}" type="presParOf" srcId="{7A7896C4-13F9-4AE9-B8F0-89508873BC2E}" destId="{D1812548-A25A-4654-8437-FB566D117311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E8D1B473-F5AF-473D-9A02-417DB009D46F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5EBC1F6-C9CE-4D3E-AF3E-5A7549998B12}">
      <dgm:prSet/>
      <dgm:spPr/>
      <dgm:t>
        <a:bodyPr/>
        <a:lstStyle/>
        <a:p>
          <a:r>
            <a:rPr lang="en-US"/>
            <a:t>Readability</a:t>
          </a:r>
        </a:p>
      </dgm:t>
    </dgm:pt>
    <dgm:pt modelId="{864B5E17-F0C8-4059-9FAD-C3C2C782CB9D}" type="parTrans" cxnId="{7F39AAA9-AD01-4610-A946-39A5F59952F5}">
      <dgm:prSet/>
      <dgm:spPr/>
      <dgm:t>
        <a:bodyPr/>
        <a:lstStyle/>
        <a:p>
          <a:endParaRPr lang="en-US"/>
        </a:p>
      </dgm:t>
    </dgm:pt>
    <dgm:pt modelId="{818C8B7D-F275-4E4E-A39F-D4D632A7B20B}" type="sibTrans" cxnId="{7F39AAA9-AD01-4610-A946-39A5F59952F5}">
      <dgm:prSet/>
      <dgm:spPr/>
      <dgm:t>
        <a:bodyPr/>
        <a:lstStyle/>
        <a:p>
          <a:endParaRPr lang="en-US"/>
        </a:p>
      </dgm:t>
    </dgm:pt>
    <dgm:pt modelId="{54AA9DF5-B60A-4EEC-BF3D-7CE602EA1185}">
      <dgm:prSet/>
      <dgm:spPr/>
      <dgm:t>
        <a:bodyPr/>
        <a:lstStyle/>
        <a:p>
          <a:r>
            <a:rPr lang="en-US"/>
            <a:t>Comprehensive Documentation</a:t>
          </a:r>
        </a:p>
      </dgm:t>
    </dgm:pt>
    <dgm:pt modelId="{9C5AA746-C8A4-4E7F-9018-61C6C50DB68A}" type="parTrans" cxnId="{96A7199F-4DF7-4C92-9A96-B5AC014D9774}">
      <dgm:prSet/>
      <dgm:spPr/>
      <dgm:t>
        <a:bodyPr/>
        <a:lstStyle/>
        <a:p>
          <a:endParaRPr lang="en-US"/>
        </a:p>
      </dgm:t>
    </dgm:pt>
    <dgm:pt modelId="{3546B3AF-9D67-4D46-BD9C-C8335BB61FD7}" type="sibTrans" cxnId="{96A7199F-4DF7-4C92-9A96-B5AC014D9774}">
      <dgm:prSet/>
      <dgm:spPr/>
      <dgm:t>
        <a:bodyPr/>
        <a:lstStyle/>
        <a:p>
          <a:endParaRPr lang="en-US"/>
        </a:p>
      </dgm:t>
    </dgm:pt>
    <dgm:pt modelId="{D117935A-3924-421F-9DBB-747D8D064A5E}">
      <dgm:prSet/>
      <dgm:spPr/>
      <dgm:t>
        <a:bodyPr/>
        <a:lstStyle/>
        <a:p>
          <a:r>
            <a:rPr lang="en-US"/>
            <a:t>Object Oriented Design</a:t>
          </a:r>
        </a:p>
      </dgm:t>
    </dgm:pt>
    <dgm:pt modelId="{186F1F33-ED3D-482A-AD2F-2CEA91BDFD55}" type="parTrans" cxnId="{70F97338-B73E-41FB-BCA1-5E7B806E340E}">
      <dgm:prSet/>
      <dgm:spPr/>
    </dgm:pt>
    <dgm:pt modelId="{143C7AA3-14B1-4ABA-B1B6-3E90FA40CEF3}" type="sibTrans" cxnId="{70F97338-B73E-41FB-BCA1-5E7B806E340E}">
      <dgm:prSet/>
      <dgm:spPr/>
    </dgm:pt>
    <dgm:pt modelId="{AC933968-A58E-484B-9C3D-46C9976275F8}" type="pres">
      <dgm:prSet presAssocID="{E8D1B473-F5AF-473D-9A02-417DB009D46F}" presName="vert0" presStyleCnt="0">
        <dgm:presLayoutVars>
          <dgm:dir/>
          <dgm:animOne val="branch"/>
          <dgm:animLvl val="lvl"/>
        </dgm:presLayoutVars>
      </dgm:prSet>
      <dgm:spPr/>
    </dgm:pt>
    <dgm:pt modelId="{7B450178-9414-4CB0-BF61-F36A8A1EE1CD}" type="pres">
      <dgm:prSet presAssocID="{35EBC1F6-C9CE-4D3E-AF3E-5A7549998B12}" presName="thickLine" presStyleLbl="alignNode1" presStyleIdx="0" presStyleCnt="3"/>
      <dgm:spPr/>
    </dgm:pt>
    <dgm:pt modelId="{4C601EF3-218D-45B3-9605-A2A6678B24A1}" type="pres">
      <dgm:prSet presAssocID="{35EBC1F6-C9CE-4D3E-AF3E-5A7549998B12}" presName="horz1" presStyleCnt="0"/>
      <dgm:spPr/>
    </dgm:pt>
    <dgm:pt modelId="{6BDAC395-5E9D-4F5C-84D1-B66E4F379ACE}" type="pres">
      <dgm:prSet presAssocID="{35EBC1F6-C9CE-4D3E-AF3E-5A7549998B12}" presName="tx1" presStyleLbl="revTx" presStyleIdx="0" presStyleCnt="3"/>
      <dgm:spPr/>
    </dgm:pt>
    <dgm:pt modelId="{0338D6E3-08E0-412B-BCED-5E72AA4BD2FD}" type="pres">
      <dgm:prSet presAssocID="{35EBC1F6-C9CE-4D3E-AF3E-5A7549998B12}" presName="vert1" presStyleCnt="0"/>
      <dgm:spPr/>
    </dgm:pt>
    <dgm:pt modelId="{A5DF773E-D1B0-4BAE-A984-38432AE62845}" type="pres">
      <dgm:prSet presAssocID="{D117935A-3924-421F-9DBB-747D8D064A5E}" presName="thickLine" presStyleLbl="alignNode1" presStyleIdx="1" presStyleCnt="3"/>
      <dgm:spPr/>
    </dgm:pt>
    <dgm:pt modelId="{08DA5D06-1365-4C49-90EE-321FEB17F38A}" type="pres">
      <dgm:prSet presAssocID="{D117935A-3924-421F-9DBB-747D8D064A5E}" presName="horz1" presStyleCnt="0"/>
      <dgm:spPr/>
    </dgm:pt>
    <dgm:pt modelId="{A88F95E3-22B5-42A7-B92D-C01A5BE62C90}" type="pres">
      <dgm:prSet presAssocID="{D117935A-3924-421F-9DBB-747D8D064A5E}" presName="tx1" presStyleLbl="revTx" presStyleIdx="1" presStyleCnt="3"/>
      <dgm:spPr/>
    </dgm:pt>
    <dgm:pt modelId="{85D2529B-C512-48AB-A6FD-768BEF127D07}" type="pres">
      <dgm:prSet presAssocID="{D117935A-3924-421F-9DBB-747D8D064A5E}" presName="vert1" presStyleCnt="0"/>
      <dgm:spPr/>
    </dgm:pt>
    <dgm:pt modelId="{65FB1179-9DD4-434F-AA22-5F98BE6DF225}" type="pres">
      <dgm:prSet presAssocID="{54AA9DF5-B60A-4EEC-BF3D-7CE602EA1185}" presName="thickLine" presStyleLbl="alignNode1" presStyleIdx="2" presStyleCnt="3"/>
      <dgm:spPr/>
    </dgm:pt>
    <dgm:pt modelId="{02AD084C-7CFE-4FFB-8118-CCA508580017}" type="pres">
      <dgm:prSet presAssocID="{54AA9DF5-B60A-4EEC-BF3D-7CE602EA1185}" presName="horz1" presStyleCnt="0"/>
      <dgm:spPr/>
    </dgm:pt>
    <dgm:pt modelId="{6369BC0B-787B-4CEB-9FE0-B789DA836B12}" type="pres">
      <dgm:prSet presAssocID="{54AA9DF5-B60A-4EEC-BF3D-7CE602EA1185}" presName="tx1" presStyleLbl="revTx" presStyleIdx="2" presStyleCnt="3"/>
      <dgm:spPr/>
    </dgm:pt>
    <dgm:pt modelId="{5DF2C1D8-0937-4A9E-9503-56C6BCC0127F}" type="pres">
      <dgm:prSet presAssocID="{54AA9DF5-B60A-4EEC-BF3D-7CE602EA1185}" presName="vert1" presStyleCnt="0"/>
      <dgm:spPr/>
    </dgm:pt>
  </dgm:ptLst>
  <dgm:cxnLst>
    <dgm:cxn modelId="{C726A604-FB57-42FF-95AC-DB13D88ED511}" type="presOf" srcId="{E8D1B473-F5AF-473D-9A02-417DB009D46F}" destId="{AC933968-A58E-484B-9C3D-46C9976275F8}" srcOrd="0" destOrd="0" presId="urn:microsoft.com/office/officeart/2008/layout/LinedList"/>
    <dgm:cxn modelId="{A8AB960D-4BD2-4486-9D39-93E01792C38C}" type="presOf" srcId="{D117935A-3924-421F-9DBB-747D8D064A5E}" destId="{A88F95E3-22B5-42A7-B92D-C01A5BE62C90}" srcOrd="0" destOrd="0" presId="urn:microsoft.com/office/officeart/2008/layout/LinedList"/>
    <dgm:cxn modelId="{70F97338-B73E-41FB-BCA1-5E7B806E340E}" srcId="{E8D1B473-F5AF-473D-9A02-417DB009D46F}" destId="{D117935A-3924-421F-9DBB-747D8D064A5E}" srcOrd="1" destOrd="0" parTransId="{186F1F33-ED3D-482A-AD2F-2CEA91BDFD55}" sibTransId="{143C7AA3-14B1-4ABA-B1B6-3E90FA40CEF3}"/>
    <dgm:cxn modelId="{30FE8377-A025-4C87-A263-E1C35172CB7B}" type="presOf" srcId="{54AA9DF5-B60A-4EEC-BF3D-7CE602EA1185}" destId="{6369BC0B-787B-4CEB-9FE0-B789DA836B12}" srcOrd="0" destOrd="0" presId="urn:microsoft.com/office/officeart/2008/layout/LinedList"/>
    <dgm:cxn modelId="{9D5A1778-CF93-493E-A70A-331119D3B7E8}" type="presOf" srcId="{35EBC1F6-C9CE-4D3E-AF3E-5A7549998B12}" destId="{6BDAC395-5E9D-4F5C-84D1-B66E4F379ACE}" srcOrd="0" destOrd="0" presId="urn:microsoft.com/office/officeart/2008/layout/LinedList"/>
    <dgm:cxn modelId="{96A7199F-4DF7-4C92-9A96-B5AC014D9774}" srcId="{E8D1B473-F5AF-473D-9A02-417DB009D46F}" destId="{54AA9DF5-B60A-4EEC-BF3D-7CE602EA1185}" srcOrd="2" destOrd="0" parTransId="{9C5AA746-C8A4-4E7F-9018-61C6C50DB68A}" sibTransId="{3546B3AF-9D67-4D46-BD9C-C8335BB61FD7}"/>
    <dgm:cxn modelId="{7F39AAA9-AD01-4610-A946-39A5F59952F5}" srcId="{E8D1B473-F5AF-473D-9A02-417DB009D46F}" destId="{35EBC1F6-C9CE-4D3E-AF3E-5A7549998B12}" srcOrd="0" destOrd="0" parTransId="{864B5E17-F0C8-4059-9FAD-C3C2C782CB9D}" sibTransId="{818C8B7D-F275-4E4E-A39F-D4D632A7B20B}"/>
    <dgm:cxn modelId="{CB0A2DA2-E6BD-425B-AD3F-BB9D2F89752C}" type="presParOf" srcId="{AC933968-A58E-484B-9C3D-46C9976275F8}" destId="{7B450178-9414-4CB0-BF61-F36A8A1EE1CD}" srcOrd="0" destOrd="0" presId="urn:microsoft.com/office/officeart/2008/layout/LinedList"/>
    <dgm:cxn modelId="{7F895873-0A6B-496A-93B3-DBC1A1C5D9F2}" type="presParOf" srcId="{AC933968-A58E-484B-9C3D-46C9976275F8}" destId="{4C601EF3-218D-45B3-9605-A2A6678B24A1}" srcOrd="1" destOrd="0" presId="urn:microsoft.com/office/officeart/2008/layout/LinedList"/>
    <dgm:cxn modelId="{54D97941-FDCA-4537-866B-DDB307DB0D33}" type="presParOf" srcId="{4C601EF3-218D-45B3-9605-A2A6678B24A1}" destId="{6BDAC395-5E9D-4F5C-84D1-B66E4F379ACE}" srcOrd="0" destOrd="0" presId="urn:microsoft.com/office/officeart/2008/layout/LinedList"/>
    <dgm:cxn modelId="{8F7AEB26-1892-4A76-8202-621FB0804CBB}" type="presParOf" srcId="{4C601EF3-218D-45B3-9605-A2A6678B24A1}" destId="{0338D6E3-08E0-412B-BCED-5E72AA4BD2FD}" srcOrd="1" destOrd="0" presId="urn:microsoft.com/office/officeart/2008/layout/LinedList"/>
    <dgm:cxn modelId="{073B5C29-5420-4905-AB4D-8D030B639419}" type="presParOf" srcId="{AC933968-A58E-484B-9C3D-46C9976275F8}" destId="{A5DF773E-D1B0-4BAE-A984-38432AE62845}" srcOrd="2" destOrd="0" presId="urn:microsoft.com/office/officeart/2008/layout/LinedList"/>
    <dgm:cxn modelId="{52BF7C00-D995-45C3-93B2-13C0EDF91CB3}" type="presParOf" srcId="{AC933968-A58E-484B-9C3D-46C9976275F8}" destId="{08DA5D06-1365-4C49-90EE-321FEB17F38A}" srcOrd="3" destOrd="0" presId="urn:microsoft.com/office/officeart/2008/layout/LinedList"/>
    <dgm:cxn modelId="{9365A1CC-B493-42FD-A89E-049F471DB66F}" type="presParOf" srcId="{08DA5D06-1365-4C49-90EE-321FEB17F38A}" destId="{A88F95E3-22B5-42A7-B92D-C01A5BE62C90}" srcOrd="0" destOrd="0" presId="urn:microsoft.com/office/officeart/2008/layout/LinedList"/>
    <dgm:cxn modelId="{241FDC4D-B168-4D2C-A171-CA5C9306C08A}" type="presParOf" srcId="{08DA5D06-1365-4C49-90EE-321FEB17F38A}" destId="{85D2529B-C512-48AB-A6FD-768BEF127D07}" srcOrd="1" destOrd="0" presId="urn:microsoft.com/office/officeart/2008/layout/LinedList"/>
    <dgm:cxn modelId="{0B8203DD-BCD9-4B4D-965C-33F2B590E05F}" type="presParOf" srcId="{AC933968-A58E-484B-9C3D-46C9976275F8}" destId="{65FB1179-9DD4-434F-AA22-5F98BE6DF225}" srcOrd="4" destOrd="0" presId="urn:microsoft.com/office/officeart/2008/layout/LinedList"/>
    <dgm:cxn modelId="{E5CDE7FD-91BC-47F4-A6B3-91500F17373E}" type="presParOf" srcId="{AC933968-A58E-484B-9C3D-46C9976275F8}" destId="{02AD084C-7CFE-4FFB-8118-CCA508580017}" srcOrd="5" destOrd="0" presId="urn:microsoft.com/office/officeart/2008/layout/LinedList"/>
    <dgm:cxn modelId="{6A9AD75D-6389-4DB0-8031-662C9ED74746}" type="presParOf" srcId="{02AD084C-7CFE-4FFB-8118-CCA508580017}" destId="{6369BC0B-787B-4CEB-9FE0-B789DA836B12}" srcOrd="0" destOrd="0" presId="urn:microsoft.com/office/officeart/2008/layout/LinedList"/>
    <dgm:cxn modelId="{7EB44B45-0CB1-4FB5-9325-1D9D02451AAB}" type="presParOf" srcId="{02AD084C-7CFE-4FFB-8118-CCA508580017}" destId="{5DF2C1D8-0937-4A9E-9503-56C6BCC0127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7606506F-05F1-4DF9-BE7D-7BD965E75D14}" type="doc">
      <dgm:prSet loTypeId="urn:microsoft.com/office/officeart/2005/8/layout/defaul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39EB70C-7D70-4E49-A66D-442CDF2E13D9}">
      <dgm:prSet/>
      <dgm:spPr/>
      <dgm:t>
        <a:bodyPr/>
        <a:lstStyle/>
        <a:p>
          <a:r>
            <a:rPr lang="en-US"/>
            <a:t>Simplicity</a:t>
          </a:r>
        </a:p>
      </dgm:t>
    </dgm:pt>
    <dgm:pt modelId="{1CFDA550-AF9F-4EB5-B228-11361D178175}" type="parTrans" cxnId="{5DB5BCE3-7CDB-4129-B333-390C1D468861}">
      <dgm:prSet/>
      <dgm:spPr/>
      <dgm:t>
        <a:bodyPr/>
        <a:lstStyle/>
        <a:p>
          <a:endParaRPr lang="en-US"/>
        </a:p>
      </dgm:t>
    </dgm:pt>
    <dgm:pt modelId="{8CC53DBA-02DD-466A-A3D1-B0827128A0B6}" type="sibTrans" cxnId="{5DB5BCE3-7CDB-4129-B333-390C1D468861}">
      <dgm:prSet phldrT="1" phldr="0"/>
      <dgm:spPr/>
    </dgm:pt>
    <dgm:pt modelId="{6B6136A6-500A-4E42-B8F6-F3855F212AC9}">
      <dgm:prSet/>
      <dgm:spPr/>
      <dgm:t>
        <a:bodyPr/>
        <a:lstStyle/>
        <a:p>
          <a:r>
            <a:rPr lang="en-US"/>
            <a:t>Readability</a:t>
          </a:r>
        </a:p>
      </dgm:t>
    </dgm:pt>
    <dgm:pt modelId="{B8110A25-CA7B-49D3-B6FE-0404651BACF3}" type="parTrans" cxnId="{A41B9011-90DD-4A1A-AA20-A91A245C3A16}">
      <dgm:prSet/>
      <dgm:spPr/>
      <dgm:t>
        <a:bodyPr/>
        <a:lstStyle/>
        <a:p>
          <a:endParaRPr lang="en-US"/>
        </a:p>
      </dgm:t>
    </dgm:pt>
    <dgm:pt modelId="{E92AC5D5-B7CB-48A9-BD09-59EA5B3466EB}" type="sibTrans" cxnId="{A41B9011-90DD-4A1A-AA20-A91A245C3A16}">
      <dgm:prSet phldrT="2" phldr="0"/>
      <dgm:spPr/>
    </dgm:pt>
    <dgm:pt modelId="{FAB5E2F3-4582-42EB-BC90-80BC198090BA}">
      <dgm:prSet/>
      <dgm:spPr/>
      <dgm:t>
        <a:bodyPr/>
        <a:lstStyle/>
        <a:p>
          <a:r>
            <a:rPr lang="en-US"/>
            <a:t>Maintainability</a:t>
          </a:r>
        </a:p>
      </dgm:t>
    </dgm:pt>
    <dgm:pt modelId="{6C5318B6-CD95-4343-97F9-299500CF4753}" type="parTrans" cxnId="{82BF8361-D7AF-4F19-86C2-AC11B7323FD6}">
      <dgm:prSet/>
      <dgm:spPr/>
      <dgm:t>
        <a:bodyPr/>
        <a:lstStyle/>
        <a:p>
          <a:endParaRPr lang="en-US"/>
        </a:p>
      </dgm:t>
    </dgm:pt>
    <dgm:pt modelId="{22AD0712-1494-4986-A52F-9DCA92AA5717}" type="sibTrans" cxnId="{82BF8361-D7AF-4F19-86C2-AC11B7323FD6}">
      <dgm:prSet phldrT="3" phldr="0"/>
      <dgm:spPr/>
    </dgm:pt>
    <dgm:pt modelId="{EA881C5E-2CB1-41AA-93C2-52D9347D9B32}" type="pres">
      <dgm:prSet presAssocID="{7606506F-05F1-4DF9-BE7D-7BD965E75D14}" presName="diagram" presStyleCnt="0">
        <dgm:presLayoutVars>
          <dgm:dir/>
          <dgm:resizeHandles val="exact"/>
        </dgm:presLayoutVars>
      </dgm:prSet>
      <dgm:spPr/>
    </dgm:pt>
    <dgm:pt modelId="{B4DEA705-DFC6-4514-8FEA-1F51D91E7B8C}" type="pres">
      <dgm:prSet presAssocID="{739EB70C-7D70-4E49-A66D-442CDF2E13D9}" presName="node" presStyleLbl="node1" presStyleIdx="0" presStyleCnt="3">
        <dgm:presLayoutVars>
          <dgm:bulletEnabled val="1"/>
        </dgm:presLayoutVars>
      </dgm:prSet>
      <dgm:spPr/>
    </dgm:pt>
    <dgm:pt modelId="{C77677A7-9E4C-46AF-AE5C-136818E95FE2}" type="pres">
      <dgm:prSet presAssocID="{8CC53DBA-02DD-466A-A3D1-B0827128A0B6}" presName="sibTrans" presStyleCnt="0"/>
      <dgm:spPr/>
    </dgm:pt>
    <dgm:pt modelId="{FA80A7E4-4693-437D-9069-9EB443113661}" type="pres">
      <dgm:prSet presAssocID="{6B6136A6-500A-4E42-B8F6-F3855F212AC9}" presName="node" presStyleLbl="node1" presStyleIdx="1" presStyleCnt="3">
        <dgm:presLayoutVars>
          <dgm:bulletEnabled val="1"/>
        </dgm:presLayoutVars>
      </dgm:prSet>
      <dgm:spPr/>
    </dgm:pt>
    <dgm:pt modelId="{26A6DF1A-6DA4-4634-A9DD-5C34377D4CB2}" type="pres">
      <dgm:prSet presAssocID="{E92AC5D5-B7CB-48A9-BD09-59EA5B3466EB}" presName="sibTrans" presStyleCnt="0"/>
      <dgm:spPr/>
    </dgm:pt>
    <dgm:pt modelId="{562AD1FA-5AAB-4EA4-BD53-0D06048E0315}" type="pres">
      <dgm:prSet presAssocID="{FAB5E2F3-4582-42EB-BC90-80BC198090BA}" presName="node" presStyleLbl="node1" presStyleIdx="2" presStyleCnt="3">
        <dgm:presLayoutVars>
          <dgm:bulletEnabled val="1"/>
        </dgm:presLayoutVars>
      </dgm:prSet>
      <dgm:spPr/>
    </dgm:pt>
  </dgm:ptLst>
  <dgm:cxnLst>
    <dgm:cxn modelId="{A41B9011-90DD-4A1A-AA20-A91A245C3A16}" srcId="{7606506F-05F1-4DF9-BE7D-7BD965E75D14}" destId="{6B6136A6-500A-4E42-B8F6-F3855F212AC9}" srcOrd="1" destOrd="0" parTransId="{B8110A25-CA7B-49D3-B6FE-0404651BACF3}" sibTransId="{E92AC5D5-B7CB-48A9-BD09-59EA5B3466EB}"/>
    <dgm:cxn modelId="{82BF8361-D7AF-4F19-86C2-AC11B7323FD6}" srcId="{7606506F-05F1-4DF9-BE7D-7BD965E75D14}" destId="{FAB5E2F3-4582-42EB-BC90-80BC198090BA}" srcOrd="2" destOrd="0" parTransId="{6C5318B6-CD95-4343-97F9-299500CF4753}" sibTransId="{22AD0712-1494-4986-A52F-9DCA92AA5717}"/>
    <dgm:cxn modelId="{FA0D9765-5265-44D0-AB72-F3551D3D2D35}" type="presOf" srcId="{6B6136A6-500A-4E42-B8F6-F3855F212AC9}" destId="{FA80A7E4-4693-437D-9069-9EB443113661}" srcOrd="0" destOrd="0" presId="urn:microsoft.com/office/officeart/2005/8/layout/default"/>
    <dgm:cxn modelId="{1C8DA572-CFC9-466C-A384-73AA504D6322}" type="presOf" srcId="{739EB70C-7D70-4E49-A66D-442CDF2E13D9}" destId="{B4DEA705-DFC6-4514-8FEA-1F51D91E7B8C}" srcOrd="0" destOrd="0" presId="urn:microsoft.com/office/officeart/2005/8/layout/default"/>
    <dgm:cxn modelId="{D78D5977-6F7B-4C5B-8AEB-28855EDB75DE}" type="presOf" srcId="{7606506F-05F1-4DF9-BE7D-7BD965E75D14}" destId="{EA881C5E-2CB1-41AA-93C2-52D9347D9B32}" srcOrd="0" destOrd="0" presId="urn:microsoft.com/office/officeart/2005/8/layout/default"/>
    <dgm:cxn modelId="{8F794ECF-77C7-4F0C-9FD6-5766ACA20E01}" type="presOf" srcId="{FAB5E2F3-4582-42EB-BC90-80BC198090BA}" destId="{562AD1FA-5AAB-4EA4-BD53-0D06048E0315}" srcOrd="0" destOrd="0" presId="urn:microsoft.com/office/officeart/2005/8/layout/default"/>
    <dgm:cxn modelId="{5DB5BCE3-7CDB-4129-B333-390C1D468861}" srcId="{7606506F-05F1-4DF9-BE7D-7BD965E75D14}" destId="{739EB70C-7D70-4E49-A66D-442CDF2E13D9}" srcOrd="0" destOrd="0" parTransId="{1CFDA550-AF9F-4EB5-B228-11361D178175}" sibTransId="{8CC53DBA-02DD-466A-A3D1-B0827128A0B6}"/>
    <dgm:cxn modelId="{8B304CA0-2682-4C64-B50E-026EA1F9DFE1}" type="presParOf" srcId="{EA881C5E-2CB1-41AA-93C2-52D9347D9B32}" destId="{B4DEA705-DFC6-4514-8FEA-1F51D91E7B8C}" srcOrd="0" destOrd="0" presId="urn:microsoft.com/office/officeart/2005/8/layout/default"/>
    <dgm:cxn modelId="{2821575D-B4AD-4C9E-B5E7-911515780387}" type="presParOf" srcId="{EA881C5E-2CB1-41AA-93C2-52D9347D9B32}" destId="{C77677A7-9E4C-46AF-AE5C-136818E95FE2}" srcOrd="1" destOrd="0" presId="urn:microsoft.com/office/officeart/2005/8/layout/default"/>
    <dgm:cxn modelId="{7EB6A30D-7C5F-4EF6-A921-D917DE71E2AD}" type="presParOf" srcId="{EA881C5E-2CB1-41AA-93C2-52D9347D9B32}" destId="{FA80A7E4-4693-437D-9069-9EB443113661}" srcOrd="2" destOrd="0" presId="urn:microsoft.com/office/officeart/2005/8/layout/default"/>
    <dgm:cxn modelId="{7F6282BC-9AB8-474C-A86B-58C320A69D24}" type="presParOf" srcId="{EA881C5E-2CB1-41AA-93C2-52D9347D9B32}" destId="{26A6DF1A-6DA4-4634-A9DD-5C34377D4CB2}" srcOrd="3" destOrd="0" presId="urn:microsoft.com/office/officeart/2005/8/layout/default"/>
    <dgm:cxn modelId="{4C57D47F-E1E9-4085-BC96-76FFD14DC343}" type="presParOf" srcId="{EA881C5E-2CB1-41AA-93C2-52D9347D9B32}" destId="{562AD1FA-5AAB-4EA4-BD53-0D06048E0315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D870C57-7ADF-4ADA-A8C8-8067E4E1AA9C}">
      <dsp:nvSpPr>
        <dsp:cNvPr id="0" name=""/>
        <dsp:cNvSpPr/>
      </dsp:nvSpPr>
      <dsp:spPr>
        <a:xfrm>
          <a:off x="4531320" y="2733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Objective</a:t>
          </a:r>
        </a:p>
      </dsp:txBody>
      <dsp:txXfrm>
        <a:off x="4549831" y="21244"/>
        <a:ext cx="5060713" cy="342172"/>
      </dsp:txXfrm>
    </dsp:sp>
    <dsp:sp modelId="{633C4CDB-68EC-42E6-B16A-F56E8CD12621}">
      <dsp:nvSpPr>
        <dsp:cNvPr id="0" name=""/>
        <dsp:cNvSpPr/>
      </dsp:nvSpPr>
      <dsp:spPr>
        <a:xfrm>
          <a:off x="4531320" y="400887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430513"/>
                <a:satOff val="2246"/>
                <a:lumOff val="-64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30513"/>
                <a:satOff val="2246"/>
                <a:lumOff val="-64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30513"/>
                <a:satOff val="2246"/>
                <a:lumOff val="-64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The Problem</a:t>
          </a:r>
        </a:p>
      </dsp:txBody>
      <dsp:txXfrm>
        <a:off x="4549831" y="419398"/>
        <a:ext cx="5060713" cy="342172"/>
      </dsp:txXfrm>
    </dsp:sp>
    <dsp:sp modelId="{6588EB65-C784-423D-AE18-E3CF6265C1D6}">
      <dsp:nvSpPr>
        <dsp:cNvPr id="0" name=""/>
        <dsp:cNvSpPr/>
      </dsp:nvSpPr>
      <dsp:spPr>
        <a:xfrm>
          <a:off x="4531320" y="799042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861025"/>
                <a:satOff val="4492"/>
                <a:lumOff val="-128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861025"/>
                <a:satOff val="4492"/>
                <a:lumOff val="-128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861025"/>
                <a:satOff val="4492"/>
                <a:lumOff val="-128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Requirements</a:t>
          </a:r>
        </a:p>
      </dsp:txBody>
      <dsp:txXfrm>
        <a:off x="4549831" y="817553"/>
        <a:ext cx="5060713" cy="342172"/>
      </dsp:txXfrm>
    </dsp:sp>
    <dsp:sp modelId="{70189A93-22F1-4B00-BD68-876AE5271AAE}">
      <dsp:nvSpPr>
        <dsp:cNvPr id="0" name=""/>
        <dsp:cNvSpPr/>
      </dsp:nvSpPr>
      <dsp:spPr>
        <a:xfrm>
          <a:off x="4531320" y="1197196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1291538"/>
                <a:satOff val="6738"/>
                <a:lumOff val="-192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291538"/>
                <a:satOff val="6738"/>
                <a:lumOff val="-192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291538"/>
                <a:satOff val="6738"/>
                <a:lumOff val="-192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Design Decisions</a:t>
          </a:r>
        </a:p>
      </dsp:txBody>
      <dsp:txXfrm>
        <a:off x="4549831" y="1215707"/>
        <a:ext cx="5060713" cy="342172"/>
      </dsp:txXfrm>
    </dsp:sp>
    <dsp:sp modelId="{EE701881-66BD-4374-B4D0-2A2095722C05}">
      <dsp:nvSpPr>
        <dsp:cNvPr id="0" name=""/>
        <dsp:cNvSpPr/>
      </dsp:nvSpPr>
      <dsp:spPr>
        <a:xfrm>
          <a:off x="4531320" y="1595350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1722050"/>
                <a:satOff val="8984"/>
                <a:lumOff val="-2567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722050"/>
                <a:satOff val="8984"/>
                <a:lumOff val="-2567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722050"/>
                <a:satOff val="8984"/>
                <a:lumOff val="-2567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Design</a:t>
          </a:r>
        </a:p>
      </dsp:txBody>
      <dsp:txXfrm>
        <a:off x="4549831" y="1613861"/>
        <a:ext cx="5060713" cy="342172"/>
      </dsp:txXfrm>
    </dsp:sp>
    <dsp:sp modelId="{356775C3-4D34-450A-8B44-7D86E93032A5}">
      <dsp:nvSpPr>
        <dsp:cNvPr id="0" name=""/>
        <dsp:cNvSpPr/>
      </dsp:nvSpPr>
      <dsp:spPr>
        <a:xfrm>
          <a:off x="4531320" y="1993505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2152563"/>
                <a:satOff val="11230"/>
                <a:lumOff val="-320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152563"/>
                <a:satOff val="11230"/>
                <a:lumOff val="-320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152563"/>
                <a:satOff val="11230"/>
                <a:lumOff val="-320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Implementation</a:t>
          </a:r>
        </a:p>
      </dsp:txBody>
      <dsp:txXfrm>
        <a:off x="4549831" y="2012016"/>
        <a:ext cx="5060713" cy="342172"/>
      </dsp:txXfrm>
    </dsp:sp>
    <dsp:sp modelId="{D22C1773-3F60-41BD-805D-C07FE4D5F633}">
      <dsp:nvSpPr>
        <dsp:cNvPr id="0" name=""/>
        <dsp:cNvSpPr/>
      </dsp:nvSpPr>
      <dsp:spPr>
        <a:xfrm>
          <a:off x="4531320" y="2391659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2583075"/>
                <a:satOff val="13477"/>
                <a:lumOff val="-385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583075"/>
                <a:satOff val="13477"/>
                <a:lumOff val="-385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583075"/>
                <a:satOff val="13477"/>
                <a:lumOff val="-385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Dependencies</a:t>
          </a:r>
        </a:p>
      </dsp:txBody>
      <dsp:txXfrm>
        <a:off x="4549831" y="2410170"/>
        <a:ext cx="5060713" cy="342172"/>
      </dsp:txXfrm>
    </dsp:sp>
    <dsp:sp modelId="{18232ADC-C076-49B0-9CD3-41278FA6D915}">
      <dsp:nvSpPr>
        <dsp:cNvPr id="0" name=""/>
        <dsp:cNvSpPr/>
      </dsp:nvSpPr>
      <dsp:spPr>
        <a:xfrm>
          <a:off x="4531320" y="2789813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3013588"/>
                <a:satOff val="15723"/>
                <a:lumOff val="-4491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013588"/>
                <a:satOff val="15723"/>
                <a:lumOff val="-4491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013588"/>
                <a:satOff val="15723"/>
                <a:lumOff val="-4491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Demo</a:t>
          </a:r>
        </a:p>
      </dsp:txBody>
      <dsp:txXfrm>
        <a:off x="4549831" y="2808324"/>
        <a:ext cx="5060713" cy="342172"/>
      </dsp:txXfrm>
    </dsp:sp>
    <dsp:sp modelId="{C2175BCC-CBB7-4BF3-9511-2D8C3F0FE10F}">
      <dsp:nvSpPr>
        <dsp:cNvPr id="0" name=""/>
        <dsp:cNvSpPr/>
      </dsp:nvSpPr>
      <dsp:spPr>
        <a:xfrm>
          <a:off x="4531320" y="3187968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3444101"/>
                <a:satOff val="17969"/>
                <a:lumOff val="-513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444101"/>
                <a:satOff val="17969"/>
                <a:lumOff val="-513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444101"/>
                <a:satOff val="17969"/>
                <a:lumOff val="-513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Testing</a:t>
          </a:r>
        </a:p>
      </dsp:txBody>
      <dsp:txXfrm>
        <a:off x="4549831" y="3206479"/>
        <a:ext cx="5060713" cy="342172"/>
      </dsp:txXfrm>
    </dsp:sp>
    <dsp:sp modelId="{1A5ED826-5D00-4CB2-87B5-BEC5EC62E772}">
      <dsp:nvSpPr>
        <dsp:cNvPr id="0" name=""/>
        <dsp:cNvSpPr/>
      </dsp:nvSpPr>
      <dsp:spPr>
        <a:xfrm>
          <a:off x="4531320" y="3586122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3874613"/>
                <a:satOff val="20215"/>
                <a:lumOff val="-577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874613"/>
                <a:satOff val="20215"/>
                <a:lumOff val="-577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874613"/>
                <a:satOff val="20215"/>
                <a:lumOff val="-577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Maintainability</a:t>
          </a:r>
        </a:p>
      </dsp:txBody>
      <dsp:txXfrm>
        <a:off x="4549831" y="3604633"/>
        <a:ext cx="5060713" cy="342172"/>
      </dsp:txXfrm>
    </dsp:sp>
    <dsp:sp modelId="{9A56D476-57EC-4DAE-8286-533FD3497850}">
      <dsp:nvSpPr>
        <dsp:cNvPr id="0" name=""/>
        <dsp:cNvSpPr/>
      </dsp:nvSpPr>
      <dsp:spPr>
        <a:xfrm>
          <a:off x="4531320" y="3984276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4305126"/>
                <a:satOff val="22461"/>
                <a:lumOff val="-641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305126"/>
                <a:satOff val="22461"/>
                <a:lumOff val="-641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305126"/>
                <a:satOff val="22461"/>
                <a:lumOff val="-641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Achieved Goals</a:t>
          </a:r>
        </a:p>
      </dsp:txBody>
      <dsp:txXfrm>
        <a:off x="4549831" y="4002787"/>
        <a:ext cx="5060713" cy="342172"/>
      </dsp:txXfrm>
    </dsp:sp>
    <dsp:sp modelId="{DD9B7236-1E08-409A-9F65-F940323D19C0}">
      <dsp:nvSpPr>
        <dsp:cNvPr id="0" name=""/>
        <dsp:cNvSpPr/>
      </dsp:nvSpPr>
      <dsp:spPr>
        <a:xfrm>
          <a:off x="4531320" y="4382430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Conclusion</a:t>
          </a:r>
        </a:p>
      </dsp:txBody>
      <dsp:txXfrm>
        <a:off x="4549831" y="4400941"/>
        <a:ext cx="5060713" cy="34217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2191D1-6D80-409C-8DD3-C5355BCA161E}">
      <dsp:nvSpPr>
        <dsp:cNvPr id="0" name=""/>
        <dsp:cNvSpPr/>
      </dsp:nvSpPr>
      <dsp:spPr>
        <a:xfrm>
          <a:off x="1194" y="0"/>
          <a:ext cx="4657797" cy="34162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140" tIns="330200" rIns="363140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>
              <a:latin typeface="Calibri Light"/>
              <a:cs typeface="Calibri Light"/>
            </a:rPr>
            <a:t>Java is used as the language to create the functionality.</a:t>
          </a:r>
          <a:endParaRPr lang="en-US" sz="2600" kern="1200">
            <a:latin typeface="Calibri Light"/>
            <a:cs typeface="Calibri Light"/>
          </a:endParaRPr>
        </a:p>
      </dsp:txBody>
      <dsp:txXfrm>
        <a:off x="1194" y="1298157"/>
        <a:ext cx="4657797" cy="2049723"/>
      </dsp:txXfrm>
    </dsp:sp>
    <dsp:sp modelId="{597195F3-8CB3-4811-882F-FE6D6334DA6A}">
      <dsp:nvSpPr>
        <dsp:cNvPr id="0" name=""/>
        <dsp:cNvSpPr/>
      </dsp:nvSpPr>
      <dsp:spPr>
        <a:xfrm>
          <a:off x="1817662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967749" y="491707"/>
        <a:ext cx="724687" cy="724687"/>
      </dsp:txXfrm>
    </dsp:sp>
    <dsp:sp modelId="{A1922B38-34AD-4EB6-B9CC-FE8971C3AAC2}">
      <dsp:nvSpPr>
        <dsp:cNvPr id="0" name=""/>
        <dsp:cNvSpPr/>
      </dsp:nvSpPr>
      <dsp:spPr>
        <a:xfrm>
          <a:off x="1194" y="3416133"/>
          <a:ext cx="4657797" cy="72"/>
        </a:xfrm>
        <a:prstGeom prst="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578546"/>
              <a:satOff val="8236"/>
              <a:lumOff val="-2353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57FC83B-2369-4F8B-9C52-B676CFE5B04C}">
      <dsp:nvSpPr>
        <dsp:cNvPr id="0" name=""/>
        <dsp:cNvSpPr/>
      </dsp:nvSpPr>
      <dsp:spPr>
        <a:xfrm>
          <a:off x="5124771" y="0"/>
          <a:ext cx="4657797" cy="3416205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140" tIns="330200" rIns="363140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>
              <a:latin typeface="Calibri Light"/>
              <a:cs typeface="Calibri Light"/>
            </a:rPr>
            <a:t>Only freely distributed, open-source dependencies are used. </a:t>
          </a:r>
          <a:endParaRPr lang="en-US" sz="2600" kern="1200">
            <a:latin typeface="Calibri Light"/>
            <a:cs typeface="Calibri Light"/>
          </a:endParaRPr>
        </a:p>
      </dsp:txBody>
      <dsp:txXfrm>
        <a:off x="5124771" y="1298157"/>
        <a:ext cx="4657797" cy="2049723"/>
      </dsp:txXfrm>
    </dsp:sp>
    <dsp:sp modelId="{27F42628-A9E3-444D-91AB-F8D40662D298}">
      <dsp:nvSpPr>
        <dsp:cNvPr id="0" name=""/>
        <dsp:cNvSpPr/>
      </dsp:nvSpPr>
      <dsp:spPr>
        <a:xfrm>
          <a:off x="6941239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157092"/>
              <a:satOff val="16471"/>
              <a:lumOff val="-470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7091326" y="491707"/>
        <a:ext cx="724687" cy="724687"/>
      </dsp:txXfrm>
    </dsp:sp>
    <dsp:sp modelId="{5CD7EB34-BB3F-4D6C-B97C-E64F78A6C3B5}">
      <dsp:nvSpPr>
        <dsp:cNvPr id="0" name=""/>
        <dsp:cNvSpPr/>
      </dsp:nvSpPr>
      <dsp:spPr>
        <a:xfrm>
          <a:off x="5124771" y="3416133"/>
          <a:ext cx="4657797" cy="72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69120F-1E05-42E6-A610-BD48279A0F66}">
      <dsp:nvSpPr>
        <dsp:cNvPr id="0" name=""/>
        <dsp:cNvSpPr/>
      </dsp:nvSpPr>
      <dsp:spPr>
        <a:xfrm>
          <a:off x="0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Intellij IDEA IDE</a:t>
          </a:r>
        </a:p>
      </dsp:txBody>
      <dsp:txXfrm>
        <a:off x="0" y="1298157"/>
        <a:ext cx="3057425" cy="2049723"/>
      </dsp:txXfrm>
    </dsp:sp>
    <dsp:sp modelId="{9125B8CB-13B2-402B-9231-DDC610FF1139}">
      <dsp:nvSpPr>
        <dsp:cNvPr id="0" name=""/>
        <dsp:cNvSpPr/>
      </dsp:nvSpPr>
      <dsp:spPr>
        <a:xfrm>
          <a:off x="1016282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166369" y="491707"/>
        <a:ext cx="724687" cy="724687"/>
      </dsp:txXfrm>
    </dsp:sp>
    <dsp:sp modelId="{2C6FFCC4-FB97-4C0D-84E8-2722192A5E8F}">
      <dsp:nvSpPr>
        <dsp:cNvPr id="0" name=""/>
        <dsp:cNvSpPr/>
      </dsp:nvSpPr>
      <dsp:spPr>
        <a:xfrm>
          <a:off x="0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947128"/>
                <a:satOff val="4941"/>
                <a:lumOff val="-141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947128"/>
                <a:satOff val="4941"/>
                <a:lumOff val="-141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947128"/>
                <a:satOff val="4941"/>
                <a:lumOff val="-141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947128"/>
              <a:satOff val="4941"/>
              <a:lumOff val="-1412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A2D977C-D6B3-464A-97F1-DF3FDA6A2E39}">
      <dsp:nvSpPr>
        <dsp:cNvPr id="0" name=""/>
        <dsp:cNvSpPr/>
      </dsp:nvSpPr>
      <dsp:spPr>
        <a:xfrm>
          <a:off x="3363168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Github used for version control</a:t>
          </a:r>
        </a:p>
      </dsp:txBody>
      <dsp:txXfrm>
        <a:off x="3363168" y="1298157"/>
        <a:ext cx="3057425" cy="2049723"/>
      </dsp:txXfrm>
    </dsp:sp>
    <dsp:sp modelId="{5AE3BE9A-4EC7-45F6-AEFA-9D31E36A7278}">
      <dsp:nvSpPr>
        <dsp:cNvPr id="0" name=""/>
        <dsp:cNvSpPr/>
      </dsp:nvSpPr>
      <dsp:spPr>
        <a:xfrm>
          <a:off x="4379450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1894255"/>
                <a:satOff val="9883"/>
                <a:lumOff val="-282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894255"/>
                <a:satOff val="9883"/>
                <a:lumOff val="-282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894255"/>
                <a:satOff val="9883"/>
                <a:lumOff val="-282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894255"/>
              <a:satOff val="9883"/>
              <a:lumOff val="-2823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4529537" y="491707"/>
        <a:ext cx="724687" cy="724687"/>
      </dsp:txXfrm>
    </dsp:sp>
    <dsp:sp modelId="{33F60D37-6698-4EC7-85BD-05040EA7977C}">
      <dsp:nvSpPr>
        <dsp:cNvPr id="0" name=""/>
        <dsp:cNvSpPr/>
      </dsp:nvSpPr>
      <dsp:spPr>
        <a:xfrm>
          <a:off x="3363168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2841383"/>
                <a:satOff val="14824"/>
                <a:lumOff val="-423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841383"/>
                <a:satOff val="14824"/>
                <a:lumOff val="-423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841383"/>
                <a:satOff val="14824"/>
                <a:lumOff val="-423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841383"/>
              <a:satOff val="14824"/>
              <a:lumOff val="-423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61EA95A-D553-4606-9EB2-C2AD26934FB6}">
      <dsp:nvSpPr>
        <dsp:cNvPr id="0" name=""/>
        <dsp:cNvSpPr/>
      </dsp:nvSpPr>
      <dsp:spPr>
        <a:xfrm>
          <a:off x="6726337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Maven for building and testing tool</a:t>
          </a:r>
        </a:p>
      </dsp:txBody>
      <dsp:txXfrm>
        <a:off x="6726337" y="1298157"/>
        <a:ext cx="3057425" cy="2049723"/>
      </dsp:txXfrm>
    </dsp:sp>
    <dsp:sp modelId="{986096A8-28E9-431E-AA16-BDE49059006D}">
      <dsp:nvSpPr>
        <dsp:cNvPr id="0" name=""/>
        <dsp:cNvSpPr/>
      </dsp:nvSpPr>
      <dsp:spPr>
        <a:xfrm>
          <a:off x="7742619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3788511"/>
                <a:satOff val="19766"/>
                <a:lumOff val="-564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788511"/>
                <a:satOff val="19766"/>
                <a:lumOff val="-564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788511"/>
                <a:satOff val="19766"/>
                <a:lumOff val="-564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788511"/>
              <a:satOff val="19766"/>
              <a:lumOff val="-5646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7892706" y="491707"/>
        <a:ext cx="724687" cy="724687"/>
      </dsp:txXfrm>
    </dsp:sp>
    <dsp:sp modelId="{6E74E5CC-C196-476E-8348-7C03C1004B93}">
      <dsp:nvSpPr>
        <dsp:cNvPr id="0" name=""/>
        <dsp:cNvSpPr/>
      </dsp:nvSpPr>
      <dsp:spPr>
        <a:xfrm>
          <a:off x="6726337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2FD602-6992-490D-8424-29A694C2BCA3}">
      <dsp:nvSpPr>
        <dsp:cNvPr id="0" name=""/>
        <dsp:cNvSpPr/>
      </dsp:nvSpPr>
      <dsp:spPr>
        <a:xfrm>
          <a:off x="1194" y="310763"/>
          <a:ext cx="4657797" cy="2794678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/>
            <a:t> Build automation tool</a:t>
          </a:r>
        </a:p>
      </dsp:txBody>
      <dsp:txXfrm>
        <a:off x="1194" y="310763"/>
        <a:ext cx="4657797" cy="2794678"/>
      </dsp:txXfrm>
    </dsp:sp>
    <dsp:sp modelId="{B64C096F-9544-49B5-8B76-40DCCF61827C}">
      <dsp:nvSpPr>
        <dsp:cNvPr id="0" name=""/>
        <dsp:cNvSpPr/>
      </dsp:nvSpPr>
      <dsp:spPr>
        <a:xfrm>
          <a:off x="5124771" y="310763"/>
          <a:ext cx="4657797" cy="2794678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/>
            <a:t>Dependency manager</a:t>
          </a:r>
        </a:p>
      </dsp:txBody>
      <dsp:txXfrm>
        <a:off x="5124771" y="310763"/>
        <a:ext cx="4657797" cy="279467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5C987C-D8CE-4332-BA7D-8983D89FA10F}">
      <dsp:nvSpPr>
        <dsp:cNvPr id="0" name=""/>
        <dsp:cNvSpPr/>
      </dsp:nvSpPr>
      <dsp:spPr>
        <a:xfrm>
          <a:off x="0" y="417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F40A18C-9C61-4D54-BB9F-FE89015E4786}">
      <dsp:nvSpPr>
        <dsp:cNvPr id="0" name=""/>
        <dsp:cNvSpPr/>
      </dsp:nvSpPr>
      <dsp:spPr>
        <a:xfrm>
          <a:off x="0" y="417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Pre-processing</a:t>
          </a:r>
          <a:endParaRPr lang="en-US" sz="3100" kern="1200"/>
        </a:p>
      </dsp:txBody>
      <dsp:txXfrm>
        <a:off x="0" y="417"/>
        <a:ext cx="9783763" cy="683074"/>
      </dsp:txXfrm>
    </dsp:sp>
    <dsp:sp modelId="{11DD5ED6-9BB8-447E-8556-157E784CD8AF}">
      <dsp:nvSpPr>
        <dsp:cNvPr id="0" name=""/>
        <dsp:cNvSpPr/>
      </dsp:nvSpPr>
      <dsp:spPr>
        <a:xfrm>
          <a:off x="0" y="683491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1183910"/>
                <a:satOff val="6177"/>
                <a:lumOff val="-176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183910"/>
                <a:satOff val="6177"/>
                <a:lumOff val="-176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183910"/>
                <a:satOff val="6177"/>
                <a:lumOff val="-176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183910"/>
              <a:satOff val="6177"/>
              <a:lumOff val="-176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FBA3326-E388-4201-9561-6C28C521A61B}">
      <dsp:nvSpPr>
        <dsp:cNvPr id="0" name=""/>
        <dsp:cNvSpPr/>
      </dsp:nvSpPr>
      <dsp:spPr>
        <a:xfrm>
          <a:off x="0" y="683491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Indexing</a:t>
          </a:r>
          <a:endParaRPr lang="en-US" sz="3100" kern="1200"/>
        </a:p>
      </dsp:txBody>
      <dsp:txXfrm>
        <a:off x="0" y="683491"/>
        <a:ext cx="9783763" cy="683074"/>
      </dsp:txXfrm>
    </dsp:sp>
    <dsp:sp modelId="{EACD4E7D-D4AC-4EF7-BD19-BC7258C20134}">
      <dsp:nvSpPr>
        <dsp:cNvPr id="0" name=""/>
        <dsp:cNvSpPr/>
      </dsp:nvSpPr>
      <dsp:spPr>
        <a:xfrm>
          <a:off x="0" y="1366565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B1F658D-09D9-4683-8D76-50174549155A}">
      <dsp:nvSpPr>
        <dsp:cNvPr id="0" name=""/>
        <dsp:cNvSpPr/>
      </dsp:nvSpPr>
      <dsp:spPr>
        <a:xfrm>
          <a:off x="0" y="1366565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Record pair comparison</a:t>
          </a:r>
          <a:endParaRPr lang="en-US" sz="3100" kern="1200"/>
        </a:p>
      </dsp:txBody>
      <dsp:txXfrm>
        <a:off x="0" y="1366565"/>
        <a:ext cx="9783763" cy="683074"/>
      </dsp:txXfrm>
    </dsp:sp>
    <dsp:sp modelId="{43B8489A-53E0-4BE7-A7F4-17D913E34C3D}">
      <dsp:nvSpPr>
        <dsp:cNvPr id="0" name=""/>
        <dsp:cNvSpPr/>
      </dsp:nvSpPr>
      <dsp:spPr>
        <a:xfrm>
          <a:off x="0" y="2049639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3551729"/>
                <a:satOff val="18530"/>
                <a:lumOff val="-5294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551729"/>
                <a:satOff val="18530"/>
                <a:lumOff val="-5294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551729"/>
                <a:satOff val="18530"/>
                <a:lumOff val="-5294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551729"/>
              <a:satOff val="18530"/>
              <a:lumOff val="-5294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B9D3582-217B-4127-B7D7-D3EB58FF463E}">
      <dsp:nvSpPr>
        <dsp:cNvPr id="0" name=""/>
        <dsp:cNvSpPr/>
      </dsp:nvSpPr>
      <dsp:spPr>
        <a:xfrm>
          <a:off x="0" y="2049639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Classification</a:t>
          </a:r>
          <a:endParaRPr lang="en-US" sz="3100" kern="1200"/>
        </a:p>
      </dsp:txBody>
      <dsp:txXfrm>
        <a:off x="0" y="2049639"/>
        <a:ext cx="9783763" cy="683074"/>
      </dsp:txXfrm>
    </dsp:sp>
    <dsp:sp modelId="{17BF2038-1D1F-4B6C-9D88-0E9961FF9C31}">
      <dsp:nvSpPr>
        <dsp:cNvPr id="0" name=""/>
        <dsp:cNvSpPr/>
      </dsp:nvSpPr>
      <dsp:spPr>
        <a:xfrm>
          <a:off x="0" y="2732713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EBC6428-097E-4D3A-A1AB-135F884857CF}">
      <dsp:nvSpPr>
        <dsp:cNvPr id="0" name=""/>
        <dsp:cNvSpPr/>
      </dsp:nvSpPr>
      <dsp:spPr>
        <a:xfrm>
          <a:off x="0" y="2732713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Evaluation</a:t>
          </a:r>
          <a:endParaRPr lang="en-US" sz="3100" kern="1200"/>
        </a:p>
      </dsp:txBody>
      <dsp:txXfrm>
        <a:off x="0" y="2732713"/>
        <a:ext cx="9783763" cy="68307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406326-FBB7-404D-9842-5E50458CA793}">
      <dsp:nvSpPr>
        <dsp:cNvPr id="0" name=""/>
        <dsp:cNvSpPr/>
      </dsp:nvSpPr>
      <dsp:spPr>
        <a:xfrm>
          <a:off x="3952" y="215346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Remove</a:t>
          </a:r>
        </a:p>
      </dsp:txBody>
      <dsp:txXfrm>
        <a:off x="3952" y="215346"/>
        <a:ext cx="2376667" cy="576000"/>
      </dsp:txXfrm>
    </dsp:sp>
    <dsp:sp modelId="{F9C3E665-B8BB-4E61-BAC8-B3A52C325D35}">
      <dsp:nvSpPr>
        <dsp:cNvPr id="0" name=""/>
        <dsp:cNvSpPr/>
      </dsp:nvSpPr>
      <dsp:spPr>
        <a:xfrm>
          <a:off x="3952" y="791346"/>
          <a:ext cx="2376667" cy="30333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Unwanted characters 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Punctuation, tabs, new lines</a:t>
          </a:r>
        </a:p>
      </dsp:txBody>
      <dsp:txXfrm>
        <a:off x="3952" y="791346"/>
        <a:ext cx="2376667" cy="3033305"/>
      </dsp:txXfrm>
    </dsp:sp>
    <dsp:sp modelId="{F42C6B58-D9EE-448A-948D-50CDFC4BDCA9}">
      <dsp:nvSpPr>
        <dsp:cNvPr id="0" name=""/>
        <dsp:cNvSpPr/>
      </dsp:nvSpPr>
      <dsp:spPr>
        <a:xfrm>
          <a:off x="2713353" y="215346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578546"/>
              <a:satOff val="8236"/>
              <a:lumOff val="-2353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Trim</a:t>
          </a:r>
        </a:p>
      </dsp:txBody>
      <dsp:txXfrm>
        <a:off x="2713353" y="215346"/>
        <a:ext cx="2376667" cy="576000"/>
      </dsp:txXfrm>
    </dsp:sp>
    <dsp:sp modelId="{AD9DE300-977E-4F8C-9E3C-5D6C98F0CBE0}">
      <dsp:nvSpPr>
        <dsp:cNvPr id="0" name=""/>
        <dsp:cNvSpPr/>
      </dsp:nvSpPr>
      <dsp:spPr>
        <a:xfrm>
          <a:off x="2713353" y="791346"/>
          <a:ext cx="2376667" cy="3033305"/>
        </a:xfrm>
        <a:prstGeom prst="rect">
          <a:avLst/>
        </a:prstGeom>
        <a:solidFill>
          <a:schemeClr val="accent2">
            <a:tint val="40000"/>
            <a:alpha val="90000"/>
            <a:hueOff val="1122955"/>
            <a:satOff val="-665"/>
            <a:lumOff val="-16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122955"/>
              <a:satOff val="-665"/>
              <a:lumOff val="-161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All unnecessary whitespace</a:t>
          </a:r>
        </a:p>
      </dsp:txBody>
      <dsp:txXfrm>
        <a:off x="2713353" y="791346"/>
        <a:ext cx="2376667" cy="3033305"/>
      </dsp:txXfrm>
    </dsp:sp>
    <dsp:sp modelId="{A9488153-CE7A-4FE3-887C-2CFC8E597351}">
      <dsp:nvSpPr>
        <dsp:cNvPr id="0" name=""/>
        <dsp:cNvSpPr/>
      </dsp:nvSpPr>
      <dsp:spPr>
        <a:xfrm>
          <a:off x="5422754" y="215346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157092"/>
              <a:satOff val="16471"/>
              <a:lumOff val="-4705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Combine</a:t>
          </a:r>
        </a:p>
      </dsp:txBody>
      <dsp:txXfrm>
        <a:off x="5422754" y="215346"/>
        <a:ext cx="2376667" cy="576000"/>
      </dsp:txXfrm>
    </dsp:sp>
    <dsp:sp modelId="{CE2966C5-A7A0-404F-8C3A-2B9C75C5BC41}">
      <dsp:nvSpPr>
        <dsp:cNvPr id="0" name=""/>
        <dsp:cNvSpPr/>
      </dsp:nvSpPr>
      <dsp:spPr>
        <a:xfrm>
          <a:off x="5422754" y="791346"/>
          <a:ext cx="2376667" cy="3033305"/>
        </a:xfrm>
        <a:prstGeom prst="rect">
          <a:avLst/>
        </a:prstGeom>
        <a:solidFill>
          <a:schemeClr val="accent2">
            <a:tint val="40000"/>
            <a:alpha val="90000"/>
            <a:hueOff val="2245909"/>
            <a:satOff val="-1331"/>
            <a:lumOff val="-32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245909"/>
              <a:satOff val="-1331"/>
              <a:lumOff val="-321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Related fields into a single field 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Ex. </a:t>
          </a:r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Address_1 &amp; Address_2 </a:t>
          </a:r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/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Address</a:t>
          </a:r>
        </a:p>
      </dsp:txBody>
      <dsp:txXfrm>
        <a:off x="5422754" y="791346"/>
        <a:ext cx="2376667" cy="3033305"/>
      </dsp:txXfrm>
    </dsp:sp>
    <dsp:sp modelId="{C002646F-ED7E-4E38-BE1B-E290CE09F2CD}">
      <dsp:nvSpPr>
        <dsp:cNvPr id="0" name=""/>
        <dsp:cNvSpPr/>
      </dsp:nvSpPr>
      <dsp:spPr>
        <a:xfrm>
          <a:off x="8132155" y="215346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Standardize</a:t>
          </a:r>
        </a:p>
      </dsp:txBody>
      <dsp:txXfrm>
        <a:off x="8132155" y="215346"/>
        <a:ext cx="2376667" cy="576000"/>
      </dsp:txXfrm>
    </dsp:sp>
    <dsp:sp modelId="{F6A86B51-9EDB-46C6-9470-D3F22EDEADA5}">
      <dsp:nvSpPr>
        <dsp:cNvPr id="0" name=""/>
        <dsp:cNvSpPr/>
      </dsp:nvSpPr>
      <dsp:spPr>
        <a:xfrm>
          <a:off x="8132155" y="791346"/>
          <a:ext cx="2376667" cy="3033305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Common address abbreviations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Ex. </a:t>
          </a:r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123 N State St</a:t>
          </a:r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123 North State Street</a:t>
          </a:r>
        </a:p>
      </dsp:txBody>
      <dsp:txXfrm>
        <a:off x="8132155" y="791346"/>
        <a:ext cx="2376667" cy="303330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8DE6D8-14BD-45F6-ADA5-75DB365F2306}">
      <dsp:nvSpPr>
        <dsp:cNvPr id="0" name=""/>
        <dsp:cNvSpPr/>
      </dsp:nvSpPr>
      <dsp:spPr>
        <a:xfrm>
          <a:off x="0" y="466695"/>
          <a:ext cx="6765925" cy="26491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5111" tIns="604012" rIns="525111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O(n*m) 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Master data set– 21,450 records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Match data set– 29,585 records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634,598,250 comparisons!</a:t>
          </a:r>
        </a:p>
      </dsp:txBody>
      <dsp:txXfrm>
        <a:off x="0" y="466695"/>
        <a:ext cx="6765925" cy="2649150"/>
      </dsp:txXfrm>
    </dsp:sp>
    <dsp:sp modelId="{028E6A7E-23BA-4F12-8DC1-7FD956608DDD}">
      <dsp:nvSpPr>
        <dsp:cNvPr id="0" name=""/>
        <dsp:cNvSpPr/>
      </dsp:nvSpPr>
      <dsp:spPr>
        <a:xfrm>
          <a:off x="338296" y="38655"/>
          <a:ext cx="4736147" cy="85608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15" tIns="0" rIns="179015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/>
            <a:t>Initial complexity</a:t>
          </a:r>
        </a:p>
      </dsp:txBody>
      <dsp:txXfrm>
        <a:off x="380086" y="80445"/>
        <a:ext cx="4652567" cy="772500"/>
      </dsp:txXfrm>
    </dsp:sp>
    <dsp:sp modelId="{07B3EA0B-0A65-415B-9037-DA23320F68C7}">
      <dsp:nvSpPr>
        <dsp:cNvPr id="0" name=""/>
        <dsp:cNvSpPr/>
      </dsp:nvSpPr>
      <dsp:spPr>
        <a:xfrm>
          <a:off x="0" y="3700486"/>
          <a:ext cx="6765925" cy="12332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5111" tIns="604012" rIns="525111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Over 25 minutes!</a:t>
          </a:r>
        </a:p>
      </dsp:txBody>
      <dsp:txXfrm>
        <a:off x="0" y="3700486"/>
        <a:ext cx="6765925" cy="1233225"/>
      </dsp:txXfrm>
    </dsp:sp>
    <dsp:sp modelId="{6A9ADE83-535F-402B-8DB7-34B1937E93A9}">
      <dsp:nvSpPr>
        <dsp:cNvPr id="0" name=""/>
        <dsp:cNvSpPr/>
      </dsp:nvSpPr>
      <dsp:spPr>
        <a:xfrm>
          <a:off x="338296" y="3272446"/>
          <a:ext cx="4736147" cy="856080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15" tIns="0" rIns="179015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/>
            <a:t>Time</a:t>
          </a:r>
        </a:p>
      </dsp:txBody>
      <dsp:txXfrm>
        <a:off x="380086" y="3314236"/>
        <a:ext cx="4652567" cy="7725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8DE6D8-14BD-45F6-ADA5-75DB365F2306}">
      <dsp:nvSpPr>
        <dsp:cNvPr id="0" name=""/>
        <dsp:cNvSpPr/>
      </dsp:nvSpPr>
      <dsp:spPr>
        <a:xfrm>
          <a:off x="0" y="670143"/>
          <a:ext cx="6817995" cy="25137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9152" tIns="583184" rIns="529152" bIns="199136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/>
            <a:t>Group similar records together by phonetic encoding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/>
            <a:t>841,138 comparisons!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/>
            <a:t>Reduced # of comparisons by 99.9%</a:t>
          </a:r>
        </a:p>
      </dsp:txBody>
      <dsp:txXfrm>
        <a:off x="0" y="670143"/>
        <a:ext cx="6817995" cy="2513700"/>
      </dsp:txXfrm>
    </dsp:sp>
    <dsp:sp modelId="{028E6A7E-23BA-4F12-8DC1-7FD956608DDD}">
      <dsp:nvSpPr>
        <dsp:cNvPr id="0" name=""/>
        <dsp:cNvSpPr/>
      </dsp:nvSpPr>
      <dsp:spPr>
        <a:xfrm>
          <a:off x="340899" y="256863"/>
          <a:ext cx="4772596" cy="82656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0393" tIns="0" rIns="180393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/>
            <a:t>Indexing approach</a:t>
          </a:r>
        </a:p>
      </dsp:txBody>
      <dsp:txXfrm>
        <a:off x="381248" y="297212"/>
        <a:ext cx="4691898" cy="745862"/>
      </dsp:txXfrm>
    </dsp:sp>
    <dsp:sp modelId="{07B3EA0B-0A65-415B-9037-DA23320F68C7}">
      <dsp:nvSpPr>
        <dsp:cNvPr id="0" name=""/>
        <dsp:cNvSpPr/>
      </dsp:nvSpPr>
      <dsp:spPr>
        <a:xfrm>
          <a:off x="0" y="3748323"/>
          <a:ext cx="6817995" cy="11907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9152" tIns="583184" rIns="529152" bIns="199136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/>
            <a:t>~1 second</a:t>
          </a:r>
        </a:p>
      </dsp:txBody>
      <dsp:txXfrm>
        <a:off x="0" y="3748323"/>
        <a:ext cx="6817995" cy="1190700"/>
      </dsp:txXfrm>
    </dsp:sp>
    <dsp:sp modelId="{6A9ADE83-535F-402B-8DB7-34B1937E93A9}">
      <dsp:nvSpPr>
        <dsp:cNvPr id="0" name=""/>
        <dsp:cNvSpPr/>
      </dsp:nvSpPr>
      <dsp:spPr>
        <a:xfrm>
          <a:off x="340899" y="3335043"/>
          <a:ext cx="4772596" cy="826560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0393" tIns="0" rIns="180393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/>
            <a:t>Time</a:t>
          </a:r>
        </a:p>
      </dsp:txBody>
      <dsp:txXfrm>
        <a:off x="381248" y="3375392"/>
        <a:ext cx="4691898" cy="745862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66F640-564D-441D-A5AD-C0C40062C324}">
      <dsp:nvSpPr>
        <dsp:cNvPr id="0" name=""/>
        <dsp:cNvSpPr/>
      </dsp:nvSpPr>
      <dsp:spPr>
        <a:xfrm>
          <a:off x="798" y="508352"/>
          <a:ext cx="3544572" cy="88614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>
              <a:latin typeface="Century Gothic" panose="020B0502020202020204"/>
            </a:rPr>
            <a:t>Similarity Metric</a:t>
          </a:r>
        </a:p>
      </dsp:txBody>
      <dsp:txXfrm>
        <a:off x="26752" y="534306"/>
        <a:ext cx="3492664" cy="834235"/>
      </dsp:txXfrm>
    </dsp:sp>
    <dsp:sp modelId="{F7B44F27-8D32-48FF-8826-BD05CF95E4AE}">
      <dsp:nvSpPr>
        <dsp:cNvPr id="0" name=""/>
        <dsp:cNvSpPr/>
      </dsp:nvSpPr>
      <dsp:spPr>
        <a:xfrm rot="5400000">
          <a:off x="1695547" y="1472033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FDF8A16-CCFA-4B31-91B6-8CA6DA9C939B}">
      <dsp:nvSpPr>
        <dsp:cNvPr id="0" name=""/>
        <dsp:cNvSpPr/>
      </dsp:nvSpPr>
      <dsp:spPr>
        <a:xfrm>
          <a:off x="798" y="1704645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err="1">
              <a:latin typeface="Century Gothic" panose="020B0502020202020204"/>
            </a:rPr>
            <a:t>Levenshtein</a:t>
          </a:r>
          <a:r>
            <a:rPr lang="en-US" sz="2800" kern="1200">
              <a:latin typeface="Century Gothic" panose="020B0502020202020204"/>
            </a:rPr>
            <a:t> Distance</a:t>
          </a:r>
        </a:p>
      </dsp:txBody>
      <dsp:txXfrm>
        <a:off x="26752" y="1730599"/>
        <a:ext cx="3492664" cy="834235"/>
      </dsp:txXfrm>
    </dsp:sp>
    <dsp:sp modelId="{3EBF592A-E30A-45DE-9EDD-356D40AF341D}">
      <dsp:nvSpPr>
        <dsp:cNvPr id="0" name=""/>
        <dsp:cNvSpPr/>
      </dsp:nvSpPr>
      <dsp:spPr>
        <a:xfrm rot="5400000">
          <a:off x="1695547" y="2668326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947128"/>
                <a:satOff val="4941"/>
                <a:lumOff val="-141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947128"/>
                <a:satOff val="4941"/>
                <a:lumOff val="-141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947128"/>
                <a:satOff val="4941"/>
                <a:lumOff val="-141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75F371C-8A38-4E55-8551-896D7E61BD98}">
      <dsp:nvSpPr>
        <dsp:cNvPr id="0" name=""/>
        <dsp:cNvSpPr/>
      </dsp:nvSpPr>
      <dsp:spPr>
        <a:xfrm>
          <a:off x="798" y="2900939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673773"/>
            <a:satOff val="-399"/>
            <a:lumOff val="-9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673773"/>
              <a:satOff val="-399"/>
              <a:lumOff val="-9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>
              <a:latin typeface="Century Gothic" panose="020B0502020202020204"/>
            </a:rPr>
            <a:t>Ratio between 0 – 100</a:t>
          </a:r>
        </a:p>
      </dsp:txBody>
      <dsp:txXfrm>
        <a:off x="26752" y="2926893"/>
        <a:ext cx="3492664" cy="834235"/>
      </dsp:txXfrm>
    </dsp:sp>
    <dsp:sp modelId="{2A6CC642-ED98-477F-800C-E6B8666570A2}">
      <dsp:nvSpPr>
        <dsp:cNvPr id="0" name=""/>
        <dsp:cNvSpPr/>
      </dsp:nvSpPr>
      <dsp:spPr>
        <a:xfrm>
          <a:off x="4041611" y="508352"/>
          <a:ext cx="3544572" cy="88614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>
              <a:latin typeface="Century Gothic" panose="020B0502020202020204"/>
            </a:rPr>
            <a:t>Weights</a:t>
          </a:r>
        </a:p>
      </dsp:txBody>
      <dsp:txXfrm>
        <a:off x="4067565" y="534306"/>
        <a:ext cx="3492664" cy="834235"/>
      </dsp:txXfrm>
    </dsp:sp>
    <dsp:sp modelId="{34EFB7F3-3D94-4ACA-BB41-7CF507BC2021}">
      <dsp:nvSpPr>
        <dsp:cNvPr id="0" name=""/>
        <dsp:cNvSpPr/>
      </dsp:nvSpPr>
      <dsp:spPr>
        <a:xfrm rot="5400000">
          <a:off x="5736360" y="1472033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1894255"/>
                <a:satOff val="9883"/>
                <a:lumOff val="-282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894255"/>
                <a:satOff val="9883"/>
                <a:lumOff val="-282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894255"/>
                <a:satOff val="9883"/>
                <a:lumOff val="-282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609AAB9-0315-4ECC-8A96-AD7827E02F8F}">
      <dsp:nvSpPr>
        <dsp:cNvPr id="0" name=""/>
        <dsp:cNvSpPr/>
      </dsp:nvSpPr>
      <dsp:spPr>
        <a:xfrm>
          <a:off x="4041611" y="1704645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1347545"/>
            <a:satOff val="-798"/>
            <a:lumOff val="-193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347545"/>
              <a:satOff val="-798"/>
              <a:lumOff val="-193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>
              <a:latin typeface="Century Gothic" panose="020B0502020202020204"/>
            </a:rPr>
            <a:t>Weights per field</a:t>
          </a:r>
        </a:p>
      </dsp:txBody>
      <dsp:txXfrm>
        <a:off x="4067565" y="1730599"/>
        <a:ext cx="3492664" cy="834235"/>
      </dsp:txXfrm>
    </dsp:sp>
    <dsp:sp modelId="{24B1C36D-6622-401D-9D69-1D125DD8F20D}">
      <dsp:nvSpPr>
        <dsp:cNvPr id="0" name=""/>
        <dsp:cNvSpPr/>
      </dsp:nvSpPr>
      <dsp:spPr>
        <a:xfrm rot="5400000">
          <a:off x="5736360" y="2668326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2841383"/>
                <a:satOff val="14824"/>
                <a:lumOff val="-423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841383"/>
                <a:satOff val="14824"/>
                <a:lumOff val="-423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841383"/>
                <a:satOff val="14824"/>
                <a:lumOff val="-423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BE052A0-552E-4CF4-869D-0B9EB1893BF1}">
      <dsp:nvSpPr>
        <dsp:cNvPr id="0" name=""/>
        <dsp:cNvSpPr/>
      </dsp:nvSpPr>
      <dsp:spPr>
        <a:xfrm>
          <a:off x="4041611" y="2900939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2021318"/>
            <a:satOff val="-1198"/>
            <a:lumOff val="-289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021318"/>
              <a:satOff val="-1198"/>
              <a:lumOff val="-289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>
              <a:latin typeface="Century Gothic" panose="020B0502020202020204"/>
            </a:rPr>
            <a:t>Sum of weights equal to 1</a:t>
          </a:r>
        </a:p>
      </dsp:txBody>
      <dsp:txXfrm>
        <a:off x="4067565" y="2926893"/>
        <a:ext cx="3492664" cy="834235"/>
      </dsp:txXfrm>
    </dsp:sp>
    <dsp:sp modelId="{FE29B2E6-0DFD-4E8D-8A1D-A3FEE9155C59}">
      <dsp:nvSpPr>
        <dsp:cNvPr id="0" name=""/>
        <dsp:cNvSpPr/>
      </dsp:nvSpPr>
      <dsp:spPr>
        <a:xfrm>
          <a:off x="8082424" y="508352"/>
          <a:ext cx="3544572" cy="88614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>
              <a:latin typeface="Century Gothic" panose="020B0502020202020204"/>
            </a:rPr>
            <a:t>Confidence</a:t>
          </a:r>
        </a:p>
      </dsp:txBody>
      <dsp:txXfrm>
        <a:off x="8108378" y="534306"/>
        <a:ext cx="3492664" cy="834235"/>
      </dsp:txXfrm>
    </dsp:sp>
    <dsp:sp modelId="{F27FDEDF-EFBC-406B-845C-1BC921088F27}">
      <dsp:nvSpPr>
        <dsp:cNvPr id="0" name=""/>
        <dsp:cNvSpPr/>
      </dsp:nvSpPr>
      <dsp:spPr>
        <a:xfrm rot="5400000">
          <a:off x="9777173" y="1472033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3788511"/>
                <a:satOff val="19766"/>
                <a:lumOff val="-564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788511"/>
                <a:satOff val="19766"/>
                <a:lumOff val="-564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788511"/>
                <a:satOff val="19766"/>
                <a:lumOff val="-564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47C6C62-E4C1-4262-ABF0-82E969C3FF31}">
      <dsp:nvSpPr>
        <dsp:cNvPr id="0" name=""/>
        <dsp:cNvSpPr/>
      </dsp:nvSpPr>
      <dsp:spPr>
        <a:xfrm>
          <a:off x="8082424" y="1704645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2695091"/>
            <a:satOff val="-1597"/>
            <a:lumOff val="-38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695091"/>
              <a:satOff val="-1597"/>
              <a:lumOff val="-38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>
              <a:solidFill>
                <a:srgbClr val="000000"/>
              </a:solidFill>
              <a:latin typeface="Century Gothic" panose="020B0502020202020204"/>
            </a:rPr>
            <a:t>Sum of each field's similarity *weight</a:t>
          </a:r>
        </a:p>
      </dsp:txBody>
      <dsp:txXfrm>
        <a:off x="8108378" y="1730599"/>
        <a:ext cx="3492664" cy="834235"/>
      </dsp:txXfrm>
    </dsp:sp>
    <dsp:sp modelId="{280C6913-0113-4971-8841-173AD483A080}">
      <dsp:nvSpPr>
        <dsp:cNvPr id="0" name=""/>
        <dsp:cNvSpPr/>
      </dsp:nvSpPr>
      <dsp:spPr>
        <a:xfrm rot="5400000">
          <a:off x="9777173" y="2668326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7132EA2-E65B-47AF-8306-9F33DDC80205}">
      <dsp:nvSpPr>
        <dsp:cNvPr id="0" name=""/>
        <dsp:cNvSpPr/>
      </dsp:nvSpPr>
      <dsp:spPr>
        <a:xfrm>
          <a:off x="8082424" y="2900939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>
              <a:latin typeface="Century Gothic" panose="020B0502020202020204"/>
            </a:rPr>
            <a:t>A score of 100 is a perfect match</a:t>
          </a:r>
        </a:p>
      </dsp:txBody>
      <dsp:txXfrm>
        <a:off x="8108378" y="2926893"/>
        <a:ext cx="3492664" cy="834235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8B8A2A-4198-4E63-8C84-DD8797087684}">
      <dsp:nvSpPr>
        <dsp:cNvPr id="0" name=""/>
        <dsp:cNvSpPr/>
      </dsp:nvSpPr>
      <dsp:spPr>
        <a:xfrm>
          <a:off x="3007" y="400114"/>
          <a:ext cx="2932733" cy="1173093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34696" tIns="134112" rIns="234696" bIns="134112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b="0" i="0" kern="1200">
              <a:latin typeface="Century Gothic" panose="020B0502020202020204"/>
            </a:rPr>
            <a:t>Non-match </a:t>
          </a:r>
          <a:endParaRPr lang="en-US" sz="3300" kern="1200">
            <a:latin typeface="Century Gothic" panose="020B0502020202020204"/>
          </a:endParaRPr>
        </a:p>
      </dsp:txBody>
      <dsp:txXfrm>
        <a:off x="3007" y="400114"/>
        <a:ext cx="2932733" cy="1173093"/>
      </dsp:txXfrm>
    </dsp:sp>
    <dsp:sp modelId="{9C8415EA-9F97-423D-85D6-1361494AF506}">
      <dsp:nvSpPr>
        <dsp:cNvPr id="0" name=""/>
        <dsp:cNvSpPr/>
      </dsp:nvSpPr>
      <dsp:spPr>
        <a:xfrm>
          <a:off x="3007" y="1573208"/>
          <a:ext cx="2932733" cy="144936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6022" tIns="176022" rIns="234696" bIns="264033" numCol="1" spcCol="1270" anchor="t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300" b="0" i="0" kern="1200">
              <a:latin typeface="Century Gothic"/>
            </a:rPr>
            <a:t>[ 0, 70)</a:t>
          </a:r>
          <a:endParaRPr lang="en-US" sz="3300" kern="1200">
            <a:latin typeface="Century Gothic"/>
          </a:endParaRPr>
        </a:p>
      </dsp:txBody>
      <dsp:txXfrm>
        <a:off x="3007" y="1573208"/>
        <a:ext cx="2932733" cy="1449360"/>
      </dsp:txXfrm>
    </dsp:sp>
    <dsp:sp modelId="{5B6DAA36-6AD9-4290-97AA-8B4D841F7619}">
      <dsp:nvSpPr>
        <dsp:cNvPr id="0" name=""/>
        <dsp:cNvSpPr/>
      </dsp:nvSpPr>
      <dsp:spPr>
        <a:xfrm>
          <a:off x="3346324" y="400114"/>
          <a:ext cx="2932733" cy="1173093"/>
        </a:xfrm>
        <a:prstGeom prst="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34696" tIns="134112" rIns="234696" bIns="134112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b="0" i="0" kern="1200">
              <a:latin typeface="Century Gothic"/>
            </a:rPr>
            <a:t>Potential Match</a:t>
          </a:r>
          <a:endParaRPr lang="en-US" sz="3300" kern="1200">
            <a:latin typeface="Century Gothic"/>
          </a:endParaRPr>
        </a:p>
      </dsp:txBody>
      <dsp:txXfrm>
        <a:off x="3346324" y="400114"/>
        <a:ext cx="2932733" cy="1173093"/>
      </dsp:txXfrm>
    </dsp:sp>
    <dsp:sp modelId="{D49AED09-BD53-4876-9BBC-040D753C6882}">
      <dsp:nvSpPr>
        <dsp:cNvPr id="0" name=""/>
        <dsp:cNvSpPr/>
      </dsp:nvSpPr>
      <dsp:spPr>
        <a:xfrm>
          <a:off x="3346324" y="1573208"/>
          <a:ext cx="2932733" cy="1449360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6022" tIns="176022" rIns="234696" bIns="264033" numCol="1" spcCol="1270" anchor="t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300" b="0" i="0" kern="1200">
              <a:latin typeface="Century Gothic"/>
            </a:rPr>
            <a:t>[70, 90)</a:t>
          </a:r>
          <a:endParaRPr lang="en-US" sz="3300" kern="1200">
            <a:latin typeface="Century Gothic"/>
          </a:endParaRPr>
        </a:p>
      </dsp:txBody>
      <dsp:txXfrm>
        <a:off x="3346324" y="1573208"/>
        <a:ext cx="2932733" cy="1449360"/>
      </dsp:txXfrm>
    </dsp:sp>
    <dsp:sp modelId="{7AC0FAFC-06CC-4EA6-BFFE-D92CC0A8CE68}">
      <dsp:nvSpPr>
        <dsp:cNvPr id="0" name=""/>
        <dsp:cNvSpPr/>
      </dsp:nvSpPr>
      <dsp:spPr>
        <a:xfrm>
          <a:off x="6689641" y="400114"/>
          <a:ext cx="2932733" cy="1173093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34696" tIns="134112" rIns="234696" bIns="134112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b="0" i="0" kern="1200">
              <a:latin typeface="Century Gothic"/>
            </a:rPr>
            <a:t>Match</a:t>
          </a:r>
          <a:endParaRPr lang="en-US" sz="3300" kern="1200">
            <a:latin typeface="Century Gothic"/>
          </a:endParaRPr>
        </a:p>
      </dsp:txBody>
      <dsp:txXfrm>
        <a:off x="6689641" y="400114"/>
        <a:ext cx="2932733" cy="1173093"/>
      </dsp:txXfrm>
    </dsp:sp>
    <dsp:sp modelId="{0F324DFC-98A1-4870-B3E1-F4078E06D589}">
      <dsp:nvSpPr>
        <dsp:cNvPr id="0" name=""/>
        <dsp:cNvSpPr/>
      </dsp:nvSpPr>
      <dsp:spPr>
        <a:xfrm>
          <a:off x="6689641" y="1573208"/>
          <a:ext cx="2932733" cy="144936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6022" tIns="176022" rIns="234696" bIns="264033" numCol="1" spcCol="1270" anchor="t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300" b="0" i="0" kern="1200">
              <a:latin typeface="Century Gothic"/>
            </a:rPr>
            <a:t>[ 90, 100]</a:t>
          </a:r>
          <a:endParaRPr lang="en-US" sz="3300" kern="1200">
            <a:latin typeface="Century Gothic"/>
          </a:endParaRPr>
        </a:p>
      </dsp:txBody>
      <dsp:txXfrm>
        <a:off x="6689641" y="1573208"/>
        <a:ext cx="2932733" cy="144936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D25665-7172-4967-8403-C1D1F690DF17}">
      <dsp:nvSpPr>
        <dsp:cNvPr id="0" name=""/>
        <dsp:cNvSpPr/>
      </dsp:nvSpPr>
      <dsp:spPr>
        <a:xfrm rot="5400000">
          <a:off x="6324015" y="-2717915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Unique identifier match between records</a:t>
          </a:r>
        </a:p>
      </dsp:txBody>
      <dsp:txXfrm rot="-5400000">
        <a:off x="3522155" y="116060"/>
        <a:ext cx="6229493" cy="593656"/>
      </dsp:txXfrm>
    </dsp:sp>
    <dsp:sp modelId="{A91254AD-F405-4B3F-BCD3-3CE06633B6D5}">
      <dsp:nvSpPr>
        <dsp:cNvPr id="0" name=""/>
        <dsp:cNvSpPr/>
      </dsp:nvSpPr>
      <dsp:spPr>
        <a:xfrm>
          <a:off x="0" y="1709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Count known matches</a:t>
          </a:r>
        </a:p>
      </dsp:txBody>
      <dsp:txXfrm>
        <a:off x="40144" y="41853"/>
        <a:ext cx="3441866" cy="742069"/>
      </dsp:txXfrm>
    </dsp:sp>
    <dsp:sp modelId="{A704DB6B-0B7F-4E21-BBE8-A68CEFBAB172}">
      <dsp:nvSpPr>
        <dsp:cNvPr id="0" name=""/>
        <dsp:cNvSpPr/>
      </dsp:nvSpPr>
      <dsp:spPr>
        <a:xfrm rot="5400000">
          <a:off x="6324015" y="-1854439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1122955"/>
            <a:satOff val="-665"/>
            <a:lumOff val="-16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122955"/>
              <a:satOff val="-665"/>
              <a:lumOff val="-16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If a known match is in our top list</a:t>
          </a:r>
        </a:p>
      </dsp:txBody>
      <dsp:txXfrm rot="-5400000">
        <a:off x="3522155" y="979536"/>
        <a:ext cx="6229493" cy="593656"/>
      </dsp:txXfrm>
    </dsp:sp>
    <dsp:sp modelId="{12E32F0A-5744-4109-BDDD-75E38CF90A72}">
      <dsp:nvSpPr>
        <dsp:cNvPr id="0" name=""/>
        <dsp:cNvSpPr/>
      </dsp:nvSpPr>
      <dsp:spPr>
        <a:xfrm>
          <a:off x="0" y="865185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Count how known matches we identified</a:t>
          </a:r>
        </a:p>
      </dsp:txBody>
      <dsp:txXfrm>
        <a:off x="40144" y="905329"/>
        <a:ext cx="3441866" cy="742069"/>
      </dsp:txXfrm>
    </dsp:sp>
    <dsp:sp modelId="{97101DB0-F1F4-4313-B9F7-D8FFEDA2522A}">
      <dsp:nvSpPr>
        <dsp:cNvPr id="0" name=""/>
        <dsp:cNvSpPr/>
      </dsp:nvSpPr>
      <dsp:spPr>
        <a:xfrm rot="5400000">
          <a:off x="6324015" y="-990963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2245909"/>
            <a:satOff val="-1331"/>
            <a:lumOff val="-32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245909"/>
              <a:satOff val="-1331"/>
              <a:lumOff val="-32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Identified matches / Total known matches</a:t>
          </a:r>
        </a:p>
      </dsp:txBody>
      <dsp:txXfrm rot="-5400000">
        <a:off x="3522155" y="1843012"/>
        <a:ext cx="6229493" cy="593656"/>
      </dsp:txXfrm>
    </dsp:sp>
    <dsp:sp modelId="{036C813C-8BB0-4D5F-B745-64D6A9A0F8D3}">
      <dsp:nvSpPr>
        <dsp:cNvPr id="0" name=""/>
        <dsp:cNvSpPr/>
      </dsp:nvSpPr>
      <dsp:spPr>
        <a:xfrm>
          <a:off x="0" y="1728661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Accuracy score</a:t>
          </a:r>
        </a:p>
      </dsp:txBody>
      <dsp:txXfrm>
        <a:off x="40144" y="1768805"/>
        <a:ext cx="3441866" cy="742069"/>
      </dsp:txXfrm>
    </dsp:sp>
    <dsp:sp modelId="{EF071A64-3702-4678-BD02-B206B9D8951C}">
      <dsp:nvSpPr>
        <dsp:cNvPr id="0" name=""/>
        <dsp:cNvSpPr/>
      </dsp:nvSpPr>
      <dsp:spPr>
        <a:xfrm rot="5400000">
          <a:off x="6324015" y="-127487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To ensure matches make sense</a:t>
          </a:r>
        </a:p>
      </dsp:txBody>
      <dsp:txXfrm rot="-5400000">
        <a:off x="3522155" y="2706488"/>
        <a:ext cx="6229493" cy="593656"/>
      </dsp:txXfrm>
    </dsp:sp>
    <dsp:sp modelId="{F7A1FEFD-C75F-4BCD-A03B-14CC2242D8FF}">
      <dsp:nvSpPr>
        <dsp:cNvPr id="0" name=""/>
        <dsp:cNvSpPr/>
      </dsp:nvSpPr>
      <dsp:spPr>
        <a:xfrm>
          <a:off x="0" y="2592137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Manual review</a:t>
          </a:r>
        </a:p>
      </dsp:txBody>
      <dsp:txXfrm>
        <a:off x="40144" y="2632281"/>
        <a:ext cx="3441866" cy="742069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150A35B-B304-4C3C-8BCE-ADFEFE63D401}">
      <dsp:nvSpPr>
        <dsp:cNvPr id="0" name=""/>
        <dsp:cNvSpPr/>
      </dsp:nvSpPr>
      <dsp:spPr>
        <a:xfrm>
          <a:off x="3280" y="7245"/>
          <a:ext cx="3198279" cy="6624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CSV Parsing</a:t>
          </a:r>
          <a:endParaRPr lang="en-US" sz="2300" kern="1200">
            <a:solidFill>
              <a:srgbClr val="010000"/>
            </a:solidFill>
            <a:latin typeface="Corbel"/>
          </a:endParaRPr>
        </a:p>
      </dsp:txBody>
      <dsp:txXfrm>
        <a:off x="3280" y="7245"/>
        <a:ext cx="3198279" cy="662400"/>
      </dsp:txXfrm>
    </dsp:sp>
    <dsp:sp modelId="{AD423238-9BB4-400E-8A17-60392CB4CA8A}">
      <dsp:nvSpPr>
        <dsp:cNvPr id="0" name=""/>
        <dsp:cNvSpPr/>
      </dsp:nvSpPr>
      <dsp:spPr>
        <a:xfrm>
          <a:off x="3280" y="669646"/>
          <a:ext cx="3198279" cy="101016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/>
            <a:t>Apache's Commons-CSV Library</a:t>
          </a:r>
        </a:p>
      </dsp:txBody>
      <dsp:txXfrm>
        <a:off x="3280" y="669646"/>
        <a:ext cx="3198279" cy="1010160"/>
      </dsp:txXfrm>
    </dsp:sp>
    <dsp:sp modelId="{C69EBD1D-33B8-41A3-9F1A-B18E772B4FED}">
      <dsp:nvSpPr>
        <dsp:cNvPr id="0" name=""/>
        <dsp:cNvSpPr/>
      </dsp:nvSpPr>
      <dsp:spPr>
        <a:xfrm>
          <a:off x="3649318" y="7245"/>
          <a:ext cx="3198279" cy="662400"/>
        </a:xfrm>
        <a:prstGeom prst="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Phonetic Encoding</a:t>
          </a:r>
        </a:p>
      </dsp:txBody>
      <dsp:txXfrm>
        <a:off x="3649318" y="7245"/>
        <a:ext cx="3198279" cy="662400"/>
      </dsp:txXfrm>
    </dsp:sp>
    <dsp:sp modelId="{5ADA738D-7366-4CF7-9EEF-48BD3EE37EB5}">
      <dsp:nvSpPr>
        <dsp:cNvPr id="0" name=""/>
        <dsp:cNvSpPr/>
      </dsp:nvSpPr>
      <dsp:spPr>
        <a:xfrm>
          <a:off x="3649318" y="669646"/>
          <a:ext cx="3198279" cy="1010160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/>
            <a:t>Apache's Commons-Codec Library</a:t>
          </a:r>
        </a:p>
      </dsp:txBody>
      <dsp:txXfrm>
        <a:off x="3649318" y="669646"/>
        <a:ext cx="3198279" cy="1010160"/>
      </dsp:txXfrm>
    </dsp:sp>
    <dsp:sp modelId="{57BCF1C9-8773-4798-B4A7-D1ED852BB8F5}">
      <dsp:nvSpPr>
        <dsp:cNvPr id="0" name=""/>
        <dsp:cNvSpPr/>
      </dsp:nvSpPr>
      <dsp:spPr>
        <a:xfrm>
          <a:off x="7295357" y="7245"/>
          <a:ext cx="3198279" cy="662400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Json Parsing</a:t>
          </a:r>
        </a:p>
      </dsp:txBody>
      <dsp:txXfrm>
        <a:off x="7295357" y="7245"/>
        <a:ext cx="3198279" cy="662400"/>
      </dsp:txXfrm>
    </dsp:sp>
    <dsp:sp modelId="{52982DCB-31B4-4B9A-9096-43BE6F508B52}">
      <dsp:nvSpPr>
        <dsp:cNvPr id="0" name=""/>
        <dsp:cNvSpPr/>
      </dsp:nvSpPr>
      <dsp:spPr>
        <a:xfrm>
          <a:off x="7295357" y="669646"/>
          <a:ext cx="3198279" cy="101016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err="1"/>
            <a:t>Org.json's</a:t>
          </a:r>
          <a:r>
            <a:rPr lang="en-US" sz="2300" kern="1200"/>
            <a:t> JSON library</a:t>
          </a:r>
        </a:p>
      </dsp:txBody>
      <dsp:txXfrm>
        <a:off x="7295357" y="669646"/>
        <a:ext cx="3198279" cy="1010160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28959F5-21BC-4ECA-8151-32F3AD73D994}">
      <dsp:nvSpPr>
        <dsp:cNvPr id="0" name=""/>
        <dsp:cNvSpPr/>
      </dsp:nvSpPr>
      <dsp:spPr>
        <a:xfrm>
          <a:off x="38" y="1613733"/>
          <a:ext cx="3667934" cy="6048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>
              <a:latin typeface="Corbel"/>
            </a:rPr>
            <a:t>Unit Testing</a:t>
          </a:r>
        </a:p>
      </dsp:txBody>
      <dsp:txXfrm>
        <a:off x="38" y="1613733"/>
        <a:ext cx="3667934" cy="604800"/>
      </dsp:txXfrm>
    </dsp:sp>
    <dsp:sp modelId="{21F3E92F-B4AB-4EF1-96A1-BA44489E7CBF}">
      <dsp:nvSpPr>
        <dsp:cNvPr id="0" name=""/>
        <dsp:cNvSpPr/>
      </dsp:nvSpPr>
      <dsp:spPr>
        <a:xfrm>
          <a:off x="38" y="2218533"/>
          <a:ext cx="3667934" cy="92232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>
              <a:latin typeface="Corbel"/>
            </a:rPr>
            <a:t>Junit's JUnit Library</a:t>
          </a:r>
        </a:p>
      </dsp:txBody>
      <dsp:txXfrm>
        <a:off x="38" y="2218533"/>
        <a:ext cx="3667934" cy="922320"/>
      </dsp:txXfrm>
    </dsp:sp>
    <dsp:sp modelId="{5732E45B-D372-4721-8183-AA5B7E19B777}">
      <dsp:nvSpPr>
        <dsp:cNvPr id="0" name=""/>
        <dsp:cNvSpPr/>
      </dsp:nvSpPr>
      <dsp:spPr>
        <a:xfrm>
          <a:off x="4181483" y="1613733"/>
          <a:ext cx="3667934" cy="604800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err="1">
              <a:latin typeface="Corbel"/>
            </a:rPr>
            <a:t>Levenshtein</a:t>
          </a:r>
          <a:r>
            <a:rPr lang="en-US" sz="2100" kern="1200">
              <a:latin typeface="Corbel"/>
            </a:rPr>
            <a:t> Distance Ratio</a:t>
          </a:r>
        </a:p>
      </dsp:txBody>
      <dsp:txXfrm>
        <a:off x="4181483" y="1613733"/>
        <a:ext cx="3667934" cy="604800"/>
      </dsp:txXfrm>
    </dsp:sp>
    <dsp:sp modelId="{D1812548-A25A-4654-8437-FB566D117311}">
      <dsp:nvSpPr>
        <dsp:cNvPr id="0" name=""/>
        <dsp:cNvSpPr/>
      </dsp:nvSpPr>
      <dsp:spPr>
        <a:xfrm>
          <a:off x="4181483" y="2218533"/>
          <a:ext cx="3667934" cy="92232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err="1">
              <a:latin typeface="Corbel"/>
            </a:rPr>
            <a:t>Xdrop's</a:t>
          </a:r>
          <a:r>
            <a:rPr lang="en-US" sz="2100" kern="1200">
              <a:latin typeface="Corbel"/>
            </a:rPr>
            <a:t> </a:t>
          </a:r>
          <a:r>
            <a:rPr lang="en-US" sz="2100" kern="1200" err="1">
              <a:latin typeface="Corbel"/>
            </a:rPr>
            <a:t>FuzzyWuzzy</a:t>
          </a:r>
          <a:r>
            <a:rPr lang="en-US" sz="2100" kern="1200">
              <a:latin typeface="Corbel"/>
            </a:rPr>
            <a:t> Library</a:t>
          </a:r>
        </a:p>
      </dsp:txBody>
      <dsp:txXfrm>
        <a:off x="4181483" y="2218533"/>
        <a:ext cx="3667934" cy="922320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450178-9414-4CB0-BF61-F36A8A1EE1CD}">
      <dsp:nvSpPr>
        <dsp:cNvPr id="0" name=""/>
        <dsp:cNvSpPr/>
      </dsp:nvSpPr>
      <dsp:spPr>
        <a:xfrm>
          <a:off x="0" y="1668"/>
          <a:ext cx="9783763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DAC395-5E9D-4F5C-84D1-B66E4F379ACE}">
      <dsp:nvSpPr>
        <dsp:cNvPr id="0" name=""/>
        <dsp:cNvSpPr/>
      </dsp:nvSpPr>
      <dsp:spPr>
        <a:xfrm>
          <a:off x="0" y="1668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/>
            <a:t>Readability</a:t>
          </a:r>
        </a:p>
      </dsp:txBody>
      <dsp:txXfrm>
        <a:off x="0" y="1668"/>
        <a:ext cx="9783763" cy="1137622"/>
      </dsp:txXfrm>
    </dsp:sp>
    <dsp:sp modelId="{A5DF773E-D1B0-4BAE-A984-38432AE62845}">
      <dsp:nvSpPr>
        <dsp:cNvPr id="0" name=""/>
        <dsp:cNvSpPr/>
      </dsp:nvSpPr>
      <dsp:spPr>
        <a:xfrm>
          <a:off x="0" y="1139291"/>
          <a:ext cx="9783763" cy="0"/>
        </a:xfrm>
        <a:prstGeom prst="line">
          <a:avLst/>
        </a:prstGeom>
        <a:solidFill>
          <a:schemeClr val="accent2">
            <a:hueOff val="2367819"/>
            <a:satOff val="12354"/>
            <a:lumOff val="-3529"/>
            <a:alphaOff val="0"/>
          </a:schemeClr>
        </a:solidFill>
        <a:ln w="12700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8F95E3-22B5-42A7-B92D-C01A5BE62C90}">
      <dsp:nvSpPr>
        <dsp:cNvPr id="0" name=""/>
        <dsp:cNvSpPr/>
      </dsp:nvSpPr>
      <dsp:spPr>
        <a:xfrm>
          <a:off x="0" y="1139291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/>
            <a:t>Object Oriented Design</a:t>
          </a:r>
        </a:p>
      </dsp:txBody>
      <dsp:txXfrm>
        <a:off x="0" y="1139291"/>
        <a:ext cx="9783763" cy="1137622"/>
      </dsp:txXfrm>
    </dsp:sp>
    <dsp:sp modelId="{65FB1179-9DD4-434F-AA22-5F98BE6DF225}">
      <dsp:nvSpPr>
        <dsp:cNvPr id="0" name=""/>
        <dsp:cNvSpPr/>
      </dsp:nvSpPr>
      <dsp:spPr>
        <a:xfrm>
          <a:off x="0" y="2276913"/>
          <a:ext cx="9783763" cy="0"/>
        </a:xfrm>
        <a:prstGeom prst="line">
          <a:avLst/>
        </a:prstGeom>
        <a:solidFill>
          <a:schemeClr val="accent2">
            <a:hueOff val="4735638"/>
            <a:satOff val="24707"/>
            <a:lumOff val="-7058"/>
            <a:alphaOff val="0"/>
          </a:schemeClr>
        </a:solidFill>
        <a:ln w="12700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69BC0B-787B-4CEB-9FE0-B789DA836B12}">
      <dsp:nvSpPr>
        <dsp:cNvPr id="0" name=""/>
        <dsp:cNvSpPr/>
      </dsp:nvSpPr>
      <dsp:spPr>
        <a:xfrm>
          <a:off x="0" y="2276913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/>
            <a:t>Comprehensive Documentation</a:t>
          </a:r>
        </a:p>
      </dsp:txBody>
      <dsp:txXfrm>
        <a:off x="0" y="2276913"/>
        <a:ext cx="9783763" cy="1137622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EA705-DFC6-4514-8FEA-1F51D91E7B8C}">
      <dsp:nvSpPr>
        <dsp:cNvPr id="0" name=""/>
        <dsp:cNvSpPr/>
      </dsp:nvSpPr>
      <dsp:spPr>
        <a:xfrm>
          <a:off x="0" y="790874"/>
          <a:ext cx="3057425" cy="1834455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Simplicity</a:t>
          </a:r>
        </a:p>
      </dsp:txBody>
      <dsp:txXfrm>
        <a:off x="0" y="790874"/>
        <a:ext cx="3057425" cy="1834455"/>
      </dsp:txXfrm>
    </dsp:sp>
    <dsp:sp modelId="{FA80A7E4-4693-437D-9069-9EB443113661}">
      <dsp:nvSpPr>
        <dsp:cNvPr id="0" name=""/>
        <dsp:cNvSpPr/>
      </dsp:nvSpPr>
      <dsp:spPr>
        <a:xfrm>
          <a:off x="3363168" y="790874"/>
          <a:ext cx="3057425" cy="1834455"/>
        </a:xfrm>
        <a:prstGeom prst="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Readability</a:t>
          </a:r>
        </a:p>
      </dsp:txBody>
      <dsp:txXfrm>
        <a:off x="3363168" y="790874"/>
        <a:ext cx="3057425" cy="1834455"/>
      </dsp:txXfrm>
    </dsp:sp>
    <dsp:sp modelId="{562AD1FA-5AAB-4EA4-BD53-0D06048E0315}">
      <dsp:nvSpPr>
        <dsp:cNvPr id="0" name=""/>
        <dsp:cNvSpPr/>
      </dsp:nvSpPr>
      <dsp:spPr>
        <a:xfrm>
          <a:off x="6726337" y="790874"/>
          <a:ext cx="3057425" cy="1834455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Maintainability</a:t>
          </a:r>
        </a:p>
      </dsp:txBody>
      <dsp:txXfrm>
        <a:off x="6726337" y="790874"/>
        <a:ext cx="3057425" cy="183445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lProcess1">
  <dgm:title val=""/>
  <dgm:desc val=""/>
  <dgm:catLst>
    <dgm:cat type="process" pri="1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1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2"/>
      </dgm:ptLst>
      <dgm:cxnLst>
        <dgm:cxn modelId="3" srcId="0" destId="1" srcOrd="0" destOrd="0"/>
        <dgm:cxn modelId="4" srcId="0" destId="2" srcOrd="0" destOrd="0"/>
        <dgm:cxn modelId="5" srcId="1" destId="11" srcOrd="0" destOrd="0"/>
        <dgm:cxn modelId="6" srcId="2" destId="2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L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R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header" refType="h"/>
      <dgm:constr type="w" for="des" forName="header" refType="h" refFor="des" refForName="header" op="equ" fact="4"/>
      <dgm:constr type="h" for="des" forName="child" refType="h" refFor="des" refForName="header" op="equ"/>
      <dgm:constr type="w" for="des" forName="child" refType="w" refFor="des" refForName="header" op="equ"/>
      <dgm:constr type="w" for="ch" forName="hSp" refType="w" refFor="des" refForName="header" op="equ" fact="0.14"/>
      <dgm:constr type="h" for="des" forName="parTrans" refType="h" refFor="des" refForName="header" op="equ" fact="0.35"/>
      <dgm:constr type="h" for="des" forName="sibTrans" refType="h" refFor="des" refForName="parTrans" op="equ"/>
      <dgm:constr type="primFontSz" for="des" forName="child" op="equ" val="65"/>
      <dgm:constr type="primFontSz" for="des" forName="header" op="equ" val="65"/>
    </dgm:constrLst>
    <dgm:ruleLst/>
    <dgm:forEach name="Name4" axis="ch" ptType="node">
      <dgm:layoutNode name="vertFlow">
        <dgm:choose name="Name5">
          <dgm:if name="Name6" func="var" arg="dir" op="equ" val="norm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if>
          <dgm:else name="Name7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header" styleLbl="node1"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forEach name="Name8" axis="ch" ptType="parTrans" cnt="1">
          <dgm:layoutNode name="parTrans" styleLbl="sibTrans2D1">
            <dgm:alg type="conn">
              <dgm:param type="begPts" val="auto"/>
              <dgm:param type="endPts" val="auto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w" refType="h"/>
              <dgm:constr type="connDist"/>
              <dgm:constr type="wArH" refType="h" fact="0.25"/>
              <dgm:constr type="hArH" refType="wArH" fact="2"/>
              <dgm:constr type="stemThick" refType="hArH" fact="0.667"/>
              <dgm:constr type="begPad" refType="connDist" fact="0.25"/>
              <dgm:constr type="endPad" refType="connDist" fact="0.25"/>
            </dgm:constrLst>
            <dgm:ruleLst/>
          </dgm:layoutNode>
        </dgm:forEach>
        <dgm:forEach name="Name9" axis="ch" ptType="node">
          <dgm:layoutNode name="child" styleLbl="alignAccFollowNode1">
            <dgm:varLst>
              <dgm:chMax val="0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  <dgm:forEach name="Name10" axis="followSib" ptType="sibTrans" cnt="1">
            <dgm:layoutNode name="sibTrans" styleLbl="sibTrans2D1">
              <dgm:alg type="conn">
                <dgm:param type="begPts" val="auto"/>
                <dgm:param type="endPts" val="auto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w" refType="h"/>
                <dgm:constr type="connDist"/>
                <dgm:constr type="wArH" refType="h" fact="0.25"/>
                <dgm:constr type="hArH" refType="wArH" fact="2"/>
                <dgm:constr type="stemThick" refType="hArH" fact="0.667"/>
                <dgm:constr type="begPad" refType="w" fact="0.25"/>
                <dgm:constr type="endPad" refType="w" fact="0.25"/>
              </dgm:constrLst>
              <dgm:ruleLst/>
            </dgm:layoutNode>
          </dgm:forEach>
        </dgm:forEach>
      </dgm:layoutNode>
      <dgm:choose name="Name11">
        <dgm:if name="Name12" axis="self" ptType="node" func="revPos" op="gte" val="2">
          <dgm:layoutNode name="h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3"/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731ED0-DD9C-442B-8AC3-97D41B5157C2}" type="datetimeFigureOut">
              <a:rPr lang="en-US"/>
              <a:t>2/10/2019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A2F694-2DAC-417B-91B2-2791DD09F1C2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070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014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078170"/>
      </p:ext>
    </p:extLst>
  </p:cSld>
  <p:clrMapOvr>
    <a:masterClrMapping/>
  </p:clrMapOvr>
  <p:transition spd="med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321600"/>
      </p:ext>
    </p:extLst>
  </p:cSld>
  <p:clrMapOvr>
    <a:masterClrMapping/>
  </p:clrMapOvr>
  <p:transition spd="med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2/10/2019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095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205522"/>
      </p:ext>
    </p:extLst>
  </p:cSld>
  <p:clrMapOvr>
    <a:masterClrMapping/>
  </p:clrMapOvr>
  <p:transition spd="med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2/10/2019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14939"/>
      </p:ext>
    </p:extLst>
  </p:cSld>
  <p:clrMapOvr>
    <a:masterClrMapping/>
  </p:clrMapOvr>
  <p:transition spd="med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2/10/2019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133428"/>
      </p:ext>
    </p:extLst>
  </p:cSld>
  <p:clrMapOvr>
    <a:masterClrMapping/>
  </p:clrMapOvr>
  <p:transition spd="med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2/10/2019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752598"/>
      </p:ext>
    </p:extLst>
  </p:cSld>
  <p:clrMapOvr>
    <a:masterClrMapping/>
  </p:clrMapOvr>
  <p:transition spd="med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151926"/>
      </p:ext>
    </p:extLst>
  </p:cSld>
  <p:clrMapOvr>
    <a:masterClrMapping/>
  </p:clrMapOvr>
  <p:transition spd="med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382635"/>
      </p:ext>
    </p:extLst>
  </p:cSld>
  <p:clrMapOvr>
    <a:masterClrMapping/>
  </p:clrMapOvr>
  <p:transition spd="med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00806"/>
      </p:ext>
    </p:extLst>
  </p:cSld>
  <p:clrMapOvr>
    <a:masterClrMapping/>
  </p:clrMapOvr>
  <p:transition spd="med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846CE7D5-CF57-46EF-B807-FDD0502418D4}" type="datetimeFigureOut">
              <a:rPr lang="en-US" smtClean="0"/>
              <a:t>2/10/2019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002755"/>
      </p:ext>
    </p:extLst>
  </p:cSld>
  <p:clrMapOvr>
    <a:masterClrMapping/>
  </p:clrMapOvr>
  <p:transition spd="med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2/10/2019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167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</p:sldLayoutIdLst>
  <p:transition spd="med">
    <p:push dir="u"/>
  </p:transition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alespage.com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3.xml"/><Relationship Id="rId3" Type="http://schemas.openxmlformats.org/officeDocument/2006/relationships/diagramLayout" Target="../diagrams/layout12.xml"/><Relationship Id="rId7" Type="http://schemas.openxmlformats.org/officeDocument/2006/relationships/diagramData" Target="../diagrams/data13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11" Type="http://schemas.microsoft.com/office/2007/relationships/diagramDrawing" Target="../diagrams/drawing13.xml"/><Relationship Id="rId5" Type="http://schemas.openxmlformats.org/officeDocument/2006/relationships/diagramColors" Target="../diagrams/colors12.xml"/><Relationship Id="rId10" Type="http://schemas.openxmlformats.org/officeDocument/2006/relationships/diagramColors" Target="../diagrams/colors13.xml"/><Relationship Id="rId4" Type="http://schemas.openxmlformats.org/officeDocument/2006/relationships/diagramQuickStyle" Target="../diagrams/quickStyle12.xml"/><Relationship Id="rId9" Type="http://schemas.openxmlformats.org/officeDocument/2006/relationships/diagramQuickStyle" Target="../diagrams/quickStyle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5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5.xml"/><Relationship Id="rId5" Type="http://schemas.openxmlformats.org/officeDocument/2006/relationships/diagramColors" Target="../diagrams/colors15.xml"/><Relationship Id="rId4" Type="http://schemas.openxmlformats.org/officeDocument/2006/relationships/diagramQuickStyle" Target="../diagrams/quickStyle1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7">
            <a:extLst>
              <a:ext uri="{FF2B5EF4-FFF2-40B4-BE49-F238E27FC236}">
                <a16:creationId xmlns:a16="http://schemas.microsoft.com/office/drawing/2014/main" id="{04B3A732-BD30-43B3-B22F-86F9419075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CB5978F0-8D3C-4B12-B071-F1254173E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371600"/>
            <a:ext cx="12192000" cy="4114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1693334"/>
            <a:ext cx="8821199" cy="3471334"/>
          </a:xfrm>
        </p:spPr>
        <p:txBody>
          <a:bodyPr anchor="ctr">
            <a:normAutofit/>
          </a:bodyPr>
          <a:lstStyle/>
          <a:p>
            <a:pPr algn="l"/>
            <a:r>
              <a:rPr lang="en-US" sz="8000"/>
              <a:t>Fuzzy Record Linkage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660219"/>
            <a:ext cx="9144000" cy="76263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2800"/>
              <a:t>By Gregory Smith &amp; Axel Solano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ransition spd="med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7">
            <a:extLst>
              <a:ext uri="{FF2B5EF4-FFF2-40B4-BE49-F238E27FC236}">
                <a16:creationId xmlns:a16="http://schemas.microsoft.com/office/drawing/2014/main" id="{B383374D-9EA7-4E1A-B621-AC981791C8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F8080A-BE41-489E-8E6E-DE2ED9EA0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Introduction</a:t>
            </a:r>
          </a:p>
        </p:txBody>
      </p:sp>
      <p:graphicFrame>
        <p:nvGraphicFramePr>
          <p:cNvPr id="33" name="Content Placeholder 2">
            <a:extLst>
              <a:ext uri="{FF2B5EF4-FFF2-40B4-BE49-F238E27FC236}">
                <a16:creationId xmlns:a16="http://schemas.microsoft.com/office/drawing/2014/main" id="{2F813DEE-4D70-4B55-9F13-64FFBB376E7B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3171485869"/>
              </p:ext>
            </p:extLst>
          </p:nvPr>
        </p:nvGraphicFramePr>
        <p:xfrm>
          <a:off x="-984980" y="1949057"/>
          <a:ext cx="14160375" cy="47643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9333498"/>
      </p:ext>
    </p:extLst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D8A34-E4C6-E148-9EA1-2BB1FC96F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/>
              <a:t>Client info</a:t>
            </a:r>
          </a:p>
        </p:txBody>
      </p:sp>
      <p:pic>
        <p:nvPicPr>
          <p:cNvPr id="7" name="Picture 7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637E1154-2245-4340-ACC9-A4604B346B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90735" y="4772464"/>
            <a:ext cx="7021878" cy="1290758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08C1F55-8ADE-46D5-BB1E-94A5AD63C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743827" y="2566952"/>
            <a:ext cx="6697782" cy="2006012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/>
            <a:r>
              <a:rPr lang="en-US" sz="3000"/>
              <a:t>Local company based in Kalamazoo, MI</a:t>
            </a:r>
          </a:p>
          <a:p>
            <a:pPr algn="ctr"/>
            <a:r>
              <a:rPr lang="en-US" sz="3000"/>
              <a:t> Master data management platform</a:t>
            </a:r>
          </a:p>
          <a:p>
            <a:pPr algn="ctr"/>
            <a:r>
              <a:rPr lang="en-US" sz="3000" dirty="0">
                <a:solidFill>
                  <a:schemeClr val="bg2">
                    <a:lumMod val="50000"/>
                  </a:schemeClr>
                </a:solidFill>
                <a:hlinkClick r:id="rId3"/>
              </a:rPr>
              <a:t>https://www.salespage.com/</a:t>
            </a:r>
            <a:endParaRPr lang="en-US" sz="300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2428199"/>
      </p:ext>
    </p:extLst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8131C-910D-46BC-828B-4BD1199AF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problem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725E97E2-1BDA-4A67-9F12-DEE3F223766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679255235"/>
              </p:ext>
            </p:extLst>
          </p:nvPr>
        </p:nvGraphicFramePr>
        <p:xfrm>
          <a:off x="2148289" y="2182657"/>
          <a:ext cx="8074850" cy="203199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76598">
                  <a:extLst>
                    <a:ext uri="{9D8B030D-6E8A-4147-A177-3AD203B41FA5}">
                      <a16:colId xmlns:a16="http://schemas.microsoft.com/office/drawing/2014/main" val="3193687645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2359767382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3065465647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2445136985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1601639182"/>
                    </a:ext>
                  </a:extLst>
                </a:gridCol>
              </a:tblGrid>
              <a:tr h="370839">
                <a:tc gridSpan="5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3000" b="1"/>
                        <a:t>Data Set A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908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Unique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748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Grand Rapids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(616) 123-4567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11111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7714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Johnson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William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Kalamazoo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(269) 456-7890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22222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58567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Miller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Detroit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(313) 987-6543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33333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84610"/>
                  </a:ext>
                </a:extLst>
              </a:tr>
            </a:tbl>
          </a:graphicData>
        </a:graphic>
      </p:graphicFrame>
      <p:graphicFrame>
        <p:nvGraphicFramePr>
          <p:cNvPr id="3" name="Table 7">
            <a:extLst>
              <a:ext uri="{FF2B5EF4-FFF2-40B4-BE49-F238E27FC236}">
                <a16:creationId xmlns:a16="http://schemas.microsoft.com/office/drawing/2014/main" id="{82B48639-1E95-40CA-BB13-BE23D351806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90154603"/>
              </p:ext>
            </p:extLst>
          </p:nvPr>
        </p:nvGraphicFramePr>
        <p:xfrm>
          <a:off x="2145205" y="4501001"/>
          <a:ext cx="8074850" cy="203199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76598">
                  <a:extLst>
                    <a:ext uri="{9D8B030D-6E8A-4147-A177-3AD203B41FA5}">
                      <a16:colId xmlns:a16="http://schemas.microsoft.com/office/drawing/2014/main" val="3193687645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2359767382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3065465647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2445136985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1601639182"/>
                    </a:ext>
                  </a:extLst>
                </a:gridCol>
              </a:tblGrid>
              <a:tr h="370839">
                <a:tc gridSpan="5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3000"/>
                        <a:t>Data Set B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908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Unique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748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(616) 123-4567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7714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Johnson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Will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Kalamazoo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(269) 456-7890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58567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Miller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/>
                        <a:t>Chicago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(313) 987-6543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846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8208760"/>
      </p:ext>
    </p:extLst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B972422-B794-4FA8-BCC6-BAF6938A1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5D13FF-D9E1-421B-AC1F-24D74587B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1325880"/>
            <a:ext cx="3089437" cy="4206240"/>
          </a:xfrm>
        </p:spPr>
        <p:txBody>
          <a:bodyPr>
            <a:normAutofit/>
          </a:bodyPr>
          <a:lstStyle/>
          <a:p>
            <a:pPr algn="r"/>
            <a:r>
              <a:rPr lang="en-US" sz="3200">
                <a:solidFill>
                  <a:schemeClr val="tx2"/>
                </a:solidFill>
              </a:rPr>
              <a:t>Objective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DE9E2B-5611-49C8-862E-AD4D43A8A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5668" cy="48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296EC4F-8732-481B-94CB-C98E4EF297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59935" y="1836869"/>
            <a:ext cx="0" cy="3184263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F6B14-8370-4B53-85FE-29D280D68C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1668" y="1126067"/>
            <a:ext cx="6605331" cy="46058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800">
                <a:solidFill>
                  <a:schemeClr val="tx2"/>
                </a:solidFill>
              </a:rPr>
              <a:t>Given a master dataset and matching datasets, </a:t>
            </a:r>
            <a:r>
              <a:rPr lang="en-US" sz="3000">
                <a:solidFill>
                  <a:schemeClr val="tx2"/>
                </a:solidFill>
              </a:rPr>
              <a:t>generate</a:t>
            </a:r>
            <a:r>
              <a:rPr lang="en-US" sz="2800">
                <a:solidFill>
                  <a:schemeClr val="tx2"/>
                </a:solidFill>
              </a:rPr>
              <a:t> functionality to evaluate various datapoints and return a level of confidence of a match to the master dataset.</a:t>
            </a:r>
            <a:endParaRPr lang="en-US">
              <a:solidFill>
                <a:schemeClr val="tx2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19C7155-1644-4C60-B0B5-32B1800D6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75400"/>
            <a:ext cx="12195668" cy="48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9563442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6B997-41F0-49A9-8C40-55D4A985E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Requirements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5BB43BFB-C993-429F-8FE7-ECD82CA267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92452591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04360089"/>
      </p:ext>
    </p:extLst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1DAEC-E455-404E-A00A-CB67DE078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Design Decisions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6D158B1-0B4A-450B-A537-05157B88CB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482965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64519627"/>
      </p:ext>
    </p:extLst>
  </p:cSld>
  <p:clrMapOvr>
    <a:masterClrMapping/>
  </p:clrMapOvr>
  <p:transition spd="med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59081-290F-AC4D-9800-6BE6CBD33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What is Maven?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BFD9299-9791-4DCB-B085-A1C18457C4E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29149426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35533838"/>
      </p:ext>
    </p:extLst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E13D9-0A5C-45BB-9ED4-74F0C346C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514" y="284176"/>
            <a:ext cx="3886199" cy="1508760"/>
          </a:xfrm>
        </p:spPr>
        <p:txBody>
          <a:bodyPr>
            <a:normAutofit/>
          </a:bodyPr>
          <a:lstStyle/>
          <a:p>
            <a:r>
              <a:rPr lang="en-US"/>
              <a:t>Design</a:t>
            </a:r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494D45AE-1E70-46DE-8CEB-37E01B080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3120" y="0"/>
            <a:ext cx="754888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844AD36-4F46-4173-8A18-BA4C2267A9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7283" y="0"/>
            <a:ext cx="4027471" cy="39489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DEE670-2A62-4487-B887-E9EE53644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84592" y="0"/>
            <a:ext cx="3107408" cy="2828913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C91C101-B43C-419E-8197-06D7E53B5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7284" y="4109826"/>
            <a:ext cx="4016442" cy="2748174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BAE892B-B008-4202-A3A4-E2280B0A08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99034" y="2989781"/>
            <a:ext cx="3092966" cy="38682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0" descr="A close up of a sign&#10;&#10;Description generated with very high confidence">
            <a:extLst>
              <a:ext uri="{FF2B5EF4-FFF2-40B4-BE49-F238E27FC236}">
                <a16:creationId xmlns:a16="http://schemas.microsoft.com/office/drawing/2014/main" id="{00A06706-08AA-4671-859A-9C9719FCF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54" y="2123784"/>
            <a:ext cx="2973093" cy="4436354"/>
          </a:xfrm>
          <a:prstGeom prst="rect">
            <a:avLst/>
          </a:prstGeom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959D16F6-7985-4975-BC57-737026EC6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3135" y="-842"/>
            <a:ext cx="7289843" cy="685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407039"/>
      </p:ext>
    </p:extLst>
  </p:cSld>
  <p:clrMapOvr>
    <a:masterClrMapping/>
  </p:clrMapOvr>
  <p:transition spd="med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7117C-B6F5-4437-82B2-3CBF77B4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419" y="238819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Implementation</a:t>
            </a:r>
          </a:p>
        </p:txBody>
      </p: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0CE5EDD1-A9DE-4E53-9521-4D3BF62685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5904025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1241604"/>
      </p:ext>
    </p:extLst>
  </p:cSld>
  <p:clrMapOvr>
    <a:masterClrMapping/>
  </p:clrMapOvr>
  <p:transition spd="med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8AFA-23C4-47EE-9E5C-FF0256A98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82" y="571622"/>
            <a:ext cx="8761413" cy="926039"/>
          </a:xfrm>
        </p:spPr>
        <p:txBody>
          <a:bodyPr>
            <a:normAutofit/>
          </a:bodyPr>
          <a:lstStyle/>
          <a:p>
            <a:r>
              <a:rPr lang="en-US" u="sng" dirty="0"/>
              <a:t>Implementation</a:t>
            </a:r>
            <a:br>
              <a:rPr lang="en-US" sz="2000"/>
            </a:br>
            <a:r>
              <a:rPr lang="en-US" sz="2000" dirty="0"/>
              <a:t>                                        Pre-Processing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DE4AADE-FD6A-4793-BA6E-9EDB324B1E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02280367"/>
              </p:ext>
            </p:extLst>
          </p:nvPr>
        </p:nvGraphicFramePr>
        <p:xfrm>
          <a:off x="987921" y="2189062"/>
          <a:ext cx="10512775" cy="40399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77" name="Arrow: Down 276">
            <a:extLst>
              <a:ext uri="{FF2B5EF4-FFF2-40B4-BE49-F238E27FC236}">
                <a16:creationId xmlns:a16="http://schemas.microsoft.com/office/drawing/2014/main" id="{E9A3C151-2FED-416A-BCC5-9167FB06C0A1}"/>
              </a:ext>
            </a:extLst>
          </p:cNvPr>
          <p:cNvSpPr/>
          <p:nvPr/>
        </p:nvSpPr>
        <p:spPr>
          <a:xfrm>
            <a:off x="7184772" y="4618124"/>
            <a:ext cx="947620" cy="621522"/>
          </a:xfrm>
          <a:prstGeom prst="downArrow">
            <a:avLst/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</a:t>
            </a:r>
          </a:p>
        </p:txBody>
      </p:sp>
      <p:sp>
        <p:nvSpPr>
          <p:cNvPr id="315" name="Arrow: Down 314">
            <a:extLst>
              <a:ext uri="{FF2B5EF4-FFF2-40B4-BE49-F238E27FC236}">
                <a16:creationId xmlns:a16="http://schemas.microsoft.com/office/drawing/2014/main" id="{9DD5ED7F-FF54-4E68-BB91-7EB9083D3498}"/>
              </a:ext>
            </a:extLst>
          </p:cNvPr>
          <p:cNvSpPr/>
          <p:nvPr/>
        </p:nvSpPr>
        <p:spPr>
          <a:xfrm>
            <a:off x="9943405" y="4589187"/>
            <a:ext cx="947620" cy="621522"/>
          </a:xfrm>
          <a:prstGeom prst="downArrow">
            <a:avLst/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</a:t>
            </a:r>
          </a:p>
        </p:txBody>
      </p:sp>
    </p:spTree>
    <p:extLst>
      <p:ext uri="{BB962C8B-B14F-4D97-AF65-F5344CB8AC3E}">
        <p14:creationId xmlns:p14="http://schemas.microsoft.com/office/powerpoint/2010/main" val="2857101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  <a:extLst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9E8E-6F7A-47C3-A181-38FBAD9DA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0327" y="39069"/>
            <a:ext cx="5371507" cy="1974183"/>
          </a:xfrm>
        </p:spPr>
        <p:txBody>
          <a:bodyPr anchor="ctr">
            <a:normAutofit/>
          </a:bodyPr>
          <a:lstStyle/>
          <a:p>
            <a:r>
              <a:rPr lang="en-US" u="sng" err="1"/>
              <a:t>ImplementatiOn</a:t>
            </a:r>
            <a:br>
              <a:rPr lang="en-US" sz="4800" u="sng"/>
            </a:br>
            <a:r>
              <a:rPr lang="en-US" sz="2000"/>
              <a:t>                                                          Indexing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AE1E7-E138-4C88-8422-B6007378E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>
              <a:solidFill>
                <a:schemeClr val="tx1"/>
              </a:solidFill>
            </a:endParaRPr>
          </a:p>
          <a:p>
            <a:pPr lvl="1"/>
            <a:endParaRPr lang="en-US">
              <a:solidFill>
                <a:schemeClr val="tx1"/>
              </a:solidFill>
            </a:endParaRPr>
          </a:p>
          <a:p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64E8A326-783B-4E87-8335-3177A01B15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66655426"/>
              </p:ext>
            </p:extLst>
          </p:nvPr>
        </p:nvGraphicFramePr>
        <p:xfrm>
          <a:off x="3152140" y="1691958"/>
          <a:ext cx="6765925" cy="49723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786369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  <a:extLst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9E8E-6F7A-47C3-A181-38FBAD9DA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727" y="-1220771"/>
            <a:ext cx="5452787" cy="4686903"/>
          </a:xfrm>
        </p:spPr>
        <p:txBody>
          <a:bodyPr anchor="ctr">
            <a:normAutofit/>
          </a:bodyPr>
          <a:lstStyle/>
          <a:p>
            <a:r>
              <a:rPr lang="en-US" u="sng"/>
              <a:t>Implementation</a:t>
            </a:r>
            <a:br>
              <a:rPr lang="en-US" sz="4800" u="sng"/>
            </a:br>
            <a:r>
              <a:rPr lang="en-US" sz="2000"/>
              <a:t>                                                         Indexing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AE1E7-E138-4C88-8422-B6007378E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6679" y="1055069"/>
            <a:ext cx="5579707" cy="4686903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>
              <a:solidFill>
                <a:schemeClr val="tx1"/>
              </a:solidFill>
            </a:endParaRPr>
          </a:p>
          <a:p>
            <a:pPr lvl="1"/>
            <a:endParaRPr lang="en-US">
              <a:solidFill>
                <a:schemeClr val="tx1"/>
              </a:solidFill>
            </a:endParaRPr>
          </a:p>
          <a:p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64E8A326-783B-4E87-8335-3177A01B15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9395436"/>
              </p:ext>
            </p:extLst>
          </p:nvPr>
        </p:nvGraphicFramePr>
        <p:xfrm>
          <a:off x="3050540" y="1580198"/>
          <a:ext cx="6817995" cy="51958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490225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F82D6-6EF0-4EE9-9BF2-D69B2129B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19" y="247890"/>
            <a:ext cx="9784080" cy="1508760"/>
          </a:xfrm>
        </p:spPr>
        <p:txBody>
          <a:bodyPr>
            <a:normAutofit/>
          </a:bodyPr>
          <a:lstStyle/>
          <a:p>
            <a:r>
              <a:rPr lang="en-US" u="sng"/>
              <a:t>Implementation</a:t>
            </a:r>
            <a:br>
              <a:rPr lang="en-US"/>
            </a:br>
            <a:r>
              <a:rPr lang="en-US" sz="2000"/>
              <a:t>                  Record pair comparison</a:t>
            </a:r>
            <a:endParaRPr lang="en-US"/>
          </a:p>
        </p:txBody>
      </p:sp>
      <p:graphicFrame>
        <p:nvGraphicFramePr>
          <p:cNvPr id="44" name="Content Placeholder 2">
            <a:extLst>
              <a:ext uri="{FF2B5EF4-FFF2-40B4-BE49-F238E27FC236}">
                <a16:creationId xmlns:a16="http://schemas.microsoft.com/office/drawing/2014/main" id="{08CE8C4A-8384-4FCD-8F5E-0EB18CB33F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2132601"/>
              </p:ext>
            </p:extLst>
          </p:nvPr>
        </p:nvGraphicFramePr>
        <p:xfrm>
          <a:off x="289223" y="2058002"/>
          <a:ext cx="11627796" cy="42954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12820738"/>
      </p:ext>
    </p:extLst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597C2-F8D2-4E24-9566-2BD1DE4F4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285" y="462765"/>
            <a:ext cx="8761413" cy="1011764"/>
          </a:xfrm>
        </p:spPr>
        <p:txBody>
          <a:bodyPr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4800" u="sng"/>
              <a:t>Implementation</a:t>
            </a:r>
            <a:br>
              <a:rPr lang="en-US" sz="2000"/>
            </a:br>
            <a:r>
              <a:rPr lang="en-US" sz="2000"/>
              <a:t>                                           Score Classification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EB22E1F6-7137-469E-B51F-D17C9B8603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4740780"/>
              </p:ext>
            </p:extLst>
          </p:nvPr>
        </p:nvGraphicFramePr>
        <p:xfrm>
          <a:off x="1286934" y="2324100"/>
          <a:ext cx="9625383" cy="34226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392834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3A383-3EAE-4463-ABA9-5F6CB0B0C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990" y="256962"/>
            <a:ext cx="9784080" cy="1508760"/>
          </a:xfrm>
        </p:spPr>
        <p:txBody>
          <a:bodyPr>
            <a:normAutofit/>
          </a:bodyPr>
          <a:lstStyle/>
          <a:p>
            <a:r>
              <a:rPr lang="en-US" u="sng"/>
              <a:t>Implementation</a:t>
            </a:r>
            <a:br>
              <a:rPr lang="en-US"/>
            </a:br>
            <a:r>
              <a:rPr lang="en-US" sz="2000"/>
              <a:t>                                                  Evaluation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9C8D3E0-7FD5-44A9-88D0-1BCED47DF21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87724710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86476324"/>
      </p:ext>
    </p:extLst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95000-3253-4E9B-A418-54E97DE14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Core Dependencies</a:t>
            </a:r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6B958D69-3203-40F1-9D49-D74BCEAF9A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9552702"/>
              </p:ext>
            </p:extLst>
          </p:nvPr>
        </p:nvGraphicFramePr>
        <p:xfrm>
          <a:off x="783247" y="4352285"/>
          <a:ext cx="10496917" cy="16870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489" name="Content Placeholder 2">
            <a:extLst>
              <a:ext uri="{FF2B5EF4-FFF2-40B4-BE49-F238E27FC236}">
                <a16:creationId xmlns:a16="http://schemas.microsoft.com/office/drawing/2014/main" id="{11036D18-2528-42D6-8D1A-3B40A50234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31062843"/>
              </p:ext>
            </p:extLst>
          </p:nvPr>
        </p:nvGraphicFramePr>
        <p:xfrm>
          <a:off x="2029799" y="665380"/>
          <a:ext cx="7849457" cy="47545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902493049"/>
      </p:ext>
    </p:extLst>
  </p:cSld>
  <p:clrMapOvr>
    <a:masterClrMapping/>
  </p:clrMapOvr>
  <p:transition spd="med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17">
            <a:extLst>
              <a:ext uri="{FF2B5EF4-FFF2-40B4-BE49-F238E27FC236}">
                <a16:creationId xmlns:a16="http://schemas.microsoft.com/office/drawing/2014/main" id="{5F9F5EB8-AB42-47FD-8F4A-176C0A4B1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2059012"/>
            <a:ext cx="12188952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8" name="Rectangle 19">
            <a:extLst>
              <a:ext uri="{FF2B5EF4-FFF2-40B4-BE49-F238E27FC236}">
                <a16:creationId xmlns:a16="http://schemas.microsoft.com/office/drawing/2014/main" id="{CA758F27-EB0A-4675-AACF-0CD47C911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053B6C-2329-D843-BCE2-6DEC6AC95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6" y="5536992"/>
            <a:ext cx="10905065" cy="66267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0000"/>
              </a:lnSpc>
            </a:pPr>
            <a:r>
              <a:rPr lang="en-US" i="0" spc="150">
                <a:solidFill>
                  <a:schemeClr val="tx2"/>
                </a:solidFill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Demo</a:t>
            </a:r>
            <a:endParaRPr lang="en-US" b="1" i="0" spc="150">
              <a:solidFill>
                <a:schemeClr val="tx2"/>
              </a:solidFill>
            </a:endParaRPr>
          </a:p>
        </p:txBody>
      </p:sp>
      <p:sp>
        <p:nvSpPr>
          <p:cNvPr id="29" name="Rectangle 21">
            <a:extLst>
              <a:ext uri="{FF2B5EF4-FFF2-40B4-BE49-F238E27FC236}">
                <a16:creationId xmlns:a16="http://schemas.microsoft.com/office/drawing/2014/main" id="{CFDF506A-FD4E-4BBC-A10A-DEB94F9BAA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1732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6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06D93BB7-3971-4971-9BB9-8F3DA7276AC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259"/>
          <a:stretch/>
        </p:blipFill>
        <p:spPr>
          <a:xfrm>
            <a:off x="660491" y="392769"/>
            <a:ext cx="10880307" cy="5027137"/>
          </a:xfrm>
          <a:prstGeom prst="rect">
            <a:avLst/>
          </a:prstGeom>
        </p:spPr>
      </p:pic>
      <p:sp>
        <p:nvSpPr>
          <p:cNvPr id="30" name="Rectangle 23">
            <a:extLst>
              <a:ext uri="{FF2B5EF4-FFF2-40B4-BE49-F238E27FC236}">
                <a16:creationId xmlns:a16="http://schemas.microsoft.com/office/drawing/2014/main" id="{3571FB1B-4FFC-43D6-8121-390B3A44E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73369"/>
            <a:ext cx="12192000" cy="48463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971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4E59D7C1-6E25-48C3-B420-ED45FFDB7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7262" y="0"/>
            <a:ext cx="606473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374EBE0-04D0-42B1-93D5-4FC7C9EBA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19691" y="2054942"/>
            <a:ext cx="6072309" cy="18287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BB0B3C-25BB-804A-81C1-D232FBDC89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9950" y="2194560"/>
            <a:ext cx="5418961" cy="1739347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2"/>
                </a:solidFill>
              </a:rPr>
              <a:t>Demo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EAEB6D-60FF-455D-B8CC-2AC963CE0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25497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pic>
        <p:nvPicPr>
          <p:cNvPr id="5" name="Picture 4" descr="A screen shot of a social media post&#10;&#10;Description generated with very high confidence">
            <a:extLst>
              <a:ext uri="{FF2B5EF4-FFF2-40B4-BE49-F238E27FC236}">
                <a16:creationId xmlns:a16="http://schemas.microsoft.com/office/drawing/2014/main" id="{A461B10E-5EB2-9041-BE1A-36DAFD763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71" y="332890"/>
            <a:ext cx="5854750" cy="6197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2659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D581E-FABD-1641-A0DC-8DB56DE06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Testing</a:t>
            </a:r>
          </a:p>
        </p:txBody>
      </p:sp>
      <p:pic>
        <p:nvPicPr>
          <p:cNvPr id="5" name="Content Placeholder 4" descr="A screenshot of text&#10;&#10;Description automatically generated">
            <a:extLst>
              <a:ext uri="{FF2B5EF4-FFF2-40B4-BE49-F238E27FC236}">
                <a16:creationId xmlns:a16="http://schemas.microsoft.com/office/drawing/2014/main" id="{6A2866DB-F514-0045-A46B-B839FD8563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8114" y="138223"/>
            <a:ext cx="6251774" cy="6434488"/>
          </a:xfrm>
        </p:spPr>
      </p:pic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78EE3D63-E933-AF4E-91FD-B6A6276A15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0969" y="1665500"/>
            <a:ext cx="3508822" cy="4906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5657608"/>
      </p:ext>
    </p:extLst>
  </p:cSld>
  <p:clrMapOvr>
    <a:masterClrMapping/>
  </p:clrMapOvr>
  <p:transition spd="med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86494-2F9F-F246-B116-3397D2B5A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Maintainability</a:t>
            </a:r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3D7B9FC1-C9D4-4ECF-91FB-636D5DA1EE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04408571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74491162"/>
      </p:ext>
    </p:extLst>
  </p:cSld>
  <p:clrMapOvr>
    <a:masterClrMapping/>
  </p:clrMapOvr>
  <p:transition spd="med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5165E-8BC8-4B43-9828-E96358D85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999" y="4873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Achieved Goals</a:t>
            </a:r>
            <a:br>
              <a:rPr lang="en-US"/>
            </a:br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F543AEC-F052-4A96-8140-2F31C33E45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6450314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54208678"/>
      </p:ext>
    </p:extLst>
  </p:cSld>
  <p:clrMapOvr>
    <a:masterClrMapping/>
  </p:clrMapOvr>
  <p:transition spd="med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EC86A-384A-7641-935C-0E8AE94D0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56E413-37EA-A84F-AC2C-9ADA22FE19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We believe we conclude a decent and complex version 1 of the project but we are looking to meet with the client to make some modifications if necessary.</a:t>
            </a:r>
          </a:p>
          <a:p>
            <a:r>
              <a:rPr lang="en-US" dirty="0"/>
              <a:t>We also will work in another version to compare other complex models to test performance and behavior.</a:t>
            </a:r>
          </a:p>
          <a:p>
            <a:r>
              <a:rPr lang="en-US" dirty="0"/>
              <a:t>We learn a about the different string similarity algorithms used in the industry.</a:t>
            </a:r>
          </a:p>
        </p:txBody>
      </p:sp>
    </p:spTree>
    <p:extLst>
      <p:ext uri="{BB962C8B-B14F-4D97-AF65-F5344CB8AC3E}">
        <p14:creationId xmlns:p14="http://schemas.microsoft.com/office/powerpoint/2010/main" val="436893362"/>
      </p:ext>
    </p:extLst>
  </p:cSld>
  <p:clrMapOvr>
    <a:masterClrMapping/>
  </p:clrMapOvr>
  <p:transition spd="med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anded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Banded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Application>Microsoft Office PowerPoint</Application>
  <PresentationFormat>Widescreen</PresentationFormat>
  <Slides>23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Banded</vt:lpstr>
      <vt:lpstr>Fuzzy Record Linkage</vt:lpstr>
      <vt:lpstr>Introduction</vt:lpstr>
      <vt:lpstr>Client info</vt:lpstr>
      <vt:lpstr>The problem</vt:lpstr>
      <vt:lpstr>Objective</vt:lpstr>
      <vt:lpstr>Requirements</vt:lpstr>
      <vt:lpstr>Design Decisions</vt:lpstr>
      <vt:lpstr>What is Maven?</vt:lpstr>
      <vt:lpstr>Design</vt:lpstr>
      <vt:lpstr>Implementation</vt:lpstr>
      <vt:lpstr>Implementation                                         Pre-Processing</vt:lpstr>
      <vt:lpstr>ImplementatiOn                                                           Indexing</vt:lpstr>
      <vt:lpstr>Implementation                                                          Indexing</vt:lpstr>
      <vt:lpstr>Implementation                   Record pair comparison</vt:lpstr>
      <vt:lpstr>Implementation                                            Score Classification</vt:lpstr>
      <vt:lpstr>Implementation                                                   Evaluation</vt:lpstr>
      <vt:lpstr>Core Dependencies</vt:lpstr>
      <vt:lpstr>Demo</vt:lpstr>
      <vt:lpstr>Demo</vt:lpstr>
      <vt:lpstr>Testing</vt:lpstr>
      <vt:lpstr>Maintainability</vt:lpstr>
      <vt:lpstr>Achieved Goals 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revision>99</cp:revision>
  <dcterms:created xsi:type="dcterms:W3CDTF">2013-07-15T20:26:40Z</dcterms:created>
  <dcterms:modified xsi:type="dcterms:W3CDTF">2019-02-11T03:41:07Z</dcterms:modified>
</cp:coreProperties>
</file>