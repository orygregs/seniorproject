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8" r:id="rId11"/>
    <p:sldId id="269" r:id="rId12"/>
    <p:sldId id="266" r:id="rId13"/>
    <p:sldId id="270" r:id="rId14"/>
    <p:sldId id="271" r:id="rId15"/>
    <p:sldId id="272" r:id="rId16"/>
    <p:sldId id="276" r:id="rId17"/>
    <p:sldId id="273" r:id="rId18"/>
    <p:sldId id="277" r:id="rId19"/>
    <p:sldId id="280" r:id="rId20"/>
    <p:sldId id="274" r:id="rId21"/>
    <p:sldId id="278" r:id="rId22"/>
    <p:sldId id="279" r:id="rId23"/>
    <p:sldId id="2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B5E4E-832C-D36B-DCBF-9724A3E1BE08}" v="2" dt="2019-02-04T19:04:46.970"/>
    <p1510:client id="{60D815F5-95D0-F97F-8629-A1BBB718ADB4}" v="3" dt="2019-02-04T23:03:48.6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538" autoAdjust="0"/>
    <p:restoredTop sz="94660"/>
  </p:normalViewPr>
  <p:slideViewPr>
    <p:cSldViewPr snapToGrid="0">
      <p:cViewPr varScale="1">
        <p:scale>
          <a:sx n="79" d="100"/>
          <a:sy n="79" d="100"/>
        </p:scale>
        <p:origin x="232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FB87C3-FCC9-46D8-8275-62A0B38C812D}" type="doc">
      <dgm:prSet loTypeId="urn:microsoft.com/office/officeart/2016/7/layout/RepeatingBendingProcessNew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10F1D7F-1D49-4066-B0E4-252021FCA9F6}">
      <dgm:prSet/>
      <dgm:spPr/>
      <dgm:t>
        <a:bodyPr/>
        <a:lstStyle/>
        <a:p>
          <a:r>
            <a:rPr lang="en-US"/>
            <a:t>Objective</a:t>
          </a:r>
        </a:p>
      </dgm:t>
    </dgm:pt>
    <dgm:pt modelId="{A38DAFCA-121C-493D-86CA-6013D34F4A6D}" type="parTrans" cxnId="{74B075FA-A62A-488B-BD10-A6815CB257D4}">
      <dgm:prSet/>
      <dgm:spPr/>
      <dgm:t>
        <a:bodyPr/>
        <a:lstStyle/>
        <a:p>
          <a:endParaRPr lang="en-US"/>
        </a:p>
      </dgm:t>
    </dgm:pt>
    <dgm:pt modelId="{DFDDE746-FC5E-4BF4-9DCB-F7ACCB1A9399}" type="sibTrans" cxnId="{74B075FA-A62A-488B-BD10-A6815CB257D4}">
      <dgm:prSet/>
      <dgm:spPr/>
      <dgm:t>
        <a:bodyPr/>
        <a:lstStyle/>
        <a:p>
          <a:endParaRPr lang="en-US"/>
        </a:p>
      </dgm:t>
    </dgm:pt>
    <dgm:pt modelId="{68EB87DB-0581-4640-9ADB-562EA677AF1B}">
      <dgm:prSet/>
      <dgm:spPr/>
      <dgm:t>
        <a:bodyPr/>
        <a:lstStyle/>
        <a:p>
          <a:r>
            <a:rPr lang="en-US"/>
            <a:t>Requirements</a:t>
          </a:r>
        </a:p>
      </dgm:t>
    </dgm:pt>
    <dgm:pt modelId="{B9E493AD-D727-4CC2-8143-AC96A6539E18}" type="parTrans" cxnId="{56DF10C2-04A4-4935-BB08-44EBD597AF70}">
      <dgm:prSet/>
      <dgm:spPr/>
      <dgm:t>
        <a:bodyPr/>
        <a:lstStyle/>
        <a:p>
          <a:endParaRPr lang="en-US"/>
        </a:p>
      </dgm:t>
    </dgm:pt>
    <dgm:pt modelId="{41DCBC56-0FEF-4008-B83C-9C070D8BD2D1}" type="sibTrans" cxnId="{56DF10C2-04A4-4935-BB08-44EBD597AF70}">
      <dgm:prSet/>
      <dgm:spPr/>
      <dgm:t>
        <a:bodyPr/>
        <a:lstStyle/>
        <a:p>
          <a:endParaRPr lang="en-US"/>
        </a:p>
      </dgm:t>
    </dgm:pt>
    <dgm:pt modelId="{5260635D-9975-408F-AB5B-D0D381D7298C}">
      <dgm:prSet/>
      <dgm:spPr/>
      <dgm:t>
        <a:bodyPr/>
        <a:lstStyle/>
        <a:p>
          <a:r>
            <a:rPr lang="en-US"/>
            <a:t>Prerequisite Knowledge</a:t>
          </a:r>
        </a:p>
      </dgm:t>
    </dgm:pt>
    <dgm:pt modelId="{BEE9DE2A-FD41-43E2-B215-438512AE3407}" type="parTrans" cxnId="{B038AAF7-8EF1-4C3D-94D9-D885E9BB26DA}">
      <dgm:prSet/>
      <dgm:spPr/>
      <dgm:t>
        <a:bodyPr/>
        <a:lstStyle/>
        <a:p>
          <a:endParaRPr lang="en-US"/>
        </a:p>
      </dgm:t>
    </dgm:pt>
    <dgm:pt modelId="{3E005A74-2A07-436B-AEB0-AF32FDA4D238}" type="sibTrans" cxnId="{B038AAF7-8EF1-4C3D-94D9-D885E9BB26DA}">
      <dgm:prSet/>
      <dgm:spPr/>
      <dgm:t>
        <a:bodyPr/>
        <a:lstStyle/>
        <a:p>
          <a:endParaRPr lang="en-US"/>
        </a:p>
      </dgm:t>
    </dgm:pt>
    <dgm:pt modelId="{B5797D84-1906-4386-8C18-9FF24CE598A7}">
      <dgm:prSet/>
      <dgm:spPr/>
      <dgm:t>
        <a:bodyPr/>
        <a:lstStyle/>
        <a:p>
          <a:r>
            <a:rPr lang="en-US"/>
            <a:t>Design Decisions</a:t>
          </a:r>
        </a:p>
      </dgm:t>
    </dgm:pt>
    <dgm:pt modelId="{3957FD32-8139-4182-9954-BE72E8715911}" type="parTrans" cxnId="{A2AA4ACF-BC61-458B-AB41-71876018CFAD}">
      <dgm:prSet/>
      <dgm:spPr/>
      <dgm:t>
        <a:bodyPr/>
        <a:lstStyle/>
        <a:p>
          <a:endParaRPr lang="en-US"/>
        </a:p>
      </dgm:t>
    </dgm:pt>
    <dgm:pt modelId="{1B3E43C7-306F-4133-AA74-36CFA88610E3}" type="sibTrans" cxnId="{A2AA4ACF-BC61-458B-AB41-71876018CFAD}">
      <dgm:prSet/>
      <dgm:spPr/>
      <dgm:t>
        <a:bodyPr/>
        <a:lstStyle/>
        <a:p>
          <a:endParaRPr lang="en-US"/>
        </a:p>
      </dgm:t>
    </dgm:pt>
    <dgm:pt modelId="{AF7FACE5-68CF-4FE4-8DF4-E6F7BAC961AA}">
      <dgm:prSet/>
      <dgm:spPr/>
      <dgm:t>
        <a:bodyPr/>
        <a:lstStyle/>
        <a:p>
          <a:r>
            <a:rPr lang="en-US"/>
            <a:t>Design</a:t>
          </a:r>
        </a:p>
      </dgm:t>
    </dgm:pt>
    <dgm:pt modelId="{E5D9E631-9CF3-493E-AA21-17856051287C}" type="parTrans" cxnId="{2DBEFAE0-A30A-4DD7-9E27-DD151F95C50C}">
      <dgm:prSet/>
      <dgm:spPr/>
      <dgm:t>
        <a:bodyPr/>
        <a:lstStyle/>
        <a:p>
          <a:endParaRPr lang="en-US"/>
        </a:p>
      </dgm:t>
    </dgm:pt>
    <dgm:pt modelId="{3D9F8171-423A-4C13-B3E4-C4AFBAA55974}" type="sibTrans" cxnId="{2DBEFAE0-A30A-4DD7-9E27-DD151F95C50C}">
      <dgm:prSet/>
      <dgm:spPr/>
      <dgm:t>
        <a:bodyPr/>
        <a:lstStyle/>
        <a:p>
          <a:endParaRPr lang="en-US"/>
        </a:p>
      </dgm:t>
    </dgm:pt>
    <dgm:pt modelId="{AA3D64A1-5984-4150-B0E2-C7D4729E9C34}">
      <dgm:prSet/>
      <dgm:spPr/>
      <dgm:t>
        <a:bodyPr/>
        <a:lstStyle/>
        <a:p>
          <a:r>
            <a:rPr lang="en-US"/>
            <a:t>Implementation</a:t>
          </a:r>
        </a:p>
      </dgm:t>
    </dgm:pt>
    <dgm:pt modelId="{A8801D20-7991-464C-B1B5-8A8F0FB26E2E}" type="parTrans" cxnId="{7ACFF67F-D3A4-4060-B947-E6851538528E}">
      <dgm:prSet/>
      <dgm:spPr/>
      <dgm:t>
        <a:bodyPr/>
        <a:lstStyle/>
        <a:p>
          <a:endParaRPr lang="en-US"/>
        </a:p>
      </dgm:t>
    </dgm:pt>
    <dgm:pt modelId="{8B4AAB5F-F23A-4E49-8E27-64F73672C4BE}" type="sibTrans" cxnId="{7ACFF67F-D3A4-4060-B947-E6851538528E}">
      <dgm:prSet/>
      <dgm:spPr/>
      <dgm:t>
        <a:bodyPr/>
        <a:lstStyle/>
        <a:p>
          <a:endParaRPr lang="en-US"/>
        </a:p>
      </dgm:t>
    </dgm:pt>
    <dgm:pt modelId="{D26A42DB-657A-427C-BD7E-4C842922F6EE}">
      <dgm:prSet/>
      <dgm:spPr/>
      <dgm:t>
        <a:bodyPr/>
        <a:lstStyle/>
        <a:p>
          <a:r>
            <a:rPr lang="en-US"/>
            <a:t>Demo</a:t>
          </a:r>
        </a:p>
      </dgm:t>
    </dgm:pt>
    <dgm:pt modelId="{9DD14044-67E1-4828-8063-12842CF77B22}" type="parTrans" cxnId="{7D5C36F2-7A86-4DBD-8587-B2AEE7659A18}">
      <dgm:prSet/>
      <dgm:spPr/>
      <dgm:t>
        <a:bodyPr/>
        <a:lstStyle/>
        <a:p>
          <a:endParaRPr lang="en-US"/>
        </a:p>
      </dgm:t>
    </dgm:pt>
    <dgm:pt modelId="{91E4F36B-3DEC-4777-9FA9-DA73E7951DDC}" type="sibTrans" cxnId="{7D5C36F2-7A86-4DBD-8587-B2AEE7659A18}">
      <dgm:prSet/>
      <dgm:spPr/>
      <dgm:t>
        <a:bodyPr/>
        <a:lstStyle/>
        <a:p>
          <a:endParaRPr lang="en-US"/>
        </a:p>
      </dgm:t>
    </dgm:pt>
    <dgm:pt modelId="{84F6B20A-49A4-4704-AB4E-7D86696A7A35}">
      <dgm:prSet/>
      <dgm:spPr/>
      <dgm:t>
        <a:bodyPr/>
        <a:lstStyle/>
        <a:p>
          <a:r>
            <a:rPr lang="en-US"/>
            <a:t>Testing</a:t>
          </a:r>
        </a:p>
      </dgm:t>
    </dgm:pt>
    <dgm:pt modelId="{FDA44E1B-5F78-4948-ACC3-3D246362422C}" type="parTrans" cxnId="{0BAA96D4-7D28-4359-B70B-D19BDF874322}">
      <dgm:prSet/>
      <dgm:spPr/>
      <dgm:t>
        <a:bodyPr/>
        <a:lstStyle/>
        <a:p>
          <a:endParaRPr lang="en-US"/>
        </a:p>
      </dgm:t>
    </dgm:pt>
    <dgm:pt modelId="{2B59BDDE-5441-467A-B7C4-2EC5ED17C959}" type="sibTrans" cxnId="{0BAA96D4-7D28-4359-B70B-D19BDF874322}">
      <dgm:prSet/>
      <dgm:spPr/>
      <dgm:t>
        <a:bodyPr/>
        <a:lstStyle/>
        <a:p>
          <a:endParaRPr lang="en-US"/>
        </a:p>
      </dgm:t>
    </dgm:pt>
    <dgm:pt modelId="{40DB2B9C-1F19-441D-9344-82B86306084E}">
      <dgm:prSet/>
      <dgm:spPr/>
      <dgm:t>
        <a:bodyPr/>
        <a:lstStyle/>
        <a:p>
          <a:r>
            <a:rPr lang="en-US"/>
            <a:t>Maintainability</a:t>
          </a:r>
        </a:p>
      </dgm:t>
    </dgm:pt>
    <dgm:pt modelId="{C7AC878B-CD17-448F-89B2-CE269A4DC9B7}" type="parTrans" cxnId="{F4970BFF-2591-4EFC-B0B1-181FE5CD5793}">
      <dgm:prSet/>
      <dgm:spPr/>
      <dgm:t>
        <a:bodyPr/>
        <a:lstStyle/>
        <a:p>
          <a:endParaRPr lang="en-US"/>
        </a:p>
      </dgm:t>
    </dgm:pt>
    <dgm:pt modelId="{0E9130F9-B3D7-4EEB-A383-9206D26FD21C}" type="sibTrans" cxnId="{F4970BFF-2591-4EFC-B0B1-181FE5CD5793}">
      <dgm:prSet/>
      <dgm:spPr/>
      <dgm:t>
        <a:bodyPr/>
        <a:lstStyle/>
        <a:p>
          <a:endParaRPr lang="en-US"/>
        </a:p>
      </dgm:t>
    </dgm:pt>
    <dgm:pt modelId="{137C00AF-E6EB-4901-9912-841632B7FB80}">
      <dgm:prSet/>
      <dgm:spPr/>
      <dgm:t>
        <a:bodyPr/>
        <a:lstStyle/>
        <a:p>
          <a:r>
            <a:rPr lang="en-US"/>
            <a:t>Conclusion</a:t>
          </a:r>
        </a:p>
      </dgm:t>
    </dgm:pt>
    <dgm:pt modelId="{E1393884-C83C-4452-AB0B-DCE03292BC2D}" type="parTrans" cxnId="{2F567151-8DD8-4D39-9F13-D0CBB08EA15E}">
      <dgm:prSet/>
      <dgm:spPr/>
      <dgm:t>
        <a:bodyPr/>
        <a:lstStyle/>
        <a:p>
          <a:endParaRPr lang="en-US"/>
        </a:p>
      </dgm:t>
    </dgm:pt>
    <dgm:pt modelId="{8CB68216-67C1-45E1-A862-DBB3FF873EEA}" type="sibTrans" cxnId="{2F567151-8DD8-4D39-9F13-D0CBB08EA15E}">
      <dgm:prSet/>
      <dgm:spPr/>
      <dgm:t>
        <a:bodyPr/>
        <a:lstStyle/>
        <a:p>
          <a:endParaRPr lang="en-US"/>
        </a:p>
      </dgm:t>
    </dgm:pt>
    <dgm:pt modelId="{1B568152-F7DE-4EC2-9A57-16C6D2F43553}" type="pres">
      <dgm:prSet presAssocID="{14FB87C3-FCC9-46D8-8275-62A0B38C812D}" presName="Name0" presStyleCnt="0">
        <dgm:presLayoutVars>
          <dgm:dir/>
          <dgm:resizeHandles val="exact"/>
        </dgm:presLayoutVars>
      </dgm:prSet>
      <dgm:spPr/>
    </dgm:pt>
    <dgm:pt modelId="{E2CDC1BB-4431-4133-BD53-DBCAA86169D5}" type="pres">
      <dgm:prSet presAssocID="{310F1D7F-1D49-4066-B0E4-252021FCA9F6}" presName="node" presStyleLbl="node1" presStyleIdx="0" presStyleCnt="10">
        <dgm:presLayoutVars>
          <dgm:bulletEnabled val="1"/>
        </dgm:presLayoutVars>
      </dgm:prSet>
      <dgm:spPr/>
    </dgm:pt>
    <dgm:pt modelId="{0A8B2D3E-740B-4D9D-99B2-1742D0CB3B63}" type="pres">
      <dgm:prSet presAssocID="{DFDDE746-FC5E-4BF4-9DCB-F7ACCB1A9399}" presName="sibTrans" presStyleLbl="sibTrans1D1" presStyleIdx="0" presStyleCnt="9"/>
      <dgm:spPr/>
    </dgm:pt>
    <dgm:pt modelId="{AC021D17-5733-4947-A484-AB91373EB159}" type="pres">
      <dgm:prSet presAssocID="{DFDDE746-FC5E-4BF4-9DCB-F7ACCB1A9399}" presName="connectorText" presStyleLbl="sibTrans1D1" presStyleIdx="0" presStyleCnt="9"/>
      <dgm:spPr/>
    </dgm:pt>
    <dgm:pt modelId="{AE784806-2B11-4100-A23B-D5F2B01E020C}" type="pres">
      <dgm:prSet presAssocID="{68EB87DB-0581-4640-9ADB-562EA677AF1B}" presName="node" presStyleLbl="node1" presStyleIdx="1" presStyleCnt="10">
        <dgm:presLayoutVars>
          <dgm:bulletEnabled val="1"/>
        </dgm:presLayoutVars>
      </dgm:prSet>
      <dgm:spPr/>
    </dgm:pt>
    <dgm:pt modelId="{1A258D6D-16B7-4FA7-9943-B85607F84836}" type="pres">
      <dgm:prSet presAssocID="{41DCBC56-0FEF-4008-B83C-9C070D8BD2D1}" presName="sibTrans" presStyleLbl="sibTrans1D1" presStyleIdx="1" presStyleCnt="9"/>
      <dgm:spPr/>
    </dgm:pt>
    <dgm:pt modelId="{FA9BFEC1-6AA7-45CD-9275-97A52324C739}" type="pres">
      <dgm:prSet presAssocID="{41DCBC56-0FEF-4008-B83C-9C070D8BD2D1}" presName="connectorText" presStyleLbl="sibTrans1D1" presStyleIdx="1" presStyleCnt="9"/>
      <dgm:spPr/>
    </dgm:pt>
    <dgm:pt modelId="{D8A666C7-860D-4B52-940C-F99497E7CB70}" type="pres">
      <dgm:prSet presAssocID="{5260635D-9975-408F-AB5B-D0D381D7298C}" presName="node" presStyleLbl="node1" presStyleIdx="2" presStyleCnt="10">
        <dgm:presLayoutVars>
          <dgm:bulletEnabled val="1"/>
        </dgm:presLayoutVars>
      </dgm:prSet>
      <dgm:spPr/>
    </dgm:pt>
    <dgm:pt modelId="{0F9D3E92-D7CC-4CF3-AE60-DB33922BBB49}" type="pres">
      <dgm:prSet presAssocID="{3E005A74-2A07-436B-AEB0-AF32FDA4D238}" presName="sibTrans" presStyleLbl="sibTrans1D1" presStyleIdx="2" presStyleCnt="9"/>
      <dgm:spPr/>
    </dgm:pt>
    <dgm:pt modelId="{4418E20A-89C3-43EC-9AE2-7929350BB1B9}" type="pres">
      <dgm:prSet presAssocID="{3E005A74-2A07-436B-AEB0-AF32FDA4D238}" presName="connectorText" presStyleLbl="sibTrans1D1" presStyleIdx="2" presStyleCnt="9"/>
      <dgm:spPr/>
    </dgm:pt>
    <dgm:pt modelId="{6C16D514-85EA-49B3-8787-B36327098108}" type="pres">
      <dgm:prSet presAssocID="{B5797D84-1906-4386-8C18-9FF24CE598A7}" presName="node" presStyleLbl="node1" presStyleIdx="3" presStyleCnt="10">
        <dgm:presLayoutVars>
          <dgm:bulletEnabled val="1"/>
        </dgm:presLayoutVars>
      </dgm:prSet>
      <dgm:spPr/>
    </dgm:pt>
    <dgm:pt modelId="{843FAC37-E8E5-47E2-AB68-5485B1434D18}" type="pres">
      <dgm:prSet presAssocID="{1B3E43C7-306F-4133-AA74-36CFA88610E3}" presName="sibTrans" presStyleLbl="sibTrans1D1" presStyleIdx="3" presStyleCnt="9"/>
      <dgm:spPr/>
    </dgm:pt>
    <dgm:pt modelId="{656EC852-BE5A-48DA-867B-931F6921C6C2}" type="pres">
      <dgm:prSet presAssocID="{1B3E43C7-306F-4133-AA74-36CFA88610E3}" presName="connectorText" presStyleLbl="sibTrans1D1" presStyleIdx="3" presStyleCnt="9"/>
      <dgm:spPr/>
    </dgm:pt>
    <dgm:pt modelId="{63004A0F-076E-4106-9D7F-59AD5AC5DBDD}" type="pres">
      <dgm:prSet presAssocID="{AF7FACE5-68CF-4FE4-8DF4-E6F7BAC961AA}" presName="node" presStyleLbl="node1" presStyleIdx="4" presStyleCnt="10">
        <dgm:presLayoutVars>
          <dgm:bulletEnabled val="1"/>
        </dgm:presLayoutVars>
      </dgm:prSet>
      <dgm:spPr/>
    </dgm:pt>
    <dgm:pt modelId="{DE5C1767-BF4B-4A1A-B42D-A33A7D437D50}" type="pres">
      <dgm:prSet presAssocID="{3D9F8171-423A-4C13-B3E4-C4AFBAA55974}" presName="sibTrans" presStyleLbl="sibTrans1D1" presStyleIdx="4" presStyleCnt="9"/>
      <dgm:spPr/>
    </dgm:pt>
    <dgm:pt modelId="{36D2B366-095B-40ED-9849-FBB1C0FC9ED4}" type="pres">
      <dgm:prSet presAssocID="{3D9F8171-423A-4C13-B3E4-C4AFBAA55974}" presName="connectorText" presStyleLbl="sibTrans1D1" presStyleIdx="4" presStyleCnt="9"/>
      <dgm:spPr/>
    </dgm:pt>
    <dgm:pt modelId="{66514FB8-F9E4-4081-B52C-FC0A35189245}" type="pres">
      <dgm:prSet presAssocID="{AA3D64A1-5984-4150-B0E2-C7D4729E9C34}" presName="node" presStyleLbl="node1" presStyleIdx="5" presStyleCnt="10">
        <dgm:presLayoutVars>
          <dgm:bulletEnabled val="1"/>
        </dgm:presLayoutVars>
      </dgm:prSet>
      <dgm:spPr/>
    </dgm:pt>
    <dgm:pt modelId="{58A704E4-68B3-4F2E-8719-EF9AF78E4623}" type="pres">
      <dgm:prSet presAssocID="{8B4AAB5F-F23A-4E49-8E27-64F73672C4BE}" presName="sibTrans" presStyleLbl="sibTrans1D1" presStyleIdx="5" presStyleCnt="9"/>
      <dgm:spPr/>
    </dgm:pt>
    <dgm:pt modelId="{477716CA-3A16-4918-86DF-00B1839B8B02}" type="pres">
      <dgm:prSet presAssocID="{8B4AAB5F-F23A-4E49-8E27-64F73672C4BE}" presName="connectorText" presStyleLbl="sibTrans1D1" presStyleIdx="5" presStyleCnt="9"/>
      <dgm:spPr/>
    </dgm:pt>
    <dgm:pt modelId="{5F43A942-2CDC-4070-804D-858203AD01E8}" type="pres">
      <dgm:prSet presAssocID="{D26A42DB-657A-427C-BD7E-4C842922F6EE}" presName="node" presStyleLbl="node1" presStyleIdx="6" presStyleCnt="10">
        <dgm:presLayoutVars>
          <dgm:bulletEnabled val="1"/>
        </dgm:presLayoutVars>
      </dgm:prSet>
      <dgm:spPr/>
    </dgm:pt>
    <dgm:pt modelId="{AA003F4E-B50F-494D-98BF-201C6BC1CFDC}" type="pres">
      <dgm:prSet presAssocID="{91E4F36B-3DEC-4777-9FA9-DA73E7951DDC}" presName="sibTrans" presStyleLbl="sibTrans1D1" presStyleIdx="6" presStyleCnt="9"/>
      <dgm:spPr/>
    </dgm:pt>
    <dgm:pt modelId="{447AA1AA-5A42-4B3F-9C61-8B5E49F99297}" type="pres">
      <dgm:prSet presAssocID="{91E4F36B-3DEC-4777-9FA9-DA73E7951DDC}" presName="connectorText" presStyleLbl="sibTrans1D1" presStyleIdx="6" presStyleCnt="9"/>
      <dgm:spPr/>
    </dgm:pt>
    <dgm:pt modelId="{82970748-615C-4017-866C-7FB9B3962A40}" type="pres">
      <dgm:prSet presAssocID="{84F6B20A-49A4-4704-AB4E-7D86696A7A35}" presName="node" presStyleLbl="node1" presStyleIdx="7" presStyleCnt="10">
        <dgm:presLayoutVars>
          <dgm:bulletEnabled val="1"/>
        </dgm:presLayoutVars>
      </dgm:prSet>
      <dgm:spPr/>
    </dgm:pt>
    <dgm:pt modelId="{CE5A5135-140A-4FEB-BDB6-D68676486D7B}" type="pres">
      <dgm:prSet presAssocID="{2B59BDDE-5441-467A-B7C4-2EC5ED17C959}" presName="sibTrans" presStyleLbl="sibTrans1D1" presStyleIdx="7" presStyleCnt="9"/>
      <dgm:spPr/>
    </dgm:pt>
    <dgm:pt modelId="{B31EF8F6-8CBA-4B72-B225-3CF9A6783DEE}" type="pres">
      <dgm:prSet presAssocID="{2B59BDDE-5441-467A-B7C4-2EC5ED17C959}" presName="connectorText" presStyleLbl="sibTrans1D1" presStyleIdx="7" presStyleCnt="9"/>
      <dgm:spPr/>
    </dgm:pt>
    <dgm:pt modelId="{4E8E8209-9477-4DE4-B136-5A62B2DED6A9}" type="pres">
      <dgm:prSet presAssocID="{40DB2B9C-1F19-441D-9344-82B86306084E}" presName="node" presStyleLbl="node1" presStyleIdx="8" presStyleCnt="10">
        <dgm:presLayoutVars>
          <dgm:bulletEnabled val="1"/>
        </dgm:presLayoutVars>
      </dgm:prSet>
      <dgm:spPr/>
    </dgm:pt>
    <dgm:pt modelId="{ADE7FC53-3823-4BE2-B1DF-5ADC48DCA86C}" type="pres">
      <dgm:prSet presAssocID="{0E9130F9-B3D7-4EEB-A383-9206D26FD21C}" presName="sibTrans" presStyleLbl="sibTrans1D1" presStyleIdx="8" presStyleCnt="9"/>
      <dgm:spPr/>
    </dgm:pt>
    <dgm:pt modelId="{4E171155-06EF-4611-A554-493FA54A725F}" type="pres">
      <dgm:prSet presAssocID="{0E9130F9-B3D7-4EEB-A383-9206D26FD21C}" presName="connectorText" presStyleLbl="sibTrans1D1" presStyleIdx="8" presStyleCnt="9"/>
      <dgm:spPr/>
    </dgm:pt>
    <dgm:pt modelId="{7195DFFE-3BB8-44DD-8797-73288AE614B7}" type="pres">
      <dgm:prSet presAssocID="{137C00AF-E6EB-4901-9912-841632B7FB80}" presName="node" presStyleLbl="node1" presStyleIdx="9" presStyleCnt="10">
        <dgm:presLayoutVars>
          <dgm:bulletEnabled val="1"/>
        </dgm:presLayoutVars>
      </dgm:prSet>
      <dgm:spPr/>
    </dgm:pt>
  </dgm:ptLst>
  <dgm:cxnLst>
    <dgm:cxn modelId="{87338808-49FC-402E-997C-F07EA2ADD794}" type="presOf" srcId="{1B3E43C7-306F-4133-AA74-36CFA88610E3}" destId="{656EC852-BE5A-48DA-867B-931F6921C6C2}" srcOrd="1" destOrd="0" presId="urn:microsoft.com/office/officeart/2016/7/layout/RepeatingBendingProcessNew"/>
    <dgm:cxn modelId="{0E1F670E-CD8B-49B7-BCD4-CD13BD9D63B4}" type="presOf" srcId="{0E9130F9-B3D7-4EEB-A383-9206D26FD21C}" destId="{4E171155-06EF-4611-A554-493FA54A725F}" srcOrd="1" destOrd="0" presId="urn:microsoft.com/office/officeart/2016/7/layout/RepeatingBendingProcessNew"/>
    <dgm:cxn modelId="{0214D610-3FE5-4D74-A1C8-BAF8CBAB54D5}" type="presOf" srcId="{91E4F36B-3DEC-4777-9FA9-DA73E7951DDC}" destId="{447AA1AA-5A42-4B3F-9C61-8B5E49F99297}" srcOrd="1" destOrd="0" presId="urn:microsoft.com/office/officeart/2016/7/layout/RepeatingBendingProcessNew"/>
    <dgm:cxn modelId="{19295118-5EE6-49D2-B52E-51CC24E5C132}" type="presOf" srcId="{3E005A74-2A07-436B-AEB0-AF32FDA4D238}" destId="{4418E20A-89C3-43EC-9AE2-7929350BB1B9}" srcOrd="1" destOrd="0" presId="urn:microsoft.com/office/officeart/2016/7/layout/RepeatingBendingProcessNew"/>
    <dgm:cxn modelId="{D6CC211A-A2B1-4A5E-9BFA-0DE700D7AA4B}" type="presOf" srcId="{0E9130F9-B3D7-4EEB-A383-9206D26FD21C}" destId="{ADE7FC53-3823-4BE2-B1DF-5ADC48DCA86C}" srcOrd="0" destOrd="0" presId="urn:microsoft.com/office/officeart/2016/7/layout/RepeatingBendingProcessNew"/>
    <dgm:cxn modelId="{124BFE26-2936-49CC-B178-A869EA9D253B}" type="presOf" srcId="{DFDDE746-FC5E-4BF4-9DCB-F7ACCB1A9399}" destId="{AC021D17-5733-4947-A484-AB91373EB159}" srcOrd="1" destOrd="0" presId="urn:microsoft.com/office/officeart/2016/7/layout/RepeatingBendingProcessNew"/>
    <dgm:cxn modelId="{CDDA275B-7486-4B4B-8A27-BD6E3298B3D0}" type="presOf" srcId="{8B4AAB5F-F23A-4E49-8E27-64F73672C4BE}" destId="{58A704E4-68B3-4F2E-8719-EF9AF78E4623}" srcOrd="0" destOrd="0" presId="urn:microsoft.com/office/officeart/2016/7/layout/RepeatingBendingProcessNew"/>
    <dgm:cxn modelId="{C02A2F45-D590-41B6-9ED1-A2C275EC0546}" type="presOf" srcId="{DFDDE746-FC5E-4BF4-9DCB-F7ACCB1A9399}" destId="{0A8B2D3E-740B-4D9D-99B2-1742D0CB3B63}" srcOrd="0" destOrd="0" presId="urn:microsoft.com/office/officeart/2016/7/layout/RepeatingBendingProcessNew"/>
    <dgm:cxn modelId="{31080E66-5EA8-4F22-8E9C-3E143EE85B35}" type="presOf" srcId="{41DCBC56-0FEF-4008-B83C-9C070D8BD2D1}" destId="{1A258D6D-16B7-4FA7-9943-B85607F84836}" srcOrd="0" destOrd="0" presId="urn:microsoft.com/office/officeart/2016/7/layout/RepeatingBendingProcessNew"/>
    <dgm:cxn modelId="{B3621B68-3FEE-4658-9864-88A240341438}" type="presOf" srcId="{3E005A74-2A07-436B-AEB0-AF32FDA4D238}" destId="{0F9D3E92-D7CC-4CF3-AE60-DB33922BBB49}" srcOrd="0" destOrd="0" presId="urn:microsoft.com/office/officeart/2016/7/layout/RepeatingBendingProcessNew"/>
    <dgm:cxn modelId="{CA240A69-014A-4F4A-83BC-5928CFB5E477}" type="presOf" srcId="{137C00AF-E6EB-4901-9912-841632B7FB80}" destId="{7195DFFE-3BB8-44DD-8797-73288AE614B7}" srcOrd="0" destOrd="0" presId="urn:microsoft.com/office/officeart/2016/7/layout/RepeatingBendingProcessNew"/>
    <dgm:cxn modelId="{9CD73549-F049-49C2-990B-4D6DE01BA5E9}" type="presOf" srcId="{B5797D84-1906-4386-8C18-9FF24CE598A7}" destId="{6C16D514-85EA-49B3-8787-B36327098108}" srcOrd="0" destOrd="0" presId="urn:microsoft.com/office/officeart/2016/7/layout/RepeatingBendingProcessNew"/>
    <dgm:cxn modelId="{CA07864C-E1A4-4CD4-AEC3-E50C793C2A9B}" type="presOf" srcId="{D26A42DB-657A-427C-BD7E-4C842922F6EE}" destId="{5F43A942-2CDC-4070-804D-858203AD01E8}" srcOrd="0" destOrd="0" presId="urn:microsoft.com/office/officeart/2016/7/layout/RepeatingBendingProcessNew"/>
    <dgm:cxn modelId="{2F567151-8DD8-4D39-9F13-D0CBB08EA15E}" srcId="{14FB87C3-FCC9-46D8-8275-62A0B38C812D}" destId="{137C00AF-E6EB-4901-9912-841632B7FB80}" srcOrd="9" destOrd="0" parTransId="{E1393884-C83C-4452-AB0B-DCE03292BC2D}" sibTransId="{8CB68216-67C1-45E1-A862-DBB3FF873EEA}"/>
    <dgm:cxn modelId="{19DF1C74-74BA-436A-BA84-E3AB79C2C893}" type="presOf" srcId="{3D9F8171-423A-4C13-B3E4-C4AFBAA55974}" destId="{DE5C1767-BF4B-4A1A-B42D-A33A7D437D50}" srcOrd="0" destOrd="0" presId="urn:microsoft.com/office/officeart/2016/7/layout/RepeatingBendingProcessNew"/>
    <dgm:cxn modelId="{7ACFF67F-D3A4-4060-B947-E6851538528E}" srcId="{14FB87C3-FCC9-46D8-8275-62A0B38C812D}" destId="{AA3D64A1-5984-4150-B0E2-C7D4729E9C34}" srcOrd="5" destOrd="0" parTransId="{A8801D20-7991-464C-B1B5-8A8F0FB26E2E}" sibTransId="{8B4AAB5F-F23A-4E49-8E27-64F73672C4BE}"/>
    <dgm:cxn modelId="{5B3CDD84-483C-4BDB-AFD2-1D84B5A23394}" type="presOf" srcId="{14FB87C3-FCC9-46D8-8275-62A0B38C812D}" destId="{1B568152-F7DE-4EC2-9A57-16C6D2F43553}" srcOrd="0" destOrd="0" presId="urn:microsoft.com/office/officeart/2016/7/layout/RepeatingBendingProcessNew"/>
    <dgm:cxn modelId="{B768FB85-CFFD-4A69-BF35-64B9A6838FA5}" type="presOf" srcId="{41DCBC56-0FEF-4008-B83C-9C070D8BD2D1}" destId="{FA9BFEC1-6AA7-45CD-9275-97A52324C739}" srcOrd="1" destOrd="0" presId="urn:microsoft.com/office/officeart/2016/7/layout/RepeatingBendingProcessNew"/>
    <dgm:cxn modelId="{0C63ED96-6D9E-4E58-90AA-BD34D341FFF6}" type="presOf" srcId="{91E4F36B-3DEC-4777-9FA9-DA73E7951DDC}" destId="{AA003F4E-B50F-494D-98BF-201C6BC1CFDC}" srcOrd="0" destOrd="0" presId="urn:microsoft.com/office/officeart/2016/7/layout/RepeatingBendingProcessNew"/>
    <dgm:cxn modelId="{6985F797-C37B-44DE-B62E-4B3BBAB5DE19}" type="presOf" srcId="{40DB2B9C-1F19-441D-9344-82B86306084E}" destId="{4E8E8209-9477-4DE4-B136-5A62B2DED6A9}" srcOrd="0" destOrd="0" presId="urn:microsoft.com/office/officeart/2016/7/layout/RepeatingBendingProcessNew"/>
    <dgm:cxn modelId="{34349FA0-2554-4E57-A3FE-47256BF1923C}" type="presOf" srcId="{1B3E43C7-306F-4133-AA74-36CFA88610E3}" destId="{843FAC37-E8E5-47E2-AB68-5485B1434D18}" srcOrd="0" destOrd="0" presId="urn:microsoft.com/office/officeart/2016/7/layout/RepeatingBendingProcessNew"/>
    <dgm:cxn modelId="{D8EA68A2-A0D4-466D-A9C2-B842495B918F}" type="presOf" srcId="{8B4AAB5F-F23A-4E49-8E27-64F73672C4BE}" destId="{477716CA-3A16-4918-86DF-00B1839B8B02}" srcOrd="1" destOrd="0" presId="urn:microsoft.com/office/officeart/2016/7/layout/RepeatingBendingProcessNew"/>
    <dgm:cxn modelId="{D95132A8-0993-4985-9765-CB20EFE94B20}" type="presOf" srcId="{84F6B20A-49A4-4704-AB4E-7D86696A7A35}" destId="{82970748-615C-4017-866C-7FB9B3962A40}" srcOrd="0" destOrd="0" presId="urn:microsoft.com/office/officeart/2016/7/layout/RepeatingBendingProcessNew"/>
    <dgm:cxn modelId="{C6BC59B6-1220-4731-903E-95957D4D897C}" type="presOf" srcId="{2B59BDDE-5441-467A-B7C4-2EC5ED17C959}" destId="{B31EF8F6-8CBA-4B72-B225-3CF9A6783DEE}" srcOrd="1" destOrd="0" presId="urn:microsoft.com/office/officeart/2016/7/layout/RepeatingBendingProcessNew"/>
    <dgm:cxn modelId="{922AFFB6-AC40-4585-A3C3-9B4E555036F9}" type="presOf" srcId="{AF7FACE5-68CF-4FE4-8DF4-E6F7BAC961AA}" destId="{63004A0F-076E-4106-9D7F-59AD5AC5DBDD}" srcOrd="0" destOrd="0" presId="urn:microsoft.com/office/officeart/2016/7/layout/RepeatingBendingProcessNew"/>
    <dgm:cxn modelId="{4EA025BF-A430-446C-A938-B733EF4234B5}" type="presOf" srcId="{AA3D64A1-5984-4150-B0E2-C7D4729E9C34}" destId="{66514FB8-F9E4-4081-B52C-FC0A35189245}" srcOrd="0" destOrd="0" presId="urn:microsoft.com/office/officeart/2016/7/layout/RepeatingBendingProcessNew"/>
    <dgm:cxn modelId="{56DF10C2-04A4-4935-BB08-44EBD597AF70}" srcId="{14FB87C3-FCC9-46D8-8275-62A0B38C812D}" destId="{68EB87DB-0581-4640-9ADB-562EA677AF1B}" srcOrd="1" destOrd="0" parTransId="{B9E493AD-D727-4CC2-8143-AC96A6539E18}" sibTransId="{41DCBC56-0FEF-4008-B83C-9C070D8BD2D1}"/>
    <dgm:cxn modelId="{D8D594C5-F033-4FEE-94A7-1598CB9E799F}" type="presOf" srcId="{310F1D7F-1D49-4066-B0E4-252021FCA9F6}" destId="{E2CDC1BB-4431-4133-BD53-DBCAA86169D5}" srcOrd="0" destOrd="0" presId="urn:microsoft.com/office/officeart/2016/7/layout/RepeatingBendingProcessNew"/>
    <dgm:cxn modelId="{0C6356CD-E74E-4896-AE01-4A8E30E7BDFF}" type="presOf" srcId="{68EB87DB-0581-4640-9ADB-562EA677AF1B}" destId="{AE784806-2B11-4100-A23B-D5F2B01E020C}" srcOrd="0" destOrd="0" presId="urn:microsoft.com/office/officeart/2016/7/layout/RepeatingBendingProcessNew"/>
    <dgm:cxn modelId="{A2AA4ACF-BC61-458B-AB41-71876018CFAD}" srcId="{14FB87C3-FCC9-46D8-8275-62A0B38C812D}" destId="{B5797D84-1906-4386-8C18-9FF24CE598A7}" srcOrd="3" destOrd="0" parTransId="{3957FD32-8139-4182-9954-BE72E8715911}" sibTransId="{1B3E43C7-306F-4133-AA74-36CFA88610E3}"/>
    <dgm:cxn modelId="{427C7DD1-0E2C-4674-B6BD-A2A7B49F1297}" type="presOf" srcId="{3D9F8171-423A-4C13-B3E4-C4AFBAA55974}" destId="{36D2B366-095B-40ED-9849-FBB1C0FC9ED4}" srcOrd="1" destOrd="0" presId="urn:microsoft.com/office/officeart/2016/7/layout/RepeatingBendingProcessNew"/>
    <dgm:cxn modelId="{0BAA96D4-7D28-4359-B70B-D19BDF874322}" srcId="{14FB87C3-FCC9-46D8-8275-62A0B38C812D}" destId="{84F6B20A-49A4-4704-AB4E-7D86696A7A35}" srcOrd="7" destOrd="0" parTransId="{FDA44E1B-5F78-4948-ACC3-3D246362422C}" sibTransId="{2B59BDDE-5441-467A-B7C4-2EC5ED17C959}"/>
    <dgm:cxn modelId="{2BD1D9E0-118C-47D1-B9E0-24E474295B5E}" type="presOf" srcId="{5260635D-9975-408F-AB5B-D0D381D7298C}" destId="{D8A666C7-860D-4B52-940C-F99497E7CB70}" srcOrd="0" destOrd="0" presId="urn:microsoft.com/office/officeart/2016/7/layout/RepeatingBendingProcessNew"/>
    <dgm:cxn modelId="{2DBEFAE0-A30A-4DD7-9E27-DD151F95C50C}" srcId="{14FB87C3-FCC9-46D8-8275-62A0B38C812D}" destId="{AF7FACE5-68CF-4FE4-8DF4-E6F7BAC961AA}" srcOrd="4" destOrd="0" parTransId="{E5D9E631-9CF3-493E-AA21-17856051287C}" sibTransId="{3D9F8171-423A-4C13-B3E4-C4AFBAA55974}"/>
    <dgm:cxn modelId="{78D33AE6-E8A9-49A4-9EC6-0A33B9143D02}" type="presOf" srcId="{2B59BDDE-5441-467A-B7C4-2EC5ED17C959}" destId="{CE5A5135-140A-4FEB-BDB6-D68676486D7B}" srcOrd="0" destOrd="0" presId="urn:microsoft.com/office/officeart/2016/7/layout/RepeatingBendingProcessNew"/>
    <dgm:cxn modelId="{7D5C36F2-7A86-4DBD-8587-B2AEE7659A18}" srcId="{14FB87C3-FCC9-46D8-8275-62A0B38C812D}" destId="{D26A42DB-657A-427C-BD7E-4C842922F6EE}" srcOrd="6" destOrd="0" parTransId="{9DD14044-67E1-4828-8063-12842CF77B22}" sibTransId="{91E4F36B-3DEC-4777-9FA9-DA73E7951DDC}"/>
    <dgm:cxn modelId="{B038AAF7-8EF1-4C3D-94D9-D885E9BB26DA}" srcId="{14FB87C3-FCC9-46D8-8275-62A0B38C812D}" destId="{5260635D-9975-408F-AB5B-D0D381D7298C}" srcOrd="2" destOrd="0" parTransId="{BEE9DE2A-FD41-43E2-B215-438512AE3407}" sibTransId="{3E005A74-2A07-436B-AEB0-AF32FDA4D238}"/>
    <dgm:cxn modelId="{74B075FA-A62A-488B-BD10-A6815CB257D4}" srcId="{14FB87C3-FCC9-46D8-8275-62A0B38C812D}" destId="{310F1D7F-1D49-4066-B0E4-252021FCA9F6}" srcOrd="0" destOrd="0" parTransId="{A38DAFCA-121C-493D-86CA-6013D34F4A6D}" sibTransId="{DFDDE746-FC5E-4BF4-9DCB-F7ACCB1A9399}"/>
    <dgm:cxn modelId="{F4970BFF-2591-4EFC-B0B1-181FE5CD5793}" srcId="{14FB87C3-FCC9-46D8-8275-62A0B38C812D}" destId="{40DB2B9C-1F19-441D-9344-82B86306084E}" srcOrd="8" destOrd="0" parTransId="{C7AC878B-CD17-448F-89B2-CE269A4DC9B7}" sibTransId="{0E9130F9-B3D7-4EEB-A383-9206D26FD21C}"/>
    <dgm:cxn modelId="{4198B7DD-9CED-44D6-AE6C-BBC0E3DDC9A3}" type="presParOf" srcId="{1B568152-F7DE-4EC2-9A57-16C6D2F43553}" destId="{E2CDC1BB-4431-4133-BD53-DBCAA86169D5}" srcOrd="0" destOrd="0" presId="urn:microsoft.com/office/officeart/2016/7/layout/RepeatingBendingProcessNew"/>
    <dgm:cxn modelId="{B0A9774B-238B-4ACD-A651-03D788071E2D}" type="presParOf" srcId="{1B568152-F7DE-4EC2-9A57-16C6D2F43553}" destId="{0A8B2D3E-740B-4D9D-99B2-1742D0CB3B63}" srcOrd="1" destOrd="0" presId="urn:microsoft.com/office/officeart/2016/7/layout/RepeatingBendingProcessNew"/>
    <dgm:cxn modelId="{E75E803E-7A36-4E4D-8793-BECC26038C47}" type="presParOf" srcId="{0A8B2D3E-740B-4D9D-99B2-1742D0CB3B63}" destId="{AC021D17-5733-4947-A484-AB91373EB159}" srcOrd="0" destOrd="0" presId="urn:microsoft.com/office/officeart/2016/7/layout/RepeatingBendingProcessNew"/>
    <dgm:cxn modelId="{F610CC86-DE3B-4DEF-AACC-527AE41CDFB4}" type="presParOf" srcId="{1B568152-F7DE-4EC2-9A57-16C6D2F43553}" destId="{AE784806-2B11-4100-A23B-D5F2B01E020C}" srcOrd="2" destOrd="0" presId="urn:microsoft.com/office/officeart/2016/7/layout/RepeatingBendingProcessNew"/>
    <dgm:cxn modelId="{CD761AB9-874A-4006-B92A-A633AB82AD41}" type="presParOf" srcId="{1B568152-F7DE-4EC2-9A57-16C6D2F43553}" destId="{1A258D6D-16B7-4FA7-9943-B85607F84836}" srcOrd="3" destOrd="0" presId="urn:microsoft.com/office/officeart/2016/7/layout/RepeatingBendingProcessNew"/>
    <dgm:cxn modelId="{395CA0C8-DB85-491A-9598-98CD67F6BAE8}" type="presParOf" srcId="{1A258D6D-16B7-4FA7-9943-B85607F84836}" destId="{FA9BFEC1-6AA7-45CD-9275-97A52324C739}" srcOrd="0" destOrd="0" presId="urn:microsoft.com/office/officeart/2016/7/layout/RepeatingBendingProcessNew"/>
    <dgm:cxn modelId="{032697CE-919E-468C-91A2-C7449A794326}" type="presParOf" srcId="{1B568152-F7DE-4EC2-9A57-16C6D2F43553}" destId="{D8A666C7-860D-4B52-940C-F99497E7CB70}" srcOrd="4" destOrd="0" presId="urn:microsoft.com/office/officeart/2016/7/layout/RepeatingBendingProcessNew"/>
    <dgm:cxn modelId="{4B5CAE3E-B1E2-4608-BAA0-043FB37C8457}" type="presParOf" srcId="{1B568152-F7DE-4EC2-9A57-16C6D2F43553}" destId="{0F9D3E92-D7CC-4CF3-AE60-DB33922BBB49}" srcOrd="5" destOrd="0" presId="urn:microsoft.com/office/officeart/2016/7/layout/RepeatingBendingProcessNew"/>
    <dgm:cxn modelId="{EED08915-AFC5-4850-98F2-063119B02D34}" type="presParOf" srcId="{0F9D3E92-D7CC-4CF3-AE60-DB33922BBB49}" destId="{4418E20A-89C3-43EC-9AE2-7929350BB1B9}" srcOrd="0" destOrd="0" presId="urn:microsoft.com/office/officeart/2016/7/layout/RepeatingBendingProcessNew"/>
    <dgm:cxn modelId="{0B6F6AEA-FDA5-4852-91AF-C416BF14A628}" type="presParOf" srcId="{1B568152-F7DE-4EC2-9A57-16C6D2F43553}" destId="{6C16D514-85EA-49B3-8787-B36327098108}" srcOrd="6" destOrd="0" presId="urn:microsoft.com/office/officeart/2016/7/layout/RepeatingBendingProcessNew"/>
    <dgm:cxn modelId="{88F6B9BE-2D67-47F1-ABAE-62EAA89D93C9}" type="presParOf" srcId="{1B568152-F7DE-4EC2-9A57-16C6D2F43553}" destId="{843FAC37-E8E5-47E2-AB68-5485B1434D18}" srcOrd="7" destOrd="0" presId="urn:microsoft.com/office/officeart/2016/7/layout/RepeatingBendingProcessNew"/>
    <dgm:cxn modelId="{66676BC2-CE7D-48C6-A677-C81472A3C404}" type="presParOf" srcId="{843FAC37-E8E5-47E2-AB68-5485B1434D18}" destId="{656EC852-BE5A-48DA-867B-931F6921C6C2}" srcOrd="0" destOrd="0" presId="urn:microsoft.com/office/officeart/2016/7/layout/RepeatingBendingProcessNew"/>
    <dgm:cxn modelId="{C67C76DF-41D3-4A70-BB7F-5815D24087F5}" type="presParOf" srcId="{1B568152-F7DE-4EC2-9A57-16C6D2F43553}" destId="{63004A0F-076E-4106-9D7F-59AD5AC5DBDD}" srcOrd="8" destOrd="0" presId="urn:microsoft.com/office/officeart/2016/7/layout/RepeatingBendingProcessNew"/>
    <dgm:cxn modelId="{943DDB5C-77E4-4B45-9AA3-F7DD4E4341A0}" type="presParOf" srcId="{1B568152-F7DE-4EC2-9A57-16C6D2F43553}" destId="{DE5C1767-BF4B-4A1A-B42D-A33A7D437D50}" srcOrd="9" destOrd="0" presId="urn:microsoft.com/office/officeart/2016/7/layout/RepeatingBendingProcessNew"/>
    <dgm:cxn modelId="{8C83F9E1-290E-4908-9736-82E2863822C5}" type="presParOf" srcId="{DE5C1767-BF4B-4A1A-B42D-A33A7D437D50}" destId="{36D2B366-095B-40ED-9849-FBB1C0FC9ED4}" srcOrd="0" destOrd="0" presId="urn:microsoft.com/office/officeart/2016/7/layout/RepeatingBendingProcessNew"/>
    <dgm:cxn modelId="{20608DC0-948F-46BC-AAEA-B01F765020BC}" type="presParOf" srcId="{1B568152-F7DE-4EC2-9A57-16C6D2F43553}" destId="{66514FB8-F9E4-4081-B52C-FC0A35189245}" srcOrd="10" destOrd="0" presId="urn:microsoft.com/office/officeart/2016/7/layout/RepeatingBendingProcessNew"/>
    <dgm:cxn modelId="{46816AAF-3BFF-482A-B5E1-2C5505791BBE}" type="presParOf" srcId="{1B568152-F7DE-4EC2-9A57-16C6D2F43553}" destId="{58A704E4-68B3-4F2E-8719-EF9AF78E4623}" srcOrd="11" destOrd="0" presId="urn:microsoft.com/office/officeart/2016/7/layout/RepeatingBendingProcessNew"/>
    <dgm:cxn modelId="{7DD90F83-4297-4B26-82F6-5676F061DE64}" type="presParOf" srcId="{58A704E4-68B3-4F2E-8719-EF9AF78E4623}" destId="{477716CA-3A16-4918-86DF-00B1839B8B02}" srcOrd="0" destOrd="0" presId="urn:microsoft.com/office/officeart/2016/7/layout/RepeatingBendingProcessNew"/>
    <dgm:cxn modelId="{7F9E9637-A1C9-44E1-8420-5D035BE9EF92}" type="presParOf" srcId="{1B568152-F7DE-4EC2-9A57-16C6D2F43553}" destId="{5F43A942-2CDC-4070-804D-858203AD01E8}" srcOrd="12" destOrd="0" presId="urn:microsoft.com/office/officeart/2016/7/layout/RepeatingBendingProcessNew"/>
    <dgm:cxn modelId="{3AAAC9DB-4ACC-4984-A328-6FC74CE01EB9}" type="presParOf" srcId="{1B568152-F7DE-4EC2-9A57-16C6D2F43553}" destId="{AA003F4E-B50F-494D-98BF-201C6BC1CFDC}" srcOrd="13" destOrd="0" presId="urn:microsoft.com/office/officeart/2016/7/layout/RepeatingBendingProcessNew"/>
    <dgm:cxn modelId="{7175B296-B99B-45A8-808F-0E7CB6EF921B}" type="presParOf" srcId="{AA003F4E-B50F-494D-98BF-201C6BC1CFDC}" destId="{447AA1AA-5A42-4B3F-9C61-8B5E49F99297}" srcOrd="0" destOrd="0" presId="urn:microsoft.com/office/officeart/2016/7/layout/RepeatingBendingProcessNew"/>
    <dgm:cxn modelId="{116A1988-1257-4284-9E5C-CCEE57F6891E}" type="presParOf" srcId="{1B568152-F7DE-4EC2-9A57-16C6D2F43553}" destId="{82970748-615C-4017-866C-7FB9B3962A40}" srcOrd="14" destOrd="0" presId="urn:microsoft.com/office/officeart/2016/7/layout/RepeatingBendingProcessNew"/>
    <dgm:cxn modelId="{1E18E884-D069-4D5D-ADD8-4E3AA4F942C9}" type="presParOf" srcId="{1B568152-F7DE-4EC2-9A57-16C6D2F43553}" destId="{CE5A5135-140A-4FEB-BDB6-D68676486D7B}" srcOrd="15" destOrd="0" presId="urn:microsoft.com/office/officeart/2016/7/layout/RepeatingBendingProcessNew"/>
    <dgm:cxn modelId="{76FA23CB-4698-4C08-9CF5-A36B99D46DE1}" type="presParOf" srcId="{CE5A5135-140A-4FEB-BDB6-D68676486D7B}" destId="{B31EF8F6-8CBA-4B72-B225-3CF9A6783DEE}" srcOrd="0" destOrd="0" presId="urn:microsoft.com/office/officeart/2016/7/layout/RepeatingBendingProcessNew"/>
    <dgm:cxn modelId="{57EAF217-1B7C-418E-85CD-FD8934C5FBE2}" type="presParOf" srcId="{1B568152-F7DE-4EC2-9A57-16C6D2F43553}" destId="{4E8E8209-9477-4DE4-B136-5A62B2DED6A9}" srcOrd="16" destOrd="0" presId="urn:microsoft.com/office/officeart/2016/7/layout/RepeatingBendingProcessNew"/>
    <dgm:cxn modelId="{FFFDE37A-9AF0-465A-80C3-59A69821478A}" type="presParOf" srcId="{1B568152-F7DE-4EC2-9A57-16C6D2F43553}" destId="{ADE7FC53-3823-4BE2-B1DF-5ADC48DCA86C}" srcOrd="17" destOrd="0" presId="urn:microsoft.com/office/officeart/2016/7/layout/RepeatingBendingProcessNew"/>
    <dgm:cxn modelId="{FC683295-0DDC-41DA-B16B-F7AB2AE96DC1}" type="presParOf" srcId="{ADE7FC53-3823-4BE2-B1DF-5ADC48DCA86C}" destId="{4E171155-06EF-4611-A554-493FA54A725F}" srcOrd="0" destOrd="0" presId="urn:microsoft.com/office/officeart/2016/7/layout/RepeatingBendingProcessNew"/>
    <dgm:cxn modelId="{03E8AAF9-92CF-4072-B57E-81ACF3448A93}" type="presParOf" srcId="{1B568152-F7DE-4EC2-9A57-16C6D2F43553}" destId="{7195DFFE-3BB8-44DD-8797-73288AE614B7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2AF64C4-1C1A-4726-95E0-8F7BD2EEE5CD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C4A462C0-2670-46B5-93D9-61AE7AB59D3B}">
      <dgm:prSet/>
      <dgm:spPr/>
      <dgm:t>
        <a:bodyPr/>
        <a:lstStyle/>
        <a:p>
          <a:r>
            <a:rPr lang="en-US" b="0" i="0" dirty="0">
              <a:latin typeface="Calibri Light"/>
              <a:cs typeface="Calibri Light"/>
            </a:rPr>
            <a:t>Java is used as the language to create the functionality.</a:t>
          </a:r>
          <a:endParaRPr lang="en-US" dirty="0">
            <a:latin typeface="Calibri Light"/>
            <a:cs typeface="Calibri Light"/>
          </a:endParaRPr>
        </a:p>
      </dgm:t>
    </dgm:pt>
    <dgm:pt modelId="{A3D9ECA9-D681-4F6B-BDA4-821E0117A811}" type="parTrans" cxnId="{6798BB16-03A3-4B73-A824-2159BD173ABA}">
      <dgm:prSet/>
      <dgm:spPr/>
      <dgm:t>
        <a:bodyPr/>
        <a:lstStyle/>
        <a:p>
          <a:endParaRPr lang="en-US"/>
        </a:p>
      </dgm:t>
    </dgm:pt>
    <dgm:pt modelId="{AA4208ED-E6C1-436A-A821-B30262AED3AB}" type="sibTrans" cxnId="{6798BB16-03A3-4B73-A824-2159BD173AB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9A732BB6-3780-4398-B11A-200C164BF09F}">
      <dgm:prSet/>
      <dgm:spPr/>
      <dgm:t>
        <a:bodyPr/>
        <a:lstStyle/>
        <a:p>
          <a:r>
            <a:rPr lang="en-US" b="0" i="0" dirty="0">
              <a:latin typeface="Calibri Light"/>
              <a:cs typeface="Calibri Light"/>
            </a:rPr>
            <a:t>Only freely distributed, open-source dependencies are used. </a:t>
          </a:r>
          <a:endParaRPr lang="en-US" dirty="0">
            <a:latin typeface="Calibri Light"/>
            <a:cs typeface="Calibri Light"/>
          </a:endParaRPr>
        </a:p>
      </dgm:t>
    </dgm:pt>
    <dgm:pt modelId="{A3CF4EDF-54F6-4549-AAEF-51489A409FC7}" type="parTrans" cxnId="{F50E485E-B2AE-4D9F-8528-B4AB154344D2}">
      <dgm:prSet/>
      <dgm:spPr/>
      <dgm:t>
        <a:bodyPr/>
        <a:lstStyle/>
        <a:p>
          <a:endParaRPr lang="en-US"/>
        </a:p>
      </dgm:t>
    </dgm:pt>
    <dgm:pt modelId="{9DB4FD2E-8FF0-4150-B5D2-881978A4D79D}" type="sibTrans" cxnId="{F50E485E-B2AE-4D9F-8528-B4AB154344D2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DB73203-94AF-4F63-BA3F-75E0C833D213}" type="pres">
      <dgm:prSet presAssocID="{12AF64C4-1C1A-4726-95E0-8F7BD2EEE5CD}" presName="Name0" presStyleCnt="0">
        <dgm:presLayoutVars>
          <dgm:animLvl val="lvl"/>
          <dgm:resizeHandles val="exact"/>
        </dgm:presLayoutVars>
      </dgm:prSet>
      <dgm:spPr/>
    </dgm:pt>
    <dgm:pt modelId="{629C8B74-EDB1-4B56-9E31-CEC567D0ECD2}" type="pres">
      <dgm:prSet presAssocID="{C4A462C0-2670-46B5-93D9-61AE7AB59D3B}" presName="compositeNode" presStyleCnt="0">
        <dgm:presLayoutVars>
          <dgm:bulletEnabled val="1"/>
        </dgm:presLayoutVars>
      </dgm:prSet>
      <dgm:spPr/>
    </dgm:pt>
    <dgm:pt modelId="{562191D1-6D80-409C-8DD3-C5355BCA161E}" type="pres">
      <dgm:prSet presAssocID="{C4A462C0-2670-46B5-93D9-61AE7AB59D3B}" presName="bgRect" presStyleLbl="bgAccFollowNode1" presStyleIdx="0" presStyleCnt="2"/>
      <dgm:spPr/>
    </dgm:pt>
    <dgm:pt modelId="{597195F3-8CB3-4811-882F-FE6D6334DA6A}" type="pres">
      <dgm:prSet presAssocID="{AA4208ED-E6C1-436A-A821-B30262AED3AB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A1922B38-34AD-4EB6-B9CC-FE8971C3AAC2}" type="pres">
      <dgm:prSet presAssocID="{C4A462C0-2670-46B5-93D9-61AE7AB59D3B}" presName="bottomLine" presStyleLbl="alignNode1" presStyleIdx="1" presStyleCnt="4">
        <dgm:presLayoutVars/>
      </dgm:prSet>
      <dgm:spPr/>
    </dgm:pt>
    <dgm:pt modelId="{3925DBE2-2FC6-4537-8313-F6C258D7509B}" type="pres">
      <dgm:prSet presAssocID="{C4A462C0-2670-46B5-93D9-61AE7AB59D3B}" presName="nodeText" presStyleLbl="bgAccFollowNode1" presStyleIdx="0" presStyleCnt="2">
        <dgm:presLayoutVars>
          <dgm:bulletEnabled val="1"/>
        </dgm:presLayoutVars>
      </dgm:prSet>
      <dgm:spPr/>
    </dgm:pt>
    <dgm:pt modelId="{6AFAAAE1-CFFC-4680-ADA6-EF0DF0DF7F39}" type="pres">
      <dgm:prSet presAssocID="{AA4208ED-E6C1-436A-A821-B30262AED3AB}" presName="sibTrans" presStyleCnt="0"/>
      <dgm:spPr/>
    </dgm:pt>
    <dgm:pt modelId="{B9BC9B61-D697-46E4-B610-FF8F7E47201F}" type="pres">
      <dgm:prSet presAssocID="{9A732BB6-3780-4398-B11A-200C164BF09F}" presName="compositeNode" presStyleCnt="0">
        <dgm:presLayoutVars>
          <dgm:bulletEnabled val="1"/>
        </dgm:presLayoutVars>
      </dgm:prSet>
      <dgm:spPr/>
    </dgm:pt>
    <dgm:pt modelId="{857FC83B-2369-4F8B-9C52-B676CFE5B04C}" type="pres">
      <dgm:prSet presAssocID="{9A732BB6-3780-4398-B11A-200C164BF09F}" presName="bgRect" presStyleLbl="bgAccFollowNode1" presStyleIdx="1" presStyleCnt="2"/>
      <dgm:spPr/>
    </dgm:pt>
    <dgm:pt modelId="{27F42628-A9E3-444D-91AB-F8D40662D298}" type="pres">
      <dgm:prSet presAssocID="{9DB4FD2E-8FF0-4150-B5D2-881978A4D79D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5CD7EB34-BB3F-4D6C-B97C-E64F78A6C3B5}" type="pres">
      <dgm:prSet presAssocID="{9A732BB6-3780-4398-B11A-200C164BF09F}" presName="bottomLine" presStyleLbl="alignNode1" presStyleIdx="3" presStyleCnt="4">
        <dgm:presLayoutVars/>
      </dgm:prSet>
      <dgm:spPr/>
    </dgm:pt>
    <dgm:pt modelId="{7B1224E1-19A2-47D9-AF52-6B1461716CC1}" type="pres">
      <dgm:prSet presAssocID="{9A732BB6-3780-4398-B11A-200C164BF09F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67500D10-FA50-41B4-85FF-AFCE8F0692F9}" type="presOf" srcId="{C4A462C0-2670-46B5-93D9-61AE7AB59D3B}" destId="{3925DBE2-2FC6-4537-8313-F6C258D7509B}" srcOrd="1" destOrd="0" presId="urn:microsoft.com/office/officeart/2016/7/layout/BasicLinearProcessNumbered"/>
    <dgm:cxn modelId="{6798BB16-03A3-4B73-A824-2159BD173ABA}" srcId="{12AF64C4-1C1A-4726-95E0-8F7BD2EEE5CD}" destId="{C4A462C0-2670-46B5-93D9-61AE7AB59D3B}" srcOrd="0" destOrd="0" parTransId="{A3D9ECA9-D681-4F6B-BDA4-821E0117A811}" sibTransId="{AA4208ED-E6C1-436A-A821-B30262AED3AB}"/>
    <dgm:cxn modelId="{9B496032-B8A0-43D8-A513-AA25B6EC0931}" type="presOf" srcId="{9DB4FD2E-8FF0-4150-B5D2-881978A4D79D}" destId="{27F42628-A9E3-444D-91AB-F8D40662D298}" srcOrd="0" destOrd="0" presId="urn:microsoft.com/office/officeart/2016/7/layout/BasicLinearProcessNumbered"/>
    <dgm:cxn modelId="{F41DF837-50B5-44C2-BC86-5057D8C8D92F}" type="presOf" srcId="{9A732BB6-3780-4398-B11A-200C164BF09F}" destId="{7B1224E1-19A2-47D9-AF52-6B1461716CC1}" srcOrd="1" destOrd="0" presId="urn:microsoft.com/office/officeart/2016/7/layout/BasicLinearProcessNumbered"/>
    <dgm:cxn modelId="{C4B2083A-E1CA-4EC5-AF6D-F32DA6250DCC}" type="presOf" srcId="{C4A462C0-2670-46B5-93D9-61AE7AB59D3B}" destId="{562191D1-6D80-409C-8DD3-C5355BCA161E}" srcOrd="0" destOrd="0" presId="urn:microsoft.com/office/officeart/2016/7/layout/BasicLinearProcessNumbered"/>
    <dgm:cxn modelId="{F50E485E-B2AE-4D9F-8528-B4AB154344D2}" srcId="{12AF64C4-1C1A-4726-95E0-8F7BD2EEE5CD}" destId="{9A732BB6-3780-4398-B11A-200C164BF09F}" srcOrd="1" destOrd="0" parTransId="{A3CF4EDF-54F6-4549-AAEF-51489A409FC7}" sibTransId="{9DB4FD2E-8FF0-4150-B5D2-881978A4D79D}"/>
    <dgm:cxn modelId="{E38B679D-F282-4231-B3B0-80DC60A57D26}" type="presOf" srcId="{12AF64C4-1C1A-4726-95E0-8F7BD2EEE5CD}" destId="{CDB73203-94AF-4F63-BA3F-75E0C833D213}" srcOrd="0" destOrd="0" presId="urn:microsoft.com/office/officeart/2016/7/layout/BasicLinearProcessNumbered"/>
    <dgm:cxn modelId="{1FBF2FDB-8D56-4DB1-8E55-A1D402FC4A3E}" type="presOf" srcId="{9A732BB6-3780-4398-B11A-200C164BF09F}" destId="{857FC83B-2369-4F8B-9C52-B676CFE5B04C}" srcOrd="0" destOrd="0" presId="urn:microsoft.com/office/officeart/2016/7/layout/BasicLinearProcessNumbered"/>
    <dgm:cxn modelId="{C00B89ED-6A86-4913-9D86-C51E9956F60C}" type="presOf" srcId="{AA4208ED-E6C1-436A-A821-B30262AED3AB}" destId="{597195F3-8CB3-4811-882F-FE6D6334DA6A}" srcOrd="0" destOrd="0" presId="urn:microsoft.com/office/officeart/2016/7/layout/BasicLinearProcessNumbered"/>
    <dgm:cxn modelId="{E788F111-8E72-45BC-9C93-A8733EB8C272}" type="presParOf" srcId="{CDB73203-94AF-4F63-BA3F-75E0C833D213}" destId="{629C8B74-EDB1-4B56-9E31-CEC567D0ECD2}" srcOrd="0" destOrd="0" presId="urn:microsoft.com/office/officeart/2016/7/layout/BasicLinearProcessNumbered"/>
    <dgm:cxn modelId="{174D48C1-3808-4DF0-9297-6471586296BB}" type="presParOf" srcId="{629C8B74-EDB1-4B56-9E31-CEC567D0ECD2}" destId="{562191D1-6D80-409C-8DD3-C5355BCA161E}" srcOrd="0" destOrd="0" presId="urn:microsoft.com/office/officeart/2016/7/layout/BasicLinearProcessNumbered"/>
    <dgm:cxn modelId="{85D8125F-C137-430F-BACB-F953AEAF09C6}" type="presParOf" srcId="{629C8B74-EDB1-4B56-9E31-CEC567D0ECD2}" destId="{597195F3-8CB3-4811-882F-FE6D6334DA6A}" srcOrd="1" destOrd="0" presId="urn:microsoft.com/office/officeart/2016/7/layout/BasicLinearProcessNumbered"/>
    <dgm:cxn modelId="{5B25EAEA-31B4-4B61-B240-FB47240C54B8}" type="presParOf" srcId="{629C8B74-EDB1-4B56-9E31-CEC567D0ECD2}" destId="{A1922B38-34AD-4EB6-B9CC-FE8971C3AAC2}" srcOrd="2" destOrd="0" presId="urn:microsoft.com/office/officeart/2016/7/layout/BasicLinearProcessNumbered"/>
    <dgm:cxn modelId="{256FD4FA-98F7-4172-B4D4-4D180DCFA903}" type="presParOf" srcId="{629C8B74-EDB1-4B56-9E31-CEC567D0ECD2}" destId="{3925DBE2-2FC6-4537-8313-F6C258D7509B}" srcOrd="3" destOrd="0" presId="urn:microsoft.com/office/officeart/2016/7/layout/BasicLinearProcessNumbered"/>
    <dgm:cxn modelId="{5326C3C6-C33A-4EFB-B412-97F12713E35C}" type="presParOf" srcId="{CDB73203-94AF-4F63-BA3F-75E0C833D213}" destId="{6AFAAAE1-CFFC-4680-ADA6-EF0DF0DF7F39}" srcOrd="1" destOrd="0" presId="urn:microsoft.com/office/officeart/2016/7/layout/BasicLinearProcessNumbered"/>
    <dgm:cxn modelId="{D5FA8670-92EC-4075-8618-4A6A3A0D386B}" type="presParOf" srcId="{CDB73203-94AF-4F63-BA3F-75E0C833D213}" destId="{B9BC9B61-D697-46E4-B610-FF8F7E47201F}" srcOrd="2" destOrd="0" presId="urn:microsoft.com/office/officeart/2016/7/layout/BasicLinearProcessNumbered"/>
    <dgm:cxn modelId="{5364E330-5388-4FA8-81A2-CA545CEB2B8B}" type="presParOf" srcId="{B9BC9B61-D697-46E4-B610-FF8F7E47201F}" destId="{857FC83B-2369-4F8B-9C52-B676CFE5B04C}" srcOrd="0" destOrd="0" presId="urn:microsoft.com/office/officeart/2016/7/layout/BasicLinearProcessNumbered"/>
    <dgm:cxn modelId="{9F584825-7239-4EED-8E4F-EB2E57B2FB0D}" type="presParOf" srcId="{B9BC9B61-D697-46E4-B610-FF8F7E47201F}" destId="{27F42628-A9E3-444D-91AB-F8D40662D298}" srcOrd="1" destOrd="0" presId="urn:microsoft.com/office/officeart/2016/7/layout/BasicLinearProcessNumbered"/>
    <dgm:cxn modelId="{F3C6280A-F9DF-421C-B8BB-7BAA1C4BD24F}" type="presParOf" srcId="{B9BC9B61-D697-46E4-B610-FF8F7E47201F}" destId="{5CD7EB34-BB3F-4D6C-B97C-E64F78A6C3B5}" srcOrd="2" destOrd="0" presId="urn:microsoft.com/office/officeart/2016/7/layout/BasicLinearProcessNumbered"/>
    <dgm:cxn modelId="{780FA92D-CADD-4CB8-A8F5-9C1AC0DFC8FD}" type="presParOf" srcId="{B9BC9B61-D697-46E4-B610-FF8F7E47201F}" destId="{7B1224E1-19A2-47D9-AF52-6B1461716CC1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8E799F5-8538-4966-A3F7-9BE677147D3B}" type="doc">
      <dgm:prSet loTypeId="urn:microsoft.com/office/officeart/2005/8/layout/hierarchy3" loCatId="hierarchy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F91DD95-4D3C-4BCF-A219-F3FED7D521A6}">
      <dgm:prSet/>
      <dgm:spPr/>
      <dgm:t>
        <a:bodyPr/>
        <a:lstStyle/>
        <a:p>
          <a:r>
            <a:rPr lang="en-US"/>
            <a:t>Knowledge of Java</a:t>
          </a:r>
        </a:p>
      </dgm:t>
    </dgm:pt>
    <dgm:pt modelId="{5CDBC455-1278-46C2-A92C-DCF0056C5BF5}" type="parTrans" cxnId="{40A88F40-924B-4B9A-B165-362DF1756526}">
      <dgm:prSet/>
      <dgm:spPr/>
      <dgm:t>
        <a:bodyPr/>
        <a:lstStyle/>
        <a:p>
          <a:endParaRPr lang="en-US"/>
        </a:p>
      </dgm:t>
    </dgm:pt>
    <dgm:pt modelId="{515547F9-8B9E-4284-91CB-7BE4B879E9E8}" type="sibTrans" cxnId="{40A88F40-924B-4B9A-B165-362DF1756526}">
      <dgm:prSet/>
      <dgm:spPr/>
      <dgm:t>
        <a:bodyPr/>
        <a:lstStyle/>
        <a:p>
          <a:endParaRPr lang="en-US"/>
        </a:p>
      </dgm:t>
    </dgm:pt>
    <dgm:pt modelId="{85250682-776C-43DE-9A7E-DE4EB800CB74}">
      <dgm:prSet/>
      <dgm:spPr/>
      <dgm:t>
        <a:bodyPr/>
        <a:lstStyle/>
        <a:p>
          <a:r>
            <a:rPr lang="en-US"/>
            <a:t>Knowledge of Github</a:t>
          </a:r>
        </a:p>
      </dgm:t>
    </dgm:pt>
    <dgm:pt modelId="{5FBDD4B4-79CF-4D2C-BB09-849DE0D72C74}" type="parTrans" cxnId="{E653D4FB-5CD9-41CA-B5B8-69E83F4D4A6B}">
      <dgm:prSet/>
      <dgm:spPr/>
      <dgm:t>
        <a:bodyPr/>
        <a:lstStyle/>
        <a:p>
          <a:endParaRPr lang="en-US"/>
        </a:p>
      </dgm:t>
    </dgm:pt>
    <dgm:pt modelId="{DBC19566-BC95-4BFF-9BF9-A315585CCE08}" type="sibTrans" cxnId="{E653D4FB-5CD9-41CA-B5B8-69E83F4D4A6B}">
      <dgm:prSet/>
      <dgm:spPr/>
      <dgm:t>
        <a:bodyPr/>
        <a:lstStyle/>
        <a:p>
          <a:endParaRPr lang="en-US"/>
        </a:p>
      </dgm:t>
    </dgm:pt>
    <dgm:pt modelId="{A616D235-3A3A-440D-8F73-3595A04EAF7A}" type="pres">
      <dgm:prSet presAssocID="{D8E799F5-8538-4966-A3F7-9BE677147D3B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F11D955-D69A-49D6-94AE-25EB5F2BA7A7}" type="pres">
      <dgm:prSet presAssocID="{7F91DD95-4D3C-4BCF-A219-F3FED7D521A6}" presName="root" presStyleCnt="0"/>
      <dgm:spPr/>
    </dgm:pt>
    <dgm:pt modelId="{E7E847F7-0C3B-43DA-B88D-4B383CBA6A41}" type="pres">
      <dgm:prSet presAssocID="{7F91DD95-4D3C-4BCF-A219-F3FED7D521A6}" presName="rootComposite" presStyleCnt="0"/>
      <dgm:spPr/>
    </dgm:pt>
    <dgm:pt modelId="{29238D03-1BBE-4AF5-85B0-E76D3E1343C5}" type="pres">
      <dgm:prSet presAssocID="{7F91DD95-4D3C-4BCF-A219-F3FED7D521A6}" presName="rootText" presStyleLbl="node1" presStyleIdx="0" presStyleCnt="2"/>
      <dgm:spPr/>
    </dgm:pt>
    <dgm:pt modelId="{C0104261-0318-4EBB-8C07-9F388130D8F8}" type="pres">
      <dgm:prSet presAssocID="{7F91DD95-4D3C-4BCF-A219-F3FED7D521A6}" presName="rootConnector" presStyleLbl="node1" presStyleIdx="0" presStyleCnt="2"/>
      <dgm:spPr/>
    </dgm:pt>
    <dgm:pt modelId="{EE4F0E46-8775-4522-91F8-E5ADE6505F07}" type="pres">
      <dgm:prSet presAssocID="{7F91DD95-4D3C-4BCF-A219-F3FED7D521A6}" presName="childShape" presStyleCnt="0"/>
      <dgm:spPr/>
    </dgm:pt>
    <dgm:pt modelId="{C891A90A-4EC8-4492-A0C3-AECE735CE285}" type="pres">
      <dgm:prSet presAssocID="{85250682-776C-43DE-9A7E-DE4EB800CB74}" presName="root" presStyleCnt="0"/>
      <dgm:spPr/>
    </dgm:pt>
    <dgm:pt modelId="{C2B4AEF8-FA0A-4F8C-93D4-99980282394E}" type="pres">
      <dgm:prSet presAssocID="{85250682-776C-43DE-9A7E-DE4EB800CB74}" presName="rootComposite" presStyleCnt="0"/>
      <dgm:spPr/>
    </dgm:pt>
    <dgm:pt modelId="{600B85F3-97F2-45EA-BF79-BEC729832A79}" type="pres">
      <dgm:prSet presAssocID="{85250682-776C-43DE-9A7E-DE4EB800CB74}" presName="rootText" presStyleLbl="node1" presStyleIdx="1" presStyleCnt="2"/>
      <dgm:spPr/>
    </dgm:pt>
    <dgm:pt modelId="{231CC7CD-07F9-47B1-AFAA-E733A61534E5}" type="pres">
      <dgm:prSet presAssocID="{85250682-776C-43DE-9A7E-DE4EB800CB74}" presName="rootConnector" presStyleLbl="node1" presStyleIdx="1" presStyleCnt="2"/>
      <dgm:spPr/>
    </dgm:pt>
    <dgm:pt modelId="{EF44B79C-6BA2-41BE-8B09-777F92A608A1}" type="pres">
      <dgm:prSet presAssocID="{85250682-776C-43DE-9A7E-DE4EB800CB74}" presName="childShape" presStyleCnt="0"/>
      <dgm:spPr/>
    </dgm:pt>
  </dgm:ptLst>
  <dgm:cxnLst>
    <dgm:cxn modelId="{40A88F40-924B-4B9A-B165-362DF1756526}" srcId="{D8E799F5-8538-4966-A3F7-9BE677147D3B}" destId="{7F91DD95-4D3C-4BCF-A219-F3FED7D521A6}" srcOrd="0" destOrd="0" parTransId="{5CDBC455-1278-46C2-A92C-DCF0056C5BF5}" sibTransId="{515547F9-8B9E-4284-91CB-7BE4B879E9E8}"/>
    <dgm:cxn modelId="{5DA2F470-2107-4010-B012-C2BC0B9C246F}" type="presOf" srcId="{D8E799F5-8538-4966-A3F7-9BE677147D3B}" destId="{A616D235-3A3A-440D-8F73-3595A04EAF7A}" srcOrd="0" destOrd="0" presId="urn:microsoft.com/office/officeart/2005/8/layout/hierarchy3"/>
    <dgm:cxn modelId="{1CD34CAB-BA67-45D1-BB2F-D8E7206B2520}" type="presOf" srcId="{85250682-776C-43DE-9A7E-DE4EB800CB74}" destId="{231CC7CD-07F9-47B1-AFAA-E733A61534E5}" srcOrd="1" destOrd="0" presId="urn:microsoft.com/office/officeart/2005/8/layout/hierarchy3"/>
    <dgm:cxn modelId="{31789AAD-5AC5-42B0-82A8-953D5E056B0F}" type="presOf" srcId="{7F91DD95-4D3C-4BCF-A219-F3FED7D521A6}" destId="{C0104261-0318-4EBB-8C07-9F388130D8F8}" srcOrd="1" destOrd="0" presId="urn:microsoft.com/office/officeart/2005/8/layout/hierarchy3"/>
    <dgm:cxn modelId="{CCDE6ED1-7659-4550-A1F0-C13A04E32ABA}" type="presOf" srcId="{7F91DD95-4D3C-4BCF-A219-F3FED7D521A6}" destId="{29238D03-1BBE-4AF5-85B0-E76D3E1343C5}" srcOrd="0" destOrd="0" presId="urn:microsoft.com/office/officeart/2005/8/layout/hierarchy3"/>
    <dgm:cxn modelId="{651D7FD5-443B-4CAA-8B10-62D3E4FBE3E5}" type="presOf" srcId="{85250682-776C-43DE-9A7E-DE4EB800CB74}" destId="{600B85F3-97F2-45EA-BF79-BEC729832A79}" srcOrd="0" destOrd="0" presId="urn:microsoft.com/office/officeart/2005/8/layout/hierarchy3"/>
    <dgm:cxn modelId="{E653D4FB-5CD9-41CA-B5B8-69E83F4D4A6B}" srcId="{D8E799F5-8538-4966-A3F7-9BE677147D3B}" destId="{85250682-776C-43DE-9A7E-DE4EB800CB74}" srcOrd="1" destOrd="0" parTransId="{5FBDD4B4-79CF-4D2C-BB09-849DE0D72C74}" sibTransId="{DBC19566-BC95-4BFF-9BF9-A315585CCE08}"/>
    <dgm:cxn modelId="{E89C7C67-B0E9-44F3-9BE6-2EEB05445E8E}" type="presParOf" srcId="{A616D235-3A3A-440D-8F73-3595A04EAF7A}" destId="{AF11D955-D69A-49D6-94AE-25EB5F2BA7A7}" srcOrd="0" destOrd="0" presId="urn:microsoft.com/office/officeart/2005/8/layout/hierarchy3"/>
    <dgm:cxn modelId="{D574FB76-E000-49E1-A792-171EC10E7663}" type="presParOf" srcId="{AF11D955-D69A-49D6-94AE-25EB5F2BA7A7}" destId="{E7E847F7-0C3B-43DA-B88D-4B383CBA6A41}" srcOrd="0" destOrd="0" presId="urn:microsoft.com/office/officeart/2005/8/layout/hierarchy3"/>
    <dgm:cxn modelId="{EB2C6E67-0C1E-4A4F-9B9D-ECB48A426A71}" type="presParOf" srcId="{E7E847F7-0C3B-43DA-B88D-4B383CBA6A41}" destId="{29238D03-1BBE-4AF5-85B0-E76D3E1343C5}" srcOrd="0" destOrd="0" presId="urn:microsoft.com/office/officeart/2005/8/layout/hierarchy3"/>
    <dgm:cxn modelId="{7750EC56-E0FA-4462-9EB2-2B0655ABC5F0}" type="presParOf" srcId="{E7E847F7-0C3B-43DA-B88D-4B383CBA6A41}" destId="{C0104261-0318-4EBB-8C07-9F388130D8F8}" srcOrd="1" destOrd="0" presId="urn:microsoft.com/office/officeart/2005/8/layout/hierarchy3"/>
    <dgm:cxn modelId="{B588617E-C5BD-4219-A26D-B1E3852521C9}" type="presParOf" srcId="{AF11D955-D69A-49D6-94AE-25EB5F2BA7A7}" destId="{EE4F0E46-8775-4522-91F8-E5ADE6505F07}" srcOrd="1" destOrd="0" presId="urn:microsoft.com/office/officeart/2005/8/layout/hierarchy3"/>
    <dgm:cxn modelId="{3064D47E-50CE-462C-80DE-720D83991695}" type="presParOf" srcId="{A616D235-3A3A-440D-8F73-3595A04EAF7A}" destId="{C891A90A-4EC8-4492-A0C3-AECE735CE285}" srcOrd="1" destOrd="0" presId="urn:microsoft.com/office/officeart/2005/8/layout/hierarchy3"/>
    <dgm:cxn modelId="{573C3E35-0338-4098-9153-6AC9E4442067}" type="presParOf" srcId="{C891A90A-4EC8-4492-A0C3-AECE735CE285}" destId="{C2B4AEF8-FA0A-4F8C-93D4-99980282394E}" srcOrd="0" destOrd="0" presId="urn:microsoft.com/office/officeart/2005/8/layout/hierarchy3"/>
    <dgm:cxn modelId="{10026E43-54E4-4E56-89CF-F9ADEBF0AB59}" type="presParOf" srcId="{C2B4AEF8-FA0A-4F8C-93D4-99980282394E}" destId="{600B85F3-97F2-45EA-BF79-BEC729832A79}" srcOrd="0" destOrd="0" presId="urn:microsoft.com/office/officeart/2005/8/layout/hierarchy3"/>
    <dgm:cxn modelId="{FDD9B5D1-1B23-4DEB-B796-33D9ED9BC948}" type="presParOf" srcId="{C2B4AEF8-FA0A-4F8C-93D4-99980282394E}" destId="{231CC7CD-07F9-47B1-AFAA-E733A61534E5}" srcOrd="1" destOrd="0" presId="urn:microsoft.com/office/officeart/2005/8/layout/hierarchy3"/>
    <dgm:cxn modelId="{E07FA31B-CC38-46D7-97CD-BBBEB0FB5DDC}" type="presParOf" srcId="{C891A90A-4EC8-4492-A0C3-AECE735CE285}" destId="{EF44B79C-6BA2-41BE-8B09-777F92A608A1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7F0D4FC-DB04-4E2E-9DBF-27C5A41BF56C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DFE25A9-83CC-4D65-85E0-CEA73C5A5738}">
      <dgm:prSet/>
      <dgm:spPr/>
      <dgm:t>
        <a:bodyPr/>
        <a:lstStyle/>
        <a:p>
          <a:r>
            <a:rPr lang="en-US"/>
            <a:t>Intellij IDEA IDE</a:t>
          </a:r>
        </a:p>
      </dgm:t>
    </dgm:pt>
    <dgm:pt modelId="{C18935B2-8E18-499F-A619-AC84EA921A5D}" type="parTrans" cxnId="{98709551-72F7-4796-A7AE-A5C16E7574A1}">
      <dgm:prSet/>
      <dgm:spPr/>
      <dgm:t>
        <a:bodyPr/>
        <a:lstStyle/>
        <a:p>
          <a:endParaRPr lang="en-US"/>
        </a:p>
      </dgm:t>
    </dgm:pt>
    <dgm:pt modelId="{831EBECB-63CF-4D0E-BBE1-C7775BBB203D}" type="sibTrans" cxnId="{98709551-72F7-4796-A7AE-A5C16E7574A1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A09A4544-0876-4BA7-93E0-48A0F30452F1}">
      <dgm:prSet/>
      <dgm:spPr/>
      <dgm:t>
        <a:bodyPr/>
        <a:lstStyle/>
        <a:p>
          <a:r>
            <a:rPr lang="en-US"/>
            <a:t>Github used for version control</a:t>
          </a:r>
        </a:p>
      </dgm:t>
    </dgm:pt>
    <dgm:pt modelId="{F1E21364-181E-410B-AC4A-61499F138EA6}" type="parTrans" cxnId="{DD0D004B-D9A3-40D5-AA58-72426D6D83E5}">
      <dgm:prSet/>
      <dgm:spPr/>
      <dgm:t>
        <a:bodyPr/>
        <a:lstStyle/>
        <a:p>
          <a:endParaRPr lang="en-US"/>
        </a:p>
      </dgm:t>
    </dgm:pt>
    <dgm:pt modelId="{A28B0757-40B9-40EC-A972-5CB38D008CD3}" type="sibTrans" cxnId="{DD0D004B-D9A3-40D5-AA58-72426D6D83E5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CC25480-1D16-46D4-8DC2-8CF6D5C1EADE}">
      <dgm:prSet/>
      <dgm:spPr/>
      <dgm:t>
        <a:bodyPr/>
        <a:lstStyle/>
        <a:p>
          <a:r>
            <a:rPr lang="en-US"/>
            <a:t>Maven for building and testing tool</a:t>
          </a:r>
        </a:p>
      </dgm:t>
    </dgm:pt>
    <dgm:pt modelId="{914338F9-49E9-462D-A6F2-141D6E069B59}" type="parTrans" cxnId="{652401EB-B4FD-44F3-9D12-F03CFDBD8051}">
      <dgm:prSet/>
      <dgm:spPr/>
      <dgm:t>
        <a:bodyPr/>
        <a:lstStyle/>
        <a:p>
          <a:endParaRPr lang="en-US"/>
        </a:p>
      </dgm:t>
    </dgm:pt>
    <dgm:pt modelId="{9226F788-E81E-4B19-B273-EAD118ABCF36}" type="sibTrans" cxnId="{652401EB-B4FD-44F3-9D12-F03CFDBD8051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D7900848-6B8D-499C-92FE-9D22D634584F}" type="pres">
      <dgm:prSet presAssocID="{D7F0D4FC-DB04-4E2E-9DBF-27C5A41BF56C}" presName="Name0" presStyleCnt="0">
        <dgm:presLayoutVars>
          <dgm:animLvl val="lvl"/>
          <dgm:resizeHandles val="exact"/>
        </dgm:presLayoutVars>
      </dgm:prSet>
      <dgm:spPr/>
    </dgm:pt>
    <dgm:pt modelId="{2CD506C7-0EE8-456F-BB69-B89A8105FDB3}" type="pres">
      <dgm:prSet presAssocID="{5DFE25A9-83CC-4D65-85E0-CEA73C5A5738}" presName="compositeNode" presStyleCnt="0">
        <dgm:presLayoutVars>
          <dgm:bulletEnabled val="1"/>
        </dgm:presLayoutVars>
      </dgm:prSet>
      <dgm:spPr/>
    </dgm:pt>
    <dgm:pt modelId="{C069120F-1E05-42E6-A610-BD48279A0F66}" type="pres">
      <dgm:prSet presAssocID="{5DFE25A9-83CC-4D65-85E0-CEA73C5A5738}" presName="bgRect" presStyleLbl="bgAccFollowNode1" presStyleIdx="0" presStyleCnt="3"/>
      <dgm:spPr/>
    </dgm:pt>
    <dgm:pt modelId="{9125B8CB-13B2-402B-9231-DDC610FF1139}" type="pres">
      <dgm:prSet presAssocID="{831EBECB-63CF-4D0E-BBE1-C7775BBB203D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2C6FFCC4-FB97-4C0D-84E8-2722192A5E8F}" type="pres">
      <dgm:prSet presAssocID="{5DFE25A9-83CC-4D65-85E0-CEA73C5A5738}" presName="bottomLine" presStyleLbl="alignNode1" presStyleIdx="1" presStyleCnt="6">
        <dgm:presLayoutVars/>
      </dgm:prSet>
      <dgm:spPr/>
    </dgm:pt>
    <dgm:pt modelId="{1E971E39-C587-40D9-A83E-902156A86114}" type="pres">
      <dgm:prSet presAssocID="{5DFE25A9-83CC-4D65-85E0-CEA73C5A5738}" presName="nodeText" presStyleLbl="bgAccFollowNode1" presStyleIdx="0" presStyleCnt="3">
        <dgm:presLayoutVars>
          <dgm:bulletEnabled val="1"/>
        </dgm:presLayoutVars>
      </dgm:prSet>
      <dgm:spPr/>
    </dgm:pt>
    <dgm:pt modelId="{BB3FA1D1-3B8C-4034-9F4B-38640BFA80F2}" type="pres">
      <dgm:prSet presAssocID="{831EBECB-63CF-4D0E-BBE1-C7775BBB203D}" presName="sibTrans" presStyleCnt="0"/>
      <dgm:spPr/>
    </dgm:pt>
    <dgm:pt modelId="{DA5713D0-16BE-4BB8-89E8-A804EEC7F124}" type="pres">
      <dgm:prSet presAssocID="{A09A4544-0876-4BA7-93E0-48A0F30452F1}" presName="compositeNode" presStyleCnt="0">
        <dgm:presLayoutVars>
          <dgm:bulletEnabled val="1"/>
        </dgm:presLayoutVars>
      </dgm:prSet>
      <dgm:spPr/>
    </dgm:pt>
    <dgm:pt modelId="{AA2D977C-D6B3-464A-97F1-DF3FDA6A2E39}" type="pres">
      <dgm:prSet presAssocID="{A09A4544-0876-4BA7-93E0-48A0F30452F1}" presName="bgRect" presStyleLbl="bgAccFollowNode1" presStyleIdx="1" presStyleCnt="3"/>
      <dgm:spPr/>
    </dgm:pt>
    <dgm:pt modelId="{5AE3BE9A-4EC7-45F6-AEFA-9D31E36A7278}" type="pres">
      <dgm:prSet presAssocID="{A28B0757-40B9-40EC-A972-5CB38D008CD3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33F60D37-6698-4EC7-85BD-05040EA7977C}" type="pres">
      <dgm:prSet presAssocID="{A09A4544-0876-4BA7-93E0-48A0F30452F1}" presName="bottomLine" presStyleLbl="alignNode1" presStyleIdx="3" presStyleCnt="6">
        <dgm:presLayoutVars/>
      </dgm:prSet>
      <dgm:spPr/>
    </dgm:pt>
    <dgm:pt modelId="{8CCF66A9-A1BB-47E5-B4AB-D26848B9941A}" type="pres">
      <dgm:prSet presAssocID="{A09A4544-0876-4BA7-93E0-48A0F30452F1}" presName="nodeText" presStyleLbl="bgAccFollowNode1" presStyleIdx="1" presStyleCnt="3">
        <dgm:presLayoutVars>
          <dgm:bulletEnabled val="1"/>
        </dgm:presLayoutVars>
      </dgm:prSet>
      <dgm:spPr/>
    </dgm:pt>
    <dgm:pt modelId="{96F335E7-8013-4EF1-A41C-B9A50D29C08A}" type="pres">
      <dgm:prSet presAssocID="{A28B0757-40B9-40EC-A972-5CB38D008CD3}" presName="sibTrans" presStyleCnt="0"/>
      <dgm:spPr/>
    </dgm:pt>
    <dgm:pt modelId="{17B609F3-E283-4795-A533-AA6A9A6DEBEF}" type="pres">
      <dgm:prSet presAssocID="{CCC25480-1D16-46D4-8DC2-8CF6D5C1EADE}" presName="compositeNode" presStyleCnt="0">
        <dgm:presLayoutVars>
          <dgm:bulletEnabled val="1"/>
        </dgm:presLayoutVars>
      </dgm:prSet>
      <dgm:spPr/>
    </dgm:pt>
    <dgm:pt modelId="{061EA95A-D553-4606-9EB2-C2AD26934FB6}" type="pres">
      <dgm:prSet presAssocID="{CCC25480-1D16-46D4-8DC2-8CF6D5C1EADE}" presName="bgRect" presStyleLbl="bgAccFollowNode1" presStyleIdx="2" presStyleCnt="3"/>
      <dgm:spPr/>
    </dgm:pt>
    <dgm:pt modelId="{986096A8-28E9-431E-AA16-BDE49059006D}" type="pres">
      <dgm:prSet presAssocID="{9226F788-E81E-4B19-B273-EAD118ABCF36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6E74E5CC-C196-476E-8348-7C03C1004B93}" type="pres">
      <dgm:prSet presAssocID="{CCC25480-1D16-46D4-8DC2-8CF6D5C1EADE}" presName="bottomLine" presStyleLbl="alignNode1" presStyleIdx="5" presStyleCnt="6">
        <dgm:presLayoutVars/>
      </dgm:prSet>
      <dgm:spPr/>
    </dgm:pt>
    <dgm:pt modelId="{1D4F5FFD-7C2F-431D-ABA7-39EDADB29C95}" type="pres">
      <dgm:prSet presAssocID="{CCC25480-1D16-46D4-8DC2-8CF6D5C1EADE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1A125B12-01E7-4476-812B-EDBB6AE4C7CE}" type="presOf" srcId="{A09A4544-0876-4BA7-93E0-48A0F30452F1}" destId="{8CCF66A9-A1BB-47E5-B4AB-D26848B9941A}" srcOrd="1" destOrd="0" presId="urn:microsoft.com/office/officeart/2016/7/layout/BasicLinearProcessNumbered"/>
    <dgm:cxn modelId="{E0452C1A-551B-4999-BE48-7A8DF903335F}" type="presOf" srcId="{A09A4544-0876-4BA7-93E0-48A0F30452F1}" destId="{AA2D977C-D6B3-464A-97F1-DF3FDA6A2E39}" srcOrd="0" destOrd="0" presId="urn:microsoft.com/office/officeart/2016/7/layout/BasicLinearProcessNumbered"/>
    <dgm:cxn modelId="{DD0D004B-D9A3-40D5-AA58-72426D6D83E5}" srcId="{D7F0D4FC-DB04-4E2E-9DBF-27C5A41BF56C}" destId="{A09A4544-0876-4BA7-93E0-48A0F30452F1}" srcOrd="1" destOrd="0" parTransId="{F1E21364-181E-410B-AC4A-61499F138EA6}" sibTransId="{A28B0757-40B9-40EC-A972-5CB38D008CD3}"/>
    <dgm:cxn modelId="{C1B2224B-467F-4B42-94A3-555474935A60}" type="presOf" srcId="{D7F0D4FC-DB04-4E2E-9DBF-27C5A41BF56C}" destId="{D7900848-6B8D-499C-92FE-9D22D634584F}" srcOrd="0" destOrd="0" presId="urn:microsoft.com/office/officeart/2016/7/layout/BasicLinearProcessNumbered"/>
    <dgm:cxn modelId="{F1767E6E-C542-4C79-8A04-B080DF6A60EB}" type="presOf" srcId="{5DFE25A9-83CC-4D65-85E0-CEA73C5A5738}" destId="{C069120F-1E05-42E6-A610-BD48279A0F66}" srcOrd="0" destOrd="0" presId="urn:microsoft.com/office/officeart/2016/7/layout/BasicLinearProcessNumbered"/>
    <dgm:cxn modelId="{33A2C04E-7ABA-4764-A176-F6383E7F6943}" type="presOf" srcId="{9226F788-E81E-4B19-B273-EAD118ABCF36}" destId="{986096A8-28E9-431E-AA16-BDE49059006D}" srcOrd="0" destOrd="0" presId="urn:microsoft.com/office/officeart/2016/7/layout/BasicLinearProcessNumbered"/>
    <dgm:cxn modelId="{98709551-72F7-4796-A7AE-A5C16E7574A1}" srcId="{D7F0D4FC-DB04-4E2E-9DBF-27C5A41BF56C}" destId="{5DFE25A9-83CC-4D65-85E0-CEA73C5A5738}" srcOrd="0" destOrd="0" parTransId="{C18935B2-8E18-499F-A619-AC84EA921A5D}" sibTransId="{831EBECB-63CF-4D0E-BBE1-C7775BBB203D}"/>
    <dgm:cxn modelId="{6B9F7A83-6FDC-4C2C-8A72-EB976F31E892}" type="presOf" srcId="{831EBECB-63CF-4D0E-BBE1-C7775BBB203D}" destId="{9125B8CB-13B2-402B-9231-DDC610FF1139}" srcOrd="0" destOrd="0" presId="urn:microsoft.com/office/officeart/2016/7/layout/BasicLinearProcessNumbered"/>
    <dgm:cxn modelId="{91679E96-6B25-4B90-8FD5-59658C55C169}" type="presOf" srcId="{CCC25480-1D16-46D4-8DC2-8CF6D5C1EADE}" destId="{061EA95A-D553-4606-9EB2-C2AD26934FB6}" srcOrd="0" destOrd="0" presId="urn:microsoft.com/office/officeart/2016/7/layout/BasicLinearProcessNumbered"/>
    <dgm:cxn modelId="{BB134EA5-F175-4D4D-8944-231D2894F564}" type="presOf" srcId="{A28B0757-40B9-40EC-A972-5CB38D008CD3}" destId="{5AE3BE9A-4EC7-45F6-AEFA-9D31E36A7278}" srcOrd="0" destOrd="0" presId="urn:microsoft.com/office/officeart/2016/7/layout/BasicLinearProcessNumbered"/>
    <dgm:cxn modelId="{F2F784D5-CC87-4A8E-81B7-40768841C6A2}" type="presOf" srcId="{CCC25480-1D16-46D4-8DC2-8CF6D5C1EADE}" destId="{1D4F5FFD-7C2F-431D-ABA7-39EDADB29C95}" srcOrd="1" destOrd="0" presId="urn:microsoft.com/office/officeart/2016/7/layout/BasicLinearProcessNumbered"/>
    <dgm:cxn modelId="{652401EB-B4FD-44F3-9D12-F03CFDBD8051}" srcId="{D7F0D4FC-DB04-4E2E-9DBF-27C5A41BF56C}" destId="{CCC25480-1D16-46D4-8DC2-8CF6D5C1EADE}" srcOrd="2" destOrd="0" parTransId="{914338F9-49E9-462D-A6F2-141D6E069B59}" sibTransId="{9226F788-E81E-4B19-B273-EAD118ABCF36}"/>
    <dgm:cxn modelId="{38DC37FA-1392-48F3-ABB2-C3DB37C95D5A}" type="presOf" srcId="{5DFE25A9-83CC-4D65-85E0-CEA73C5A5738}" destId="{1E971E39-C587-40D9-A83E-902156A86114}" srcOrd="1" destOrd="0" presId="urn:microsoft.com/office/officeart/2016/7/layout/BasicLinearProcessNumbered"/>
    <dgm:cxn modelId="{5CD48CAF-0377-4E62-9980-B7EC6E7F6C64}" type="presParOf" srcId="{D7900848-6B8D-499C-92FE-9D22D634584F}" destId="{2CD506C7-0EE8-456F-BB69-B89A8105FDB3}" srcOrd="0" destOrd="0" presId="urn:microsoft.com/office/officeart/2016/7/layout/BasicLinearProcessNumbered"/>
    <dgm:cxn modelId="{507F9A9C-E32A-4986-BF73-D0E62964F4FE}" type="presParOf" srcId="{2CD506C7-0EE8-456F-BB69-B89A8105FDB3}" destId="{C069120F-1E05-42E6-A610-BD48279A0F66}" srcOrd="0" destOrd="0" presId="urn:microsoft.com/office/officeart/2016/7/layout/BasicLinearProcessNumbered"/>
    <dgm:cxn modelId="{B619A776-5ACB-4877-866E-065D1B25F171}" type="presParOf" srcId="{2CD506C7-0EE8-456F-BB69-B89A8105FDB3}" destId="{9125B8CB-13B2-402B-9231-DDC610FF1139}" srcOrd="1" destOrd="0" presId="urn:microsoft.com/office/officeart/2016/7/layout/BasicLinearProcessNumbered"/>
    <dgm:cxn modelId="{1472CB88-C0CF-4B4D-A4F1-6C3690A01AAC}" type="presParOf" srcId="{2CD506C7-0EE8-456F-BB69-B89A8105FDB3}" destId="{2C6FFCC4-FB97-4C0D-84E8-2722192A5E8F}" srcOrd="2" destOrd="0" presId="urn:microsoft.com/office/officeart/2016/7/layout/BasicLinearProcessNumbered"/>
    <dgm:cxn modelId="{D53ECA6F-4DA0-423B-8060-D175CDA4D7F9}" type="presParOf" srcId="{2CD506C7-0EE8-456F-BB69-B89A8105FDB3}" destId="{1E971E39-C587-40D9-A83E-902156A86114}" srcOrd="3" destOrd="0" presId="urn:microsoft.com/office/officeart/2016/7/layout/BasicLinearProcessNumbered"/>
    <dgm:cxn modelId="{8240E9E6-ED82-4310-A3CC-0557E56DB062}" type="presParOf" srcId="{D7900848-6B8D-499C-92FE-9D22D634584F}" destId="{BB3FA1D1-3B8C-4034-9F4B-38640BFA80F2}" srcOrd="1" destOrd="0" presId="urn:microsoft.com/office/officeart/2016/7/layout/BasicLinearProcessNumbered"/>
    <dgm:cxn modelId="{B330585A-6AF8-4F65-99D0-0064830C97CB}" type="presParOf" srcId="{D7900848-6B8D-499C-92FE-9D22D634584F}" destId="{DA5713D0-16BE-4BB8-89E8-A804EEC7F124}" srcOrd="2" destOrd="0" presId="urn:microsoft.com/office/officeart/2016/7/layout/BasicLinearProcessNumbered"/>
    <dgm:cxn modelId="{02A7D057-301E-49B4-BBF2-9CA29ADCD86B}" type="presParOf" srcId="{DA5713D0-16BE-4BB8-89E8-A804EEC7F124}" destId="{AA2D977C-D6B3-464A-97F1-DF3FDA6A2E39}" srcOrd="0" destOrd="0" presId="urn:microsoft.com/office/officeart/2016/7/layout/BasicLinearProcessNumbered"/>
    <dgm:cxn modelId="{E45A6ED4-196F-447E-8B54-394C6CC3BACC}" type="presParOf" srcId="{DA5713D0-16BE-4BB8-89E8-A804EEC7F124}" destId="{5AE3BE9A-4EC7-45F6-AEFA-9D31E36A7278}" srcOrd="1" destOrd="0" presId="urn:microsoft.com/office/officeart/2016/7/layout/BasicLinearProcessNumbered"/>
    <dgm:cxn modelId="{8EE8ADBC-279E-467B-861B-51BD17A9667E}" type="presParOf" srcId="{DA5713D0-16BE-4BB8-89E8-A804EEC7F124}" destId="{33F60D37-6698-4EC7-85BD-05040EA7977C}" srcOrd="2" destOrd="0" presId="urn:microsoft.com/office/officeart/2016/7/layout/BasicLinearProcessNumbered"/>
    <dgm:cxn modelId="{A7963204-683C-4916-BF6A-163EE95D6D3C}" type="presParOf" srcId="{DA5713D0-16BE-4BB8-89E8-A804EEC7F124}" destId="{8CCF66A9-A1BB-47E5-B4AB-D26848B9941A}" srcOrd="3" destOrd="0" presId="urn:microsoft.com/office/officeart/2016/7/layout/BasicLinearProcessNumbered"/>
    <dgm:cxn modelId="{9BD65820-1BA7-429B-8235-0156BA440820}" type="presParOf" srcId="{D7900848-6B8D-499C-92FE-9D22D634584F}" destId="{96F335E7-8013-4EF1-A41C-B9A50D29C08A}" srcOrd="3" destOrd="0" presId="urn:microsoft.com/office/officeart/2016/7/layout/BasicLinearProcessNumbered"/>
    <dgm:cxn modelId="{843FB95C-66AE-4E6E-9118-5413EC5F42A3}" type="presParOf" srcId="{D7900848-6B8D-499C-92FE-9D22D634584F}" destId="{17B609F3-E283-4795-A533-AA6A9A6DEBEF}" srcOrd="4" destOrd="0" presId="urn:microsoft.com/office/officeart/2016/7/layout/BasicLinearProcessNumbered"/>
    <dgm:cxn modelId="{1F7D9F06-0389-4355-8C2B-888871C4CDCD}" type="presParOf" srcId="{17B609F3-E283-4795-A533-AA6A9A6DEBEF}" destId="{061EA95A-D553-4606-9EB2-C2AD26934FB6}" srcOrd="0" destOrd="0" presId="urn:microsoft.com/office/officeart/2016/7/layout/BasicLinearProcessNumbered"/>
    <dgm:cxn modelId="{DFC010A2-FCE4-471B-8EDA-73BEB1CF742D}" type="presParOf" srcId="{17B609F3-E283-4795-A533-AA6A9A6DEBEF}" destId="{986096A8-28E9-431E-AA16-BDE49059006D}" srcOrd="1" destOrd="0" presId="urn:microsoft.com/office/officeart/2016/7/layout/BasicLinearProcessNumbered"/>
    <dgm:cxn modelId="{01422E40-C7DC-4FF6-9F70-742B34696E49}" type="presParOf" srcId="{17B609F3-E283-4795-A533-AA6A9A6DEBEF}" destId="{6E74E5CC-C196-476E-8348-7C03C1004B93}" srcOrd="2" destOrd="0" presId="urn:microsoft.com/office/officeart/2016/7/layout/BasicLinearProcessNumbered"/>
    <dgm:cxn modelId="{336BF0BA-2DBB-46A8-9C32-6880DBA543CA}" type="presParOf" srcId="{17B609F3-E283-4795-A533-AA6A9A6DEBEF}" destId="{1D4F5FFD-7C2F-431D-ABA7-39EDADB29C9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1E8C328-8C25-4C1C-8C04-B33BC755F1F5}" type="doc">
      <dgm:prSet loTypeId="urn:microsoft.com/office/officeart/2008/layout/LinedList" loCatId="list" qsTypeId="urn:microsoft.com/office/officeart/2005/8/quickstyle/3d1" qsCatId="3D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BD75906-AF1C-4DA5-A13A-D7B4B84632C6}">
      <dgm:prSet/>
      <dgm:spPr/>
      <dgm:t>
        <a:bodyPr/>
        <a:lstStyle/>
        <a:p>
          <a:r>
            <a:rPr lang="en-US" b="0" i="0"/>
            <a:t>Pre-processing</a:t>
          </a:r>
          <a:endParaRPr lang="en-US"/>
        </a:p>
      </dgm:t>
    </dgm:pt>
    <dgm:pt modelId="{A7A0FDC9-6BDD-433A-80AB-6D06AC1EDE17}" type="parTrans" cxnId="{2148950B-C2AC-4AF1-91C8-B2C22E14BEF8}">
      <dgm:prSet/>
      <dgm:spPr/>
      <dgm:t>
        <a:bodyPr/>
        <a:lstStyle/>
        <a:p>
          <a:endParaRPr lang="en-US"/>
        </a:p>
      </dgm:t>
    </dgm:pt>
    <dgm:pt modelId="{61DFEF3C-DE53-4D14-A293-9222BF64C33C}" type="sibTrans" cxnId="{2148950B-C2AC-4AF1-91C8-B2C22E14BEF8}">
      <dgm:prSet phldrT="1"/>
      <dgm:spPr/>
      <dgm:t>
        <a:bodyPr/>
        <a:lstStyle/>
        <a:p>
          <a:endParaRPr lang="en-US"/>
        </a:p>
      </dgm:t>
    </dgm:pt>
    <dgm:pt modelId="{ACA3DCF0-C519-491E-98D5-9731B761D50F}">
      <dgm:prSet/>
      <dgm:spPr/>
      <dgm:t>
        <a:bodyPr/>
        <a:lstStyle/>
        <a:p>
          <a:r>
            <a:rPr lang="en-US" b="0" i="0"/>
            <a:t>Indexing</a:t>
          </a:r>
          <a:endParaRPr lang="en-US"/>
        </a:p>
      </dgm:t>
    </dgm:pt>
    <dgm:pt modelId="{687DB0BB-61CF-4672-846A-A8D1E769818D}" type="parTrans" cxnId="{3EC3DEA6-2E0E-4D16-AC06-02A9895AA751}">
      <dgm:prSet/>
      <dgm:spPr/>
      <dgm:t>
        <a:bodyPr/>
        <a:lstStyle/>
        <a:p>
          <a:endParaRPr lang="en-US"/>
        </a:p>
      </dgm:t>
    </dgm:pt>
    <dgm:pt modelId="{FD24F791-1E3B-4978-8B7B-BB405CD2A738}" type="sibTrans" cxnId="{3EC3DEA6-2E0E-4D16-AC06-02A9895AA751}">
      <dgm:prSet phldrT="2"/>
      <dgm:spPr/>
      <dgm:t>
        <a:bodyPr/>
        <a:lstStyle/>
        <a:p>
          <a:endParaRPr lang="en-US"/>
        </a:p>
      </dgm:t>
    </dgm:pt>
    <dgm:pt modelId="{CA36C5A3-7A84-4035-A349-77559E16E9C5}">
      <dgm:prSet/>
      <dgm:spPr/>
      <dgm:t>
        <a:bodyPr/>
        <a:lstStyle/>
        <a:p>
          <a:r>
            <a:rPr lang="en-US" b="0" i="0"/>
            <a:t>Record pair comparison</a:t>
          </a:r>
          <a:endParaRPr lang="en-US"/>
        </a:p>
      </dgm:t>
    </dgm:pt>
    <dgm:pt modelId="{17732E3C-7E8C-4AA7-B0BE-C6BD020B82E4}" type="parTrans" cxnId="{A026716C-E88D-4520-9467-2CC9CCF3C027}">
      <dgm:prSet/>
      <dgm:spPr/>
      <dgm:t>
        <a:bodyPr/>
        <a:lstStyle/>
        <a:p>
          <a:endParaRPr lang="en-US"/>
        </a:p>
      </dgm:t>
    </dgm:pt>
    <dgm:pt modelId="{9C8B5890-95E6-45CB-B37C-128386301E9B}" type="sibTrans" cxnId="{A026716C-E88D-4520-9467-2CC9CCF3C027}">
      <dgm:prSet phldrT="3"/>
      <dgm:spPr/>
      <dgm:t>
        <a:bodyPr/>
        <a:lstStyle/>
        <a:p>
          <a:endParaRPr lang="en-US"/>
        </a:p>
      </dgm:t>
    </dgm:pt>
    <dgm:pt modelId="{06DAD077-C6AA-454F-8E13-421E8DC91293}">
      <dgm:prSet/>
      <dgm:spPr/>
      <dgm:t>
        <a:bodyPr/>
        <a:lstStyle/>
        <a:p>
          <a:r>
            <a:rPr lang="en-US" b="0" i="0"/>
            <a:t>Classification</a:t>
          </a:r>
          <a:endParaRPr lang="en-US"/>
        </a:p>
      </dgm:t>
    </dgm:pt>
    <dgm:pt modelId="{8F91BF0C-4074-4688-8027-0A7C1CAC5269}" type="parTrans" cxnId="{00607503-3DDC-4D98-922E-3E4DCDEF0EC7}">
      <dgm:prSet/>
      <dgm:spPr/>
      <dgm:t>
        <a:bodyPr/>
        <a:lstStyle/>
        <a:p>
          <a:endParaRPr lang="en-US"/>
        </a:p>
      </dgm:t>
    </dgm:pt>
    <dgm:pt modelId="{9F86450A-3C3B-4772-BC8F-6B75E2D0CD23}" type="sibTrans" cxnId="{00607503-3DDC-4D98-922E-3E4DCDEF0EC7}">
      <dgm:prSet phldrT="4"/>
      <dgm:spPr/>
      <dgm:t>
        <a:bodyPr/>
        <a:lstStyle/>
        <a:p>
          <a:endParaRPr lang="en-US"/>
        </a:p>
      </dgm:t>
    </dgm:pt>
    <dgm:pt modelId="{3D9C9492-86F2-45D0-9144-F69E1AD4EE59}">
      <dgm:prSet/>
      <dgm:spPr/>
      <dgm:t>
        <a:bodyPr/>
        <a:lstStyle/>
        <a:p>
          <a:r>
            <a:rPr lang="en-US" b="0" i="0"/>
            <a:t>Evaluation</a:t>
          </a:r>
          <a:endParaRPr lang="en-US"/>
        </a:p>
      </dgm:t>
    </dgm:pt>
    <dgm:pt modelId="{D436CDD9-9BEC-4011-A561-91E0E57C9A21}" type="parTrans" cxnId="{D5E83B4B-50A9-4744-B016-7B23EA1B75D6}">
      <dgm:prSet/>
      <dgm:spPr/>
      <dgm:t>
        <a:bodyPr/>
        <a:lstStyle/>
        <a:p>
          <a:endParaRPr lang="en-US"/>
        </a:p>
      </dgm:t>
    </dgm:pt>
    <dgm:pt modelId="{182E2846-A156-4171-AC27-A554D965C0D8}" type="sibTrans" cxnId="{D5E83B4B-50A9-4744-B016-7B23EA1B75D6}">
      <dgm:prSet phldrT="5"/>
      <dgm:spPr/>
      <dgm:t>
        <a:bodyPr/>
        <a:lstStyle/>
        <a:p>
          <a:endParaRPr lang="en-US"/>
        </a:p>
      </dgm:t>
    </dgm:pt>
    <dgm:pt modelId="{83513154-4303-4CB0-96C1-FF9B045CD2A6}" type="pres">
      <dgm:prSet presAssocID="{51E8C328-8C25-4C1C-8C04-B33BC755F1F5}" presName="vert0" presStyleCnt="0">
        <dgm:presLayoutVars>
          <dgm:dir/>
          <dgm:animOne val="branch"/>
          <dgm:animLvl val="lvl"/>
        </dgm:presLayoutVars>
      </dgm:prSet>
      <dgm:spPr/>
    </dgm:pt>
    <dgm:pt modelId="{3A5C987C-D8CE-4332-BA7D-8983D89FA10F}" type="pres">
      <dgm:prSet presAssocID="{0BD75906-AF1C-4DA5-A13A-D7B4B84632C6}" presName="thickLine" presStyleLbl="alignNode1" presStyleIdx="0" presStyleCnt="5"/>
      <dgm:spPr/>
    </dgm:pt>
    <dgm:pt modelId="{80B0AB14-2E22-4A55-B8D4-E8414267193E}" type="pres">
      <dgm:prSet presAssocID="{0BD75906-AF1C-4DA5-A13A-D7B4B84632C6}" presName="horz1" presStyleCnt="0"/>
      <dgm:spPr/>
    </dgm:pt>
    <dgm:pt modelId="{EF40A18C-9C61-4D54-BB9F-FE89015E4786}" type="pres">
      <dgm:prSet presAssocID="{0BD75906-AF1C-4DA5-A13A-D7B4B84632C6}" presName="tx1" presStyleLbl="revTx" presStyleIdx="0" presStyleCnt="5"/>
      <dgm:spPr/>
    </dgm:pt>
    <dgm:pt modelId="{8C0A26A8-27F4-41BC-B099-7A9F28B9A2A3}" type="pres">
      <dgm:prSet presAssocID="{0BD75906-AF1C-4DA5-A13A-D7B4B84632C6}" presName="vert1" presStyleCnt="0"/>
      <dgm:spPr/>
    </dgm:pt>
    <dgm:pt modelId="{11DD5ED6-9BB8-447E-8556-157E784CD8AF}" type="pres">
      <dgm:prSet presAssocID="{ACA3DCF0-C519-491E-98D5-9731B761D50F}" presName="thickLine" presStyleLbl="alignNode1" presStyleIdx="1" presStyleCnt="5"/>
      <dgm:spPr/>
    </dgm:pt>
    <dgm:pt modelId="{4D3A0019-82C7-4A12-9F9B-C9C27BBA83E4}" type="pres">
      <dgm:prSet presAssocID="{ACA3DCF0-C519-491E-98D5-9731B761D50F}" presName="horz1" presStyleCnt="0"/>
      <dgm:spPr/>
    </dgm:pt>
    <dgm:pt modelId="{7FBA3326-E388-4201-9561-6C28C521A61B}" type="pres">
      <dgm:prSet presAssocID="{ACA3DCF0-C519-491E-98D5-9731B761D50F}" presName="tx1" presStyleLbl="revTx" presStyleIdx="1" presStyleCnt="5"/>
      <dgm:spPr/>
    </dgm:pt>
    <dgm:pt modelId="{04123812-9320-44C6-8A1F-8B95A028BCF0}" type="pres">
      <dgm:prSet presAssocID="{ACA3DCF0-C519-491E-98D5-9731B761D50F}" presName="vert1" presStyleCnt="0"/>
      <dgm:spPr/>
    </dgm:pt>
    <dgm:pt modelId="{EACD4E7D-D4AC-4EF7-BD19-BC7258C20134}" type="pres">
      <dgm:prSet presAssocID="{CA36C5A3-7A84-4035-A349-77559E16E9C5}" presName="thickLine" presStyleLbl="alignNode1" presStyleIdx="2" presStyleCnt="5"/>
      <dgm:spPr/>
    </dgm:pt>
    <dgm:pt modelId="{6D3FA660-1970-4712-A981-F7C5CFC616B5}" type="pres">
      <dgm:prSet presAssocID="{CA36C5A3-7A84-4035-A349-77559E16E9C5}" presName="horz1" presStyleCnt="0"/>
      <dgm:spPr/>
    </dgm:pt>
    <dgm:pt modelId="{6B1F658D-09D9-4683-8D76-50174549155A}" type="pres">
      <dgm:prSet presAssocID="{CA36C5A3-7A84-4035-A349-77559E16E9C5}" presName="tx1" presStyleLbl="revTx" presStyleIdx="2" presStyleCnt="5"/>
      <dgm:spPr/>
    </dgm:pt>
    <dgm:pt modelId="{1BE6F280-2809-4772-A813-EFDA283A718F}" type="pres">
      <dgm:prSet presAssocID="{CA36C5A3-7A84-4035-A349-77559E16E9C5}" presName="vert1" presStyleCnt="0"/>
      <dgm:spPr/>
    </dgm:pt>
    <dgm:pt modelId="{43B8489A-53E0-4BE7-A7F4-17D913E34C3D}" type="pres">
      <dgm:prSet presAssocID="{06DAD077-C6AA-454F-8E13-421E8DC91293}" presName="thickLine" presStyleLbl="alignNode1" presStyleIdx="3" presStyleCnt="5"/>
      <dgm:spPr/>
    </dgm:pt>
    <dgm:pt modelId="{8F97294D-5795-41E8-ABB8-178BC21D987E}" type="pres">
      <dgm:prSet presAssocID="{06DAD077-C6AA-454F-8E13-421E8DC91293}" presName="horz1" presStyleCnt="0"/>
      <dgm:spPr/>
    </dgm:pt>
    <dgm:pt modelId="{7B9D3582-217B-4127-B7D7-D3EB58FF463E}" type="pres">
      <dgm:prSet presAssocID="{06DAD077-C6AA-454F-8E13-421E8DC91293}" presName="tx1" presStyleLbl="revTx" presStyleIdx="3" presStyleCnt="5"/>
      <dgm:spPr/>
    </dgm:pt>
    <dgm:pt modelId="{17E8241A-98DF-435A-93DD-A3F8BFCDBACF}" type="pres">
      <dgm:prSet presAssocID="{06DAD077-C6AA-454F-8E13-421E8DC91293}" presName="vert1" presStyleCnt="0"/>
      <dgm:spPr/>
    </dgm:pt>
    <dgm:pt modelId="{17BF2038-1D1F-4B6C-9D88-0E9961FF9C31}" type="pres">
      <dgm:prSet presAssocID="{3D9C9492-86F2-45D0-9144-F69E1AD4EE59}" presName="thickLine" presStyleLbl="alignNode1" presStyleIdx="4" presStyleCnt="5"/>
      <dgm:spPr/>
    </dgm:pt>
    <dgm:pt modelId="{32B61AE6-9BC7-4733-AB1E-B8A2D060ED6F}" type="pres">
      <dgm:prSet presAssocID="{3D9C9492-86F2-45D0-9144-F69E1AD4EE59}" presName="horz1" presStyleCnt="0"/>
      <dgm:spPr/>
    </dgm:pt>
    <dgm:pt modelId="{DEBC6428-097E-4D3A-A1AB-135F884857CF}" type="pres">
      <dgm:prSet presAssocID="{3D9C9492-86F2-45D0-9144-F69E1AD4EE59}" presName="tx1" presStyleLbl="revTx" presStyleIdx="4" presStyleCnt="5"/>
      <dgm:spPr/>
    </dgm:pt>
    <dgm:pt modelId="{F62F7E40-DA54-4AC7-BE10-B4183CA70B98}" type="pres">
      <dgm:prSet presAssocID="{3D9C9492-86F2-45D0-9144-F69E1AD4EE59}" presName="vert1" presStyleCnt="0"/>
      <dgm:spPr/>
    </dgm:pt>
  </dgm:ptLst>
  <dgm:cxnLst>
    <dgm:cxn modelId="{00607503-3DDC-4D98-922E-3E4DCDEF0EC7}" srcId="{51E8C328-8C25-4C1C-8C04-B33BC755F1F5}" destId="{06DAD077-C6AA-454F-8E13-421E8DC91293}" srcOrd="3" destOrd="0" parTransId="{8F91BF0C-4074-4688-8027-0A7C1CAC5269}" sibTransId="{9F86450A-3C3B-4772-BC8F-6B75E2D0CD23}"/>
    <dgm:cxn modelId="{2148950B-C2AC-4AF1-91C8-B2C22E14BEF8}" srcId="{51E8C328-8C25-4C1C-8C04-B33BC755F1F5}" destId="{0BD75906-AF1C-4DA5-A13A-D7B4B84632C6}" srcOrd="0" destOrd="0" parTransId="{A7A0FDC9-6BDD-433A-80AB-6D06AC1EDE17}" sibTransId="{61DFEF3C-DE53-4D14-A293-9222BF64C33C}"/>
    <dgm:cxn modelId="{74D6440F-0334-4C82-9DEC-479884C0F08B}" type="presOf" srcId="{ACA3DCF0-C519-491E-98D5-9731B761D50F}" destId="{7FBA3326-E388-4201-9561-6C28C521A61B}" srcOrd="0" destOrd="0" presId="urn:microsoft.com/office/officeart/2008/layout/LinedList"/>
    <dgm:cxn modelId="{83BBB830-F50F-4C92-BB10-DB22C89DB27A}" type="presOf" srcId="{0BD75906-AF1C-4DA5-A13A-D7B4B84632C6}" destId="{EF40A18C-9C61-4D54-BB9F-FE89015E4786}" srcOrd="0" destOrd="0" presId="urn:microsoft.com/office/officeart/2008/layout/LinedList"/>
    <dgm:cxn modelId="{D5E83B4B-50A9-4744-B016-7B23EA1B75D6}" srcId="{51E8C328-8C25-4C1C-8C04-B33BC755F1F5}" destId="{3D9C9492-86F2-45D0-9144-F69E1AD4EE59}" srcOrd="4" destOrd="0" parTransId="{D436CDD9-9BEC-4011-A561-91E0E57C9A21}" sibTransId="{182E2846-A156-4171-AC27-A554D965C0D8}"/>
    <dgm:cxn modelId="{A026716C-E88D-4520-9467-2CC9CCF3C027}" srcId="{51E8C328-8C25-4C1C-8C04-B33BC755F1F5}" destId="{CA36C5A3-7A84-4035-A349-77559E16E9C5}" srcOrd="2" destOrd="0" parTransId="{17732E3C-7E8C-4AA7-B0BE-C6BD020B82E4}" sibTransId="{9C8B5890-95E6-45CB-B37C-128386301E9B}"/>
    <dgm:cxn modelId="{3EB8BB83-3E60-4728-A3A7-A5CC0BDB1B87}" type="presOf" srcId="{CA36C5A3-7A84-4035-A349-77559E16E9C5}" destId="{6B1F658D-09D9-4683-8D76-50174549155A}" srcOrd="0" destOrd="0" presId="urn:microsoft.com/office/officeart/2008/layout/LinedList"/>
    <dgm:cxn modelId="{3EC3DEA6-2E0E-4D16-AC06-02A9895AA751}" srcId="{51E8C328-8C25-4C1C-8C04-B33BC755F1F5}" destId="{ACA3DCF0-C519-491E-98D5-9731B761D50F}" srcOrd="1" destOrd="0" parTransId="{687DB0BB-61CF-4672-846A-A8D1E769818D}" sibTransId="{FD24F791-1E3B-4978-8B7B-BB405CD2A738}"/>
    <dgm:cxn modelId="{241029A7-CC9F-406D-8C32-2DDF8DCFA9D3}" type="presOf" srcId="{06DAD077-C6AA-454F-8E13-421E8DC91293}" destId="{7B9D3582-217B-4127-B7D7-D3EB58FF463E}" srcOrd="0" destOrd="0" presId="urn:microsoft.com/office/officeart/2008/layout/LinedList"/>
    <dgm:cxn modelId="{3F9305E4-E6B5-4293-A441-36D9A4E12625}" type="presOf" srcId="{3D9C9492-86F2-45D0-9144-F69E1AD4EE59}" destId="{DEBC6428-097E-4D3A-A1AB-135F884857CF}" srcOrd="0" destOrd="0" presId="urn:microsoft.com/office/officeart/2008/layout/LinedList"/>
    <dgm:cxn modelId="{691043EF-53D2-4131-9678-92083CFA18F1}" type="presOf" srcId="{51E8C328-8C25-4C1C-8C04-B33BC755F1F5}" destId="{83513154-4303-4CB0-96C1-FF9B045CD2A6}" srcOrd="0" destOrd="0" presId="urn:microsoft.com/office/officeart/2008/layout/LinedList"/>
    <dgm:cxn modelId="{EC25A2EA-FCF8-4706-9E5F-907BFD6B8C7B}" type="presParOf" srcId="{83513154-4303-4CB0-96C1-FF9B045CD2A6}" destId="{3A5C987C-D8CE-4332-BA7D-8983D89FA10F}" srcOrd="0" destOrd="0" presId="urn:microsoft.com/office/officeart/2008/layout/LinedList"/>
    <dgm:cxn modelId="{452C8DAE-30F6-4F35-942C-F59FF48EF3C6}" type="presParOf" srcId="{83513154-4303-4CB0-96C1-FF9B045CD2A6}" destId="{80B0AB14-2E22-4A55-B8D4-E8414267193E}" srcOrd="1" destOrd="0" presId="urn:microsoft.com/office/officeart/2008/layout/LinedList"/>
    <dgm:cxn modelId="{E3002895-49FD-437A-BADD-80F5C60C4E6A}" type="presParOf" srcId="{80B0AB14-2E22-4A55-B8D4-E8414267193E}" destId="{EF40A18C-9C61-4D54-BB9F-FE89015E4786}" srcOrd="0" destOrd="0" presId="urn:microsoft.com/office/officeart/2008/layout/LinedList"/>
    <dgm:cxn modelId="{128845E4-6465-4D52-BB43-96E5E2B8E12C}" type="presParOf" srcId="{80B0AB14-2E22-4A55-B8D4-E8414267193E}" destId="{8C0A26A8-27F4-41BC-B099-7A9F28B9A2A3}" srcOrd="1" destOrd="0" presId="urn:microsoft.com/office/officeart/2008/layout/LinedList"/>
    <dgm:cxn modelId="{08D82D62-5A02-483C-92E5-25C355FEE605}" type="presParOf" srcId="{83513154-4303-4CB0-96C1-FF9B045CD2A6}" destId="{11DD5ED6-9BB8-447E-8556-157E784CD8AF}" srcOrd="2" destOrd="0" presId="urn:microsoft.com/office/officeart/2008/layout/LinedList"/>
    <dgm:cxn modelId="{81256E09-86DA-405E-AED5-CCA52F714282}" type="presParOf" srcId="{83513154-4303-4CB0-96C1-FF9B045CD2A6}" destId="{4D3A0019-82C7-4A12-9F9B-C9C27BBA83E4}" srcOrd="3" destOrd="0" presId="urn:microsoft.com/office/officeart/2008/layout/LinedList"/>
    <dgm:cxn modelId="{406CCAF2-0643-4033-A1E5-7D8B9319BAB5}" type="presParOf" srcId="{4D3A0019-82C7-4A12-9F9B-C9C27BBA83E4}" destId="{7FBA3326-E388-4201-9561-6C28C521A61B}" srcOrd="0" destOrd="0" presId="urn:microsoft.com/office/officeart/2008/layout/LinedList"/>
    <dgm:cxn modelId="{75040391-794D-46B0-B629-F41A72741221}" type="presParOf" srcId="{4D3A0019-82C7-4A12-9F9B-C9C27BBA83E4}" destId="{04123812-9320-44C6-8A1F-8B95A028BCF0}" srcOrd="1" destOrd="0" presId="urn:microsoft.com/office/officeart/2008/layout/LinedList"/>
    <dgm:cxn modelId="{E1B19725-41FA-4495-8EF2-B9596DAE7987}" type="presParOf" srcId="{83513154-4303-4CB0-96C1-FF9B045CD2A6}" destId="{EACD4E7D-D4AC-4EF7-BD19-BC7258C20134}" srcOrd="4" destOrd="0" presId="urn:microsoft.com/office/officeart/2008/layout/LinedList"/>
    <dgm:cxn modelId="{B0885530-6B96-4D16-A1B6-4946E29C2614}" type="presParOf" srcId="{83513154-4303-4CB0-96C1-FF9B045CD2A6}" destId="{6D3FA660-1970-4712-A981-F7C5CFC616B5}" srcOrd="5" destOrd="0" presId="urn:microsoft.com/office/officeart/2008/layout/LinedList"/>
    <dgm:cxn modelId="{C3A42911-A248-4207-8C9A-E630B082158D}" type="presParOf" srcId="{6D3FA660-1970-4712-A981-F7C5CFC616B5}" destId="{6B1F658D-09D9-4683-8D76-50174549155A}" srcOrd="0" destOrd="0" presId="urn:microsoft.com/office/officeart/2008/layout/LinedList"/>
    <dgm:cxn modelId="{962DECB6-03D6-4350-A46E-4A774CBFE3D2}" type="presParOf" srcId="{6D3FA660-1970-4712-A981-F7C5CFC616B5}" destId="{1BE6F280-2809-4772-A813-EFDA283A718F}" srcOrd="1" destOrd="0" presId="urn:microsoft.com/office/officeart/2008/layout/LinedList"/>
    <dgm:cxn modelId="{342F4B97-C6AD-4C2F-817E-5D080DA2DC7B}" type="presParOf" srcId="{83513154-4303-4CB0-96C1-FF9B045CD2A6}" destId="{43B8489A-53E0-4BE7-A7F4-17D913E34C3D}" srcOrd="6" destOrd="0" presId="urn:microsoft.com/office/officeart/2008/layout/LinedList"/>
    <dgm:cxn modelId="{F495E974-C315-461B-BACA-86E91754999D}" type="presParOf" srcId="{83513154-4303-4CB0-96C1-FF9B045CD2A6}" destId="{8F97294D-5795-41E8-ABB8-178BC21D987E}" srcOrd="7" destOrd="0" presId="urn:microsoft.com/office/officeart/2008/layout/LinedList"/>
    <dgm:cxn modelId="{397F8AB7-933B-4D77-BFC5-CEFDAAA0D0B2}" type="presParOf" srcId="{8F97294D-5795-41E8-ABB8-178BC21D987E}" destId="{7B9D3582-217B-4127-B7D7-D3EB58FF463E}" srcOrd="0" destOrd="0" presId="urn:microsoft.com/office/officeart/2008/layout/LinedList"/>
    <dgm:cxn modelId="{2E9EBB01-FF3D-4ABA-8907-79F14B0239E0}" type="presParOf" srcId="{8F97294D-5795-41E8-ABB8-178BC21D987E}" destId="{17E8241A-98DF-435A-93DD-A3F8BFCDBACF}" srcOrd="1" destOrd="0" presId="urn:microsoft.com/office/officeart/2008/layout/LinedList"/>
    <dgm:cxn modelId="{5A165768-BC0D-4170-9F9D-FA0478F3E449}" type="presParOf" srcId="{83513154-4303-4CB0-96C1-FF9B045CD2A6}" destId="{17BF2038-1D1F-4B6C-9D88-0E9961FF9C31}" srcOrd="8" destOrd="0" presId="urn:microsoft.com/office/officeart/2008/layout/LinedList"/>
    <dgm:cxn modelId="{C1B7976C-031C-40AA-AA92-96B983BD48AE}" type="presParOf" srcId="{83513154-4303-4CB0-96C1-FF9B045CD2A6}" destId="{32B61AE6-9BC7-4733-AB1E-B8A2D060ED6F}" srcOrd="9" destOrd="0" presId="urn:microsoft.com/office/officeart/2008/layout/LinedList"/>
    <dgm:cxn modelId="{E83F3D48-8EC1-4FF2-B747-AC41100A1F3E}" type="presParOf" srcId="{32B61AE6-9BC7-4733-AB1E-B8A2D060ED6F}" destId="{DEBC6428-097E-4D3A-A1AB-135F884857CF}" srcOrd="0" destOrd="0" presId="urn:microsoft.com/office/officeart/2008/layout/LinedList"/>
    <dgm:cxn modelId="{3165B781-829C-40E8-8DD6-228695E3326C}" type="presParOf" srcId="{32B61AE6-9BC7-4733-AB1E-B8A2D060ED6F}" destId="{F62F7E40-DA54-4AC7-BE10-B4183CA70B9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A33F798-73F0-4E39-BCBB-BE2F96C874AB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2E9E40F-AE85-42D0-8D39-23AC9AFD73C3}">
      <dgm:prSet/>
      <dgm:spPr/>
      <dgm:t>
        <a:bodyPr/>
        <a:lstStyle/>
        <a:p>
          <a:r>
            <a:rPr lang="en-US" dirty="0"/>
            <a:t>Remove</a:t>
          </a:r>
        </a:p>
      </dgm:t>
    </dgm:pt>
    <dgm:pt modelId="{830E02AD-8148-4585-A084-CE1063FD440E}" type="parTrans" cxnId="{22A6224A-F34C-48D1-BBB7-B7A6F0A18B01}">
      <dgm:prSet/>
      <dgm:spPr/>
      <dgm:t>
        <a:bodyPr/>
        <a:lstStyle/>
        <a:p>
          <a:endParaRPr lang="en-US"/>
        </a:p>
      </dgm:t>
    </dgm:pt>
    <dgm:pt modelId="{29F4B3CD-B196-486A-B152-5D8E9EDA162F}" type="sibTrans" cxnId="{22A6224A-F34C-48D1-BBB7-B7A6F0A18B01}">
      <dgm:prSet/>
      <dgm:spPr/>
      <dgm:t>
        <a:bodyPr/>
        <a:lstStyle/>
        <a:p>
          <a:endParaRPr lang="en-US"/>
        </a:p>
      </dgm:t>
    </dgm:pt>
    <dgm:pt modelId="{D6B7659B-3DE8-43EE-9682-4AA873F380CD}">
      <dgm:prSet/>
      <dgm:spPr/>
      <dgm:t>
        <a:bodyPr/>
        <a:lstStyle/>
        <a:p>
          <a:r>
            <a:rPr lang="en-US" dirty="0"/>
            <a:t>Unwanted characters </a:t>
          </a:r>
        </a:p>
      </dgm:t>
    </dgm:pt>
    <dgm:pt modelId="{ABF65A47-BB82-4E8E-B936-6C9B51D05156}" type="parTrans" cxnId="{367F1E6A-DF42-4EC5-9473-C671F651F267}">
      <dgm:prSet/>
      <dgm:spPr/>
      <dgm:t>
        <a:bodyPr/>
        <a:lstStyle/>
        <a:p>
          <a:endParaRPr lang="en-US"/>
        </a:p>
      </dgm:t>
    </dgm:pt>
    <dgm:pt modelId="{BD7C6D29-CA53-416F-9095-B765E3AE052B}" type="sibTrans" cxnId="{367F1E6A-DF42-4EC5-9473-C671F651F267}">
      <dgm:prSet/>
      <dgm:spPr/>
      <dgm:t>
        <a:bodyPr/>
        <a:lstStyle/>
        <a:p>
          <a:endParaRPr lang="en-US"/>
        </a:p>
      </dgm:t>
    </dgm:pt>
    <dgm:pt modelId="{DBBAABE8-9CDE-4C0C-9BC7-C1DA874D7202}">
      <dgm:prSet/>
      <dgm:spPr/>
      <dgm:t>
        <a:bodyPr/>
        <a:lstStyle/>
        <a:p>
          <a:r>
            <a:rPr lang="en-US" dirty="0"/>
            <a:t>Trim</a:t>
          </a:r>
        </a:p>
      </dgm:t>
    </dgm:pt>
    <dgm:pt modelId="{E3CA33A8-81CC-4A4C-BF88-4699CC34389A}" type="parTrans" cxnId="{B8788C16-519C-402E-BE88-6FB649C96A91}">
      <dgm:prSet/>
      <dgm:spPr/>
      <dgm:t>
        <a:bodyPr/>
        <a:lstStyle/>
        <a:p>
          <a:endParaRPr lang="en-US"/>
        </a:p>
      </dgm:t>
    </dgm:pt>
    <dgm:pt modelId="{A8C6837D-32E8-4DF1-B080-2EF5A678A927}" type="sibTrans" cxnId="{B8788C16-519C-402E-BE88-6FB649C96A91}">
      <dgm:prSet/>
      <dgm:spPr/>
      <dgm:t>
        <a:bodyPr/>
        <a:lstStyle/>
        <a:p>
          <a:endParaRPr lang="en-US"/>
        </a:p>
      </dgm:t>
    </dgm:pt>
    <dgm:pt modelId="{1A41C15E-E50B-4849-89E9-096CA31308CA}">
      <dgm:prSet/>
      <dgm:spPr/>
      <dgm:t>
        <a:bodyPr/>
        <a:lstStyle/>
        <a:p>
          <a:r>
            <a:rPr lang="en-US" dirty="0"/>
            <a:t>All unnecessary whitespace</a:t>
          </a:r>
        </a:p>
      </dgm:t>
    </dgm:pt>
    <dgm:pt modelId="{D8A366EE-4403-4A80-94E3-9EB807717ACD}" type="parTrans" cxnId="{E25587B7-BD4E-46BA-91DC-C5919149DAF3}">
      <dgm:prSet/>
      <dgm:spPr/>
      <dgm:t>
        <a:bodyPr/>
        <a:lstStyle/>
        <a:p>
          <a:endParaRPr lang="en-US"/>
        </a:p>
      </dgm:t>
    </dgm:pt>
    <dgm:pt modelId="{3780D81E-C3CF-4FF0-8BEE-FBBD891160AD}" type="sibTrans" cxnId="{E25587B7-BD4E-46BA-91DC-C5919149DAF3}">
      <dgm:prSet/>
      <dgm:spPr/>
      <dgm:t>
        <a:bodyPr/>
        <a:lstStyle/>
        <a:p>
          <a:endParaRPr lang="en-US"/>
        </a:p>
      </dgm:t>
    </dgm:pt>
    <dgm:pt modelId="{2B771E11-42C5-42AF-B727-BC25F5AABC0E}">
      <dgm:prSet/>
      <dgm:spPr/>
      <dgm:t>
        <a:bodyPr/>
        <a:lstStyle/>
        <a:p>
          <a:r>
            <a:rPr lang="en-US" dirty="0"/>
            <a:t>Transform</a:t>
          </a:r>
        </a:p>
      </dgm:t>
    </dgm:pt>
    <dgm:pt modelId="{92854025-EE1F-49DE-B6DB-0FC2AD26F855}" type="parTrans" cxnId="{432CCEE7-85FD-405B-97C9-5DFFE65FFB42}">
      <dgm:prSet/>
      <dgm:spPr/>
      <dgm:t>
        <a:bodyPr/>
        <a:lstStyle/>
        <a:p>
          <a:endParaRPr lang="en-US"/>
        </a:p>
      </dgm:t>
    </dgm:pt>
    <dgm:pt modelId="{3A6D3C0E-E148-4AB9-B2A0-DF07D11F5A98}" type="sibTrans" cxnId="{432CCEE7-85FD-405B-97C9-5DFFE65FFB42}">
      <dgm:prSet/>
      <dgm:spPr/>
      <dgm:t>
        <a:bodyPr/>
        <a:lstStyle/>
        <a:p>
          <a:endParaRPr lang="en-US"/>
        </a:p>
      </dgm:t>
    </dgm:pt>
    <dgm:pt modelId="{90D11216-EB89-4A94-AED7-0E9B0F1FF885}">
      <dgm:prSet/>
      <dgm:spPr/>
      <dgm:t>
        <a:bodyPr/>
        <a:lstStyle/>
        <a:p>
          <a:r>
            <a:rPr lang="en-US" dirty="0"/>
            <a:t>Common address abbreviations</a:t>
          </a:r>
        </a:p>
      </dgm:t>
    </dgm:pt>
    <dgm:pt modelId="{3A588C0D-8922-4FC3-8B09-C7D69F3BD2E5}" type="parTrans" cxnId="{D8E85B4C-B4C8-4645-9A89-665F1AAAC04D}">
      <dgm:prSet/>
      <dgm:spPr/>
      <dgm:t>
        <a:bodyPr/>
        <a:lstStyle/>
        <a:p>
          <a:endParaRPr lang="en-US"/>
        </a:p>
      </dgm:t>
    </dgm:pt>
    <dgm:pt modelId="{3BE81EE2-EC0C-41FC-92E2-A86B76F296FC}" type="sibTrans" cxnId="{D8E85B4C-B4C8-4645-9A89-665F1AAAC04D}">
      <dgm:prSet/>
      <dgm:spPr/>
      <dgm:t>
        <a:bodyPr/>
        <a:lstStyle/>
        <a:p>
          <a:endParaRPr lang="en-US"/>
        </a:p>
      </dgm:t>
    </dgm:pt>
    <dgm:pt modelId="{59653905-158C-41FF-AF10-4F22B503A69D}">
      <dgm:prSet/>
      <dgm:spPr/>
      <dgm:t>
        <a:bodyPr/>
        <a:lstStyle/>
        <a:p>
          <a:r>
            <a:rPr lang="en-US" dirty="0"/>
            <a:t>Ex. </a:t>
          </a:r>
        </a:p>
      </dgm:t>
    </dgm:pt>
    <dgm:pt modelId="{B36BA61E-95A1-4728-9C4E-621BC470FD3B}" type="parTrans" cxnId="{9D945138-FFF3-454E-9E11-3E60F472D936}">
      <dgm:prSet/>
      <dgm:spPr/>
      <dgm:t>
        <a:bodyPr/>
        <a:lstStyle/>
        <a:p>
          <a:endParaRPr lang="en-US"/>
        </a:p>
      </dgm:t>
    </dgm:pt>
    <dgm:pt modelId="{A9125A51-564A-4574-BB64-3D2A8D8A62E5}" type="sibTrans" cxnId="{9D945138-FFF3-454E-9E11-3E60F472D936}">
      <dgm:prSet/>
      <dgm:spPr/>
      <dgm:t>
        <a:bodyPr/>
        <a:lstStyle/>
        <a:p>
          <a:endParaRPr lang="en-US"/>
        </a:p>
      </dgm:t>
    </dgm:pt>
    <dgm:pt modelId="{F6473B38-4A9E-48DC-83EA-216AC9E20AB1}">
      <dgm:prSet/>
      <dgm:spPr/>
      <dgm:t>
        <a:bodyPr/>
        <a:lstStyle/>
        <a:p>
          <a:r>
            <a:rPr lang="en-US" dirty="0"/>
            <a:t>Combine</a:t>
          </a:r>
        </a:p>
      </dgm:t>
    </dgm:pt>
    <dgm:pt modelId="{F9EFDB20-890D-43BC-90DE-B5B004483BD2}" type="parTrans" cxnId="{203F89F8-AD34-4F36-958C-8D360BCD720B}">
      <dgm:prSet/>
      <dgm:spPr/>
    </dgm:pt>
    <dgm:pt modelId="{1BFB567F-F3C2-471A-8844-72E3C4594082}" type="sibTrans" cxnId="{203F89F8-AD34-4F36-958C-8D360BCD720B}">
      <dgm:prSet/>
      <dgm:spPr/>
      <dgm:t>
        <a:bodyPr/>
        <a:lstStyle/>
        <a:p>
          <a:endParaRPr lang="en-US"/>
        </a:p>
      </dgm:t>
    </dgm:pt>
    <dgm:pt modelId="{A3DAB37E-1D38-4EA3-A35D-F8EBF3270212}">
      <dgm:prSet/>
      <dgm:spPr/>
      <dgm:t>
        <a:bodyPr/>
        <a:lstStyle/>
        <a:p>
          <a:r>
            <a:rPr lang="en-US" dirty="0"/>
            <a:t>Related fields into a single field </a:t>
          </a:r>
        </a:p>
      </dgm:t>
    </dgm:pt>
    <dgm:pt modelId="{FF406367-D378-4C9B-B275-8E92049031BA}" type="parTrans" cxnId="{DF40736C-6BEA-4E6B-9319-21E7933C4C16}">
      <dgm:prSet/>
      <dgm:spPr/>
      <dgm:t>
        <a:bodyPr/>
        <a:lstStyle/>
        <a:p>
          <a:endParaRPr lang="en-US"/>
        </a:p>
      </dgm:t>
    </dgm:pt>
    <dgm:pt modelId="{D6FC47F6-D289-4E71-9B25-D0A08D2185EF}" type="sibTrans" cxnId="{DF40736C-6BEA-4E6B-9319-21E7933C4C16}">
      <dgm:prSet/>
      <dgm:spPr/>
      <dgm:t>
        <a:bodyPr/>
        <a:lstStyle/>
        <a:p>
          <a:endParaRPr lang="en-US"/>
        </a:p>
      </dgm:t>
    </dgm:pt>
    <dgm:pt modelId="{37DC62FE-2ABE-4AD6-93AA-F80586F110A2}">
      <dgm:prSet/>
      <dgm:spPr/>
      <dgm:t>
        <a:bodyPr/>
        <a:lstStyle/>
        <a:p>
          <a:r>
            <a:rPr lang="en-US" dirty="0"/>
            <a:t>Ex. </a:t>
          </a:r>
        </a:p>
      </dgm:t>
    </dgm:pt>
    <dgm:pt modelId="{33C65AA8-6A7D-4867-A2CA-81B6C90A3432}" type="parTrans" cxnId="{3CFB5648-393D-4483-9D4D-A59676428704}">
      <dgm:prSet/>
      <dgm:spPr/>
      <dgm:t>
        <a:bodyPr/>
        <a:lstStyle/>
        <a:p>
          <a:endParaRPr lang="en-US"/>
        </a:p>
      </dgm:t>
    </dgm:pt>
    <dgm:pt modelId="{DF880965-C9C5-43B0-8832-F9B751623F6E}" type="sibTrans" cxnId="{3CFB5648-393D-4483-9D4D-A59676428704}">
      <dgm:prSet/>
      <dgm:spPr/>
      <dgm:t>
        <a:bodyPr/>
        <a:lstStyle/>
        <a:p>
          <a:endParaRPr lang="en-US"/>
        </a:p>
      </dgm:t>
    </dgm:pt>
    <dgm:pt modelId="{A0E5E432-0764-457D-9B7C-96633990B90B}">
      <dgm:prSet/>
      <dgm:spPr/>
      <dgm:t>
        <a:bodyPr/>
        <a:lstStyle/>
        <a:p>
          <a:r>
            <a:rPr lang="en-US" dirty="0"/>
            <a:t>Punctuation, tabs, new lines</a:t>
          </a:r>
        </a:p>
      </dgm:t>
    </dgm:pt>
    <dgm:pt modelId="{A2923AC6-780C-4871-A997-D1498CDC4AFC}" type="parTrans" cxnId="{084B894D-5382-4E74-92CD-EE0392EA20FD}">
      <dgm:prSet/>
      <dgm:spPr/>
      <dgm:t>
        <a:bodyPr/>
        <a:lstStyle/>
        <a:p>
          <a:endParaRPr lang="en-US"/>
        </a:p>
      </dgm:t>
    </dgm:pt>
    <dgm:pt modelId="{FDB76A24-255C-4E56-A0C6-5AF7EFFF1439}" type="sibTrans" cxnId="{084B894D-5382-4E74-92CD-EE0392EA20FD}">
      <dgm:prSet/>
      <dgm:spPr/>
      <dgm:t>
        <a:bodyPr/>
        <a:lstStyle/>
        <a:p>
          <a:endParaRPr lang="en-US"/>
        </a:p>
      </dgm:t>
    </dgm:pt>
    <dgm:pt modelId="{543E22F9-882B-454C-AFD5-90F453B8B51F}">
      <dgm:prSet/>
      <dgm:spPr/>
      <dgm:t>
        <a:bodyPr/>
        <a:lstStyle/>
        <a:p>
          <a:r>
            <a:rPr lang="en-US" sz="2800" dirty="0"/>
            <a:t>Address</a:t>
          </a:r>
        </a:p>
      </dgm:t>
    </dgm:pt>
    <dgm:pt modelId="{6A1B0A01-2EFF-4C95-87EA-D6642DC4C56D}" type="parTrans" cxnId="{0BAB61C7-C24A-448F-8541-2EF371655DA5}">
      <dgm:prSet/>
      <dgm:spPr/>
    </dgm:pt>
    <dgm:pt modelId="{40BD49A3-A003-4ACB-931E-762F51A11B54}" type="sibTrans" cxnId="{0BAB61C7-C24A-448F-8541-2EF371655DA5}">
      <dgm:prSet/>
      <dgm:spPr/>
    </dgm:pt>
    <dgm:pt modelId="{57DE55B2-9BAD-4B8A-A921-EEE609B84DD1}">
      <dgm:prSet/>
      <dgm:spPr/>
      <dgm:t>
        <a:bodyPr/>
        <a:lstStyle/>
        <a:p>
          <a:endParaRPr lang="en-US" sz="2600" dirty="0"/>
        </a:p>
      </dgm:t>
    </dgm:pt>
    <dgm:pt modelId="{C47F8E2D-2949-4972-8D4E-825B30D9B705}" type="parTrans" cxnId="{A36AC470-991C-43C2-AD04-072A270E0310}">
      <dgm:prSet/>
      <dgm:spPr/>
    </dgm:pt>
    <dgm:pt modelId="{A645658A-20EC-4B23-B280-F86485045950}" type="sibTrans" cxnId="{A36AC470-991C-43C2-AD04-072A270E0310}">
      <dgm:prSet/>
      <dgm:spPr/>
    </dgm:pt>
    <dgm:pt modelId="{DC57DD83-24B6-4392-896F-615A9004EF52}">
      <dgm:prSet/>
      <dgm:spPr/>
      <dgm:t>
        <a:bodyPr/>
        <a:lstStyle/>
        <a:p>
          <a:r>
            <a:rPr lang="en-US" sz="2800" dirty="0"/>
            <a:t>Address_1 &amp; Address_2 </a:t>
          </a:r>
        </a:p>
      </dgm:t>
    </dgm:pt>
    <dgm:pt modelId="{2464073E-82A1-4A46-8AC2-859FFE70F01D}" type="parTrans" cxnId="{58C4AEDE-4F68-4B5E-A1A3-F86BAB85E06C}">
      <dgm:prSet/>
      <dgm:spPr/>
    </dgm:pt>
    <dgm:pt modelId="{8BEB0FD9-60AD-4E31-89EF-1ED101707245}" type="sibTrans" cxnId="{58C4AEDE-4F68-4B5E-A1A3-F86BAB85E06C}">
      <dgm:prSet/>
      <dgm:spPr/>
    </dgm:pt>
    <dgm:pt modelId="{485DB323-1653-4700-A799-ECBB45EE54EF}">
      <dgm:prSet/>
      <dgm:spPr/>
      <dgm:t>
        <a:bodyPr/>
        <a:lstStyle/>
        <a:p>
          <a:r>
            <a:rPr lang="en-US" sz="2800" dirty="0"/>
            <a:t>123 N State St</a:t>
          </a:r>
        </a:p>
      </dgm:t>
    </dgm:pt>
    <dgm:pt modelId="{CF1F9659-FA11-4BD9-BB9D-5C2590CC7508}" type="parTrans" cxnId="{6E4C191C-8001-4855-A857-88B6EC5189AC}">
      <dgm:prSet/>
      <dgm:spPr/>
    </dgm:pt>
    <dgm:pt modelId="{0038B60B-6A59-4197-BA4F-572A3AA8C174}" type="sibTrans" cxnId="{6E4C191C-8001-4855-A857-88B6EC5189AC}">
      <dgm:prSet/>
      <dgm:spPr/>
    </dgm:pt>
    <dgm:pt modelId="{E13F8F78-6BF5-42F0-ADCC-1BACBAF24E90}">
      <dgm:prSet/>
      <dgm:spPr/>
      <dgm:t>
        <a:bodyPr/>
        <a:lstStyle/>
        <a:p>
          <a:r>
            <a:rPr lang="en-US" sz="2800" dirty="0"/>
            <a:t>123 North State Street</a:t>
          </a:r>
        </a:p>
      </dgm:t>
    </dgm:pt>
    <dgm:pt modelId="{6C5C9EBE-1B5E-4594-BA98-E41D37852873}" type="parTrans" cxnId="{02DF1A0D-6C47-40FC-9036-CA3EC5DACEB3}">
      <dgm:prSet/>
      <dgm:spPr/>
    </dgm:pt>
    <dgm:pt modelId="{11829295-140C-4A55-9418-F416F0008F66}" type="sibTrans" cxnId="{02DF1A0D-6C47-40FC-9036-CA3EC5DACEB3}">
      <dgm:prSet/>
      <dgm:spPr/>
    </dgm:pt>
    <dgm:pt modelId="{11A8655E-F779-40DC-ADD5-5E89063778D5}">
      <dgm:prSet/>
      <dgm:spPr/>
      <dgm:t>
        <a:bodyPr/>
        <a:lstStyle/>
        <a:p>
          <a:endParaRPr lang="en-US" sz="2800" dirty="0"/>
        </a:p>
      </dgm:t>
    </dgm:pt>
    <dgm:pt modelId="{E1B03BEA-838D-4FFB-8E41-910CD7648273}" type="parTrans" cxnId="{AFC01E00-928E-4925-A531-5E3DCABB28F3}">
      <dgm:prSet/>
      <dgm:spPr/>
    </dgm:pt>
    <dgm:pt modelId="{E588C967-7394-47C9-B704-4CD2E3F40A18}" type="sibTrans" cxnId="{AFC01E00-928E-4925-A531-5E3DCABB28F3}">
      <dgm:prSet/>
      <dgm:spPr/>
    </dgm:pt>
    <dgm:pt modelId="{FB403E24-C319-4928-BFDA-3AE59C609B6E}" type="pres">
      <dgm:prSet presAssocID="{9A33F798-73F0-4E39-BCBB-BE2F96C874AB}" presName="Name0" presStyleCnt="0">
        <dgm:presLayoutVars>
          <dgm:dir/>
          <dgm:animLvl val="lvl"/>
          <dgm:resizeHandles val="exact"/>
        </dgm:presLayoutVars>
      </dgm:prSet>
      <dgm:spPr/>
    </dgm:pt>
    <dgm:pt modelId="{950C2077-3263-401B-ABF1-FDFE2DAFC6F7}" type="pres">
      <dgm:prSet presAssocID="{12E9E40F-AE85-42D0-8D39-23AC9AFD73C3}" presName="composite" presStyleCnt="0"/>
      <dgm:spPr/>
    </dgm:pt>
    <dgm:pt modelId="{A6359751-46CD-4381-910F-8DCCC35D1B87}" type="pres">
      <dgm:prSet presAssocID="{12E9E40F-AE85-42D0-8D39-23AC9AFD73C3}" presName="parTx" presStyleLbl="alignNode1" presStyleIdx="0" presStyleCnt="4">
        <dgm:presLayoutVars>
          <dgm:chMax val="0"/>
          <dgm:chPref val="0"/>
        </dgm:presLayoutVars>
      </dgm:prSet>
      <dgm:spPr/>
    </dgm:pt>
    <dgm:pt modelId="{22B1D367-372A-4F0B-90D4-878ABC3231A6}" type="pres">
      <dgm:prSet presAssocID="{12E9E40F-AE85-42D0-8D39-23AC9AFD73C3}" presName="desTx" presStyleLbl="alignAccFollowNode1" presStyleIdx="0" presStyleCnt="4">
        <dgm:presLayoutVars/>
      </dgm:prSet>
      <dgm:spPr/>
    </dgm:pt>
    <dgm:pt modelId="{B0F8CDB1-C2B1-4228-BCA2-ADEEAE35AAE1}" type="pres">
      <dgm:prSet presAssocID="{29F4B3CD-B196-486A-B152-5D8E9EDA162F}" presName="space" presStyleCnt="0"/>
      <dgm:spPr/>
    </dgm:pt>
    <dgm:pt modelId="{B32F2769-4F10-40C4-9EBA-D9385E5BF907}" type="pres">
      <dgm:prSet presAssocID="{DBBAABE8-9CDE-4C0C-9BC7-C1DA874D7202}" presName="composite" presStyleCnt="0"/>
      <dgm:spPr/>
    </dgm:pt>
    <dgm:pt modelId="{8E668663-EAC7-4C63-8A1B-4CC234B5BDB1}" type="pres">
      <dgm:prSet presAssocID="{DBBAABE8-9CDE-4C0C-9BC7-C1DA874D7202}" presName="parTx" presStyleLbl="alignNode1" presStyleIdx="1" presStyleCnt="4">
        <dgm:presLayoutVars>
          <dgm:chMax val="0"/>
          <dgm:chPref val="0"/>
        </dgm:presLayoutVars>
      </dgm:prSet>
      <dgm:spPr/>
    </dgm:pt>
    <dgm:pt modelId="{37A930D6-309C-4A24-A493-FE698F45A226}" type="pres">
      <dgm:prSet presAssocID="{DBBAABE8-9CDE-4C0C-9BC7-C1DA874D7202}" presName="desTx" presStyleLbl="alignAccFollowNode1" presStyleIdx="1" presStyleCnt="4">
        <dgm:presLayoutVars/>
      </dgm:prSet>
      <dgm:spPr/>
    </dgm:pt>
    <dgm:pt modelId="{4E9EC2AA-6395-458D-AD71-BAE4632AFEFC}" type="pres">
      <dgm:prSet presAssocID="{A8C6837D-32E8-4DF1-B080-2EF5A678A927}" presName="space" presStyleCnt="0"/>
      <dgm:spPr/>
    </dgm:pt>
    <dgm:pt modelId="{392595AC-6CB6-4911-9C16-6B5CEEAED0C2}" type="pres">
      <dgm:prSet presAssocID="{F6473B38-4A9E-48DC-83EA-216AC9E20AB1}" presName="composite" presStyleCnt="0"/>
      <dgm:spPr/>
    </dgm:pt>
    <dgm:pt modelId="{C16B4BFE-F133-421F-A0E9-D1FCAA5F555D}" type="pres">
      <dgm:prSet presAssocID="{F6473B38-4A9E-48DC-83EA-216AC9E20AB1}" presName="parTx" presStyleLbl="alignNode1" presStyleIdx="2" presStyleCnt="4">
        <dgm:presLayoutVars>
          <dgm:chMax val="0"/>
          <dgm:chPref val="0"/>
        </dgm:presLayoutVars>
      </dgm:prSet>
      <dgm:spPr/>
    </dgm:pt>
    <dgm:pt modelId="{4ECA84B0-2EE2-49A4-83D1-BB76CEBF0141}" type="pres">
      <dgm:prSet presAssocID="{F6473B38-4A9E-48DC-83EA-216AC9E20AB1}" presName="desTx" presStyleLbl="alignAccFollowNode1" presStyleIdx="2" presStyleCnt="4">
        <dgm:presLayoutVars/>
      </dgm:prSet>
      <dgm:spPr/>
    </dgm:pt>
    <dgm:pt modelId="{3D40DA74-5D98-40F5-802A-DD1DB0BB9CC5}" type="pres">
      <dgm:prSet presAssocID="{1BFB567F-F3C2-471A-8844-72E3C4594082}" presName="space" presStyleCnt="0"/>
      <dgm:spPr/>
    </dgm:pt>
    <dgm:pt modelId="{FA2DD4C9-D55C-4D84-BFBA-5DBDCA00E020}" type="pres">
      <dgm:prSet presAssocID="{2B771E11-42C5-42AF-B727-BC25F5AABC0E}" presName="composite" presStyleCnt="0"/>
      <dgm:spPr/>
    </dgm:pt>
    <dgm:pt modelId="{3EF28675-B936-4184-AC81-23D5B485381F}" type="pres">
      <dgm:prSet presAssocID="{2B771E11-42C5-42AF-B727-BC25F5AABC0E}" presName="parTx" presStyleLbl="alignNode1" presStyleIdx="3" presStyleCnt="4">
        <dgm:presLayoutVars>
          <dgm:chMax val="0"/>
          <dgm:chPref val="0"/>
        </dgm:presLayoutVars>
      </dgm:prSet>
      <dgm:spPr/>
    </dgm:pt>
    <dgm:pt modelId="{F71CD58C-220C-4B5B-9366-7BD356E2E394}" type="pres">
      <dgm:prSet presAssocID="{2B771E11-42C5-42AF-B727-BC25F5AABC0E}" presName="desTx" presStyleLbl="alignAccFollowNode1" presStyleIdx="3" presStyleCnt="4">
        <dgm:presLayoutVars/>
      </dgm:prSet>
      <dgm:spPr/>
    </dgm:pt>
  </dgm:ptLst>
  <dgm:cxnLst>
    <dgm:cxn modelId="{AFC01E00-928E-4925-A531-5E3DCABB28F3}" srcId="{59653905-158C-41FF-AF10-4F22B503A69D}" destId="{11A8655E-F779-40DC-ADD5-5E89063778D5}" srcOrd="1" destOrd="0" parTransId="{E1B03BEA-838D-4FFB-8E41-910CD7648273}" sibTransId="{E588C967-7394-47C9-B704-4CD2E3F40A18}"/>
    <dgm:cxn modelId="{02DF1A0D-6C47-40FC-9036-CA3EC5DACEB3}" srcId="{59653905-158C-41FF-AF10-4F22B503A69D}" destId="{E13F8F78-6BF5-42F0-ADCC-1BACBAF24E90}" srcOrd="2" destOrd="0" parTransId="{6C5C9EBE-1B5E-4594-BA98-E41D37852873}" sibTransId="{11829295-140C-4A55-9418-F416F0008F66}"/>
    <dgm:cxn modelId="{B8788C16-519C-402E-BE88-6FB649C96A91}" srcId="{9A33F798-73F0-4E39-BCBB-BE2F96C874AB}" destId="{DBBAABE8-9CDE-4C0C-9BC7-C1DA874D7202}" srcOrd="1" destOrd="0" parTransId="{E3CA33A8-81CC-4A4C-BF88-4699CC34389A}" sibTransId="{A8C6837D-32E8-4DF1-B080-2EF5A678A927}"/>
    <dgm:cxn modelId="{6E4C191C-8001-4855-A857-88B6EC5189AC}" srcId="{59653905-158C-41FF-AF10-4F22B503A69D}" destId="{485DB323-1653-4700-A799-ECBB45EE54EF}" srcOrd="0" destOrd="0" parTransId="{CF1F9659-FA11-4BD9-BB9D-5C2590CC7508}" sibTransId="{0038B60B-6A59-4197-BA4F-572A3AA8C174}"/>
    <dgm:cxn modelId="{6AC11124-3050-4835-945C-5B4D63C0CA32}" type="presOf" srcId="{DC57DD83-24B6-4392-896F-615A9004EF52}" destId="{4ECA84B0-2EE2-49A4-83D1-BB76CEBF0141}" srcOrd="0" destOrd="2" presId="urn:microsoft.com/office/officeart/2016/7/layout/ChevronBlockProcess"/>
    <dgm:cxn modelId="{804BE526-59B2-4A9B-B09A-AA4D786E5D13}" type="presOf" srcId="{D6B7659B-3DE8-43EE-9682-4AA873F380CD}" destId="{22B1D367-372A-4F0B-90D4-878ABC3231A6}" srcOrd="0" destOrd="0" presId="urn:microsoft.com/office/officeart/2016/7/layout/ChevronBlockProcess"/>
    <dgm:cxn modelId="{9D692132-3A2F-4C8F-B265-A596BD504D2A}" type="presOf" srcId="{57DE55B2-9BAD-4B8A-A921-EEE609B84DD1}" destId="{4ECA84B0-2EE2-49A4-83D1-BB76CEBF0141}" srcOrd="0" destOrd="3" presId="urn:microsoft.com/office/officeart/2016/7/layout/ChevronBlockProcess"/>
    <dgm:cxn modelId="{9D945138-FFF3-454E-9E11-3E60F472D936}" srcId="{90D11216-EB89-4A94-AED7-0E9B0F1FF885}" destId="{59653905-158C-41FF-AF10-4F22B503A69D}" srcOrd="0" destOrd="0" parTransId="{B36BA61E-95A1-4728-9C4E-621BC470FD3B}" sibTransId="{A9125A51-564A-4574-BB64-3D2A8D8A62E5}"/>
    <dgm:cxn modelId="{B5B55C60-527A-4640-8824-1E78D68153BF}" type="presOf" srcId="{37DC62FE-2ABE-4AD6-93AA-F80586F110A2}" destId="{4ECA84B0-2EE2-49A4-83D1-BB76CEBF0141}" srcOrd="0" destOrd="1" presId="urn:microsoft.com/office/officeart/2016/7/layout/ChevronBlockProcess"/>
    <dgm:cxn modelId="{3CFB5648-393D-4483-9D4D-A59676428704}" srcId="{A3DAB37E-1D38-4EA3-A35D-F8EBF3270212}" destId="{37DC62FE-2ABE-4AD6-93AA-F80586F110A2}" srcOrd="0" destOrd="0" parTransId="{33C65AA8-6A7D-4867-A2CA-81B6C90A3432}" sibTransId="{DF880965-C9C5-43B0-8832-F9B751623F6E}"/>
    <dgm:cxn modelId="{367F1E6A-DF42-4EC5-9473-C671F651F267}" srcId="{12E9E40F-AE85-42D0-8D39-23AC9AFD73C3}" destId="{D6B7659B-3DE8-43EE-9682-4AA873F380CD}" srcOrd="0" destOrd="0" parTransId="{ABF65A47-BB82-4E8E-B936-6C9B51D05156}" sibTransId="{BD7C6D29-CA53-416F-9095-B765E3AE052B}"/>
    <dgm:cxn modelId="{22A6224A-F34C-48D1-BBB7-B7A6F0A18B01}" srcId="{9A33F798-73F0-4E39-BCBB-BE2F96C874AB}" destId="{12E9E40F-AE85-42D0-8D39-23AC9AFD73C3}" srcOrd="0" destOrd="0" parTransId="{830E02AD-8148-4585-A084-CE1063FD440E}" sibTransId="{29F4B3CD-B196-486A-B152-5D8E9EDA162F}"/>
    <dgm:cxn modelId="{D8E85B4C-B4C8-4645-9A89-665F1AAAC04D}" srcId="{2B771E11-42C5-42AF-B727-BC25F5AABC0E}" destId="{90D11216-EB89-4A94-AED7-0E9B0F1FF885}" srcOrd="0" destOrd="0" parTransId="{3A588C0D-8922-4FC3-8B09-C7D69F3BD2E5}" sibTransId="{3BE81EE2-EC0C-41FC-92E2-A86B76F296FC}"/>
    <dgm:cxn modelId="{DF40736C-6BEA-4E6B-9319-21E7933C4C16}" srcId="{F6473B38-4A9E-48DC-83EA-216AC9E20AB1}" destId="{A3DAB37E-1D38-4EA3-A35D-F8EBF3270212}" srcOrd="0" destOrd="0" parTransId="{FF406367-D378-4C9B-B275-8E92049031BA}" sibTransId="{D6FC47F6-D289-4E71-9B25-D0A08D2185EF}"/>
    <dgm:cxn modelId="{084B894D-5382-4E74-92CD-EE0392EA20FD}" srcId="{D6B7659B-3DE8-43EE-9682-4AA873F380CD}" destId="{A0E5E432-0764-457D-9B7C-96633990B90B}" srcOrd="0" destOrd="0" parTransId="{A2923AC6-780C-4871-A997-D1498CDC4AFC}" sibTransId="{FDB76A24-255C-4E56-A0C6-5AF7EFFF1439}"/>
    <dgm:cxn modelId="{A36AC470-991C-43C2-AD04-072A270E0310}" srcId="{A3DAB37E-1D38-4EA3-A35D-F8EBF3270212}" destId="{57DE55B2-9BAD-4B8A-A921-EEE609B84DD1}" srcOrd="1" destOrd="0" parTransId="{C47F8E2D-2949-4972-8D4E-825B30D9B705}" sibTransId="{A645658A-20EC-4B23-B280-F86485045950}"/>
    <dgm:cxn modelId="{476C7D54-01F8-4C76-A7B0-B7D5A3DEC12E}" type="presOf" srcId="{DBBAABE8-9CDE-4C0C-9BC7-C1DA874D7202}" destId="{8E668663-EAC7-4C63-8A1B-4CC234B5BDB1}" srcOrd="0" destOrd="0" presId="urn:microsoft.com/office/officeart/2016/7/layout/ChevronBlockProcess"/>
    <dgm:cxn modelId="{2E6FB28D-E7EC-4CE7-AEBB-106123A2B88A}" type="presOf" srcId="{11A8655E-F779-40DC-ADD5-5E89063778D5}" destId="{F71CD58C-220C-4B5B-9366-7BD356E2E394}" srcOrd="0" destOrd="3" presId="urn:microsoft.com/office/officeart/2016/7/layout/ChevronBlockProcess"/>
    <dgm:cxn modelId="{99CCDA9B-65B0-4490-8FAA-DBA85526B414}" type="presOf" srcId="{9A33F798-73F0-4E39-BCBB-BE2F96C874AB}" destId="{FB403E24-C319-4928-BFDA-3AE59C609B6E}" srcOrd="0" destOrd="0" presId="urn:microsoft.com/office/officeart/2016/7/layout/ChevronBlockProcess"/>
    <dgm:cxn modelId="{3236A7AC-3B31-4512-AFC4-17404F3FF958}" type="presOf" srcId="{A3DAB37E-1D38-4EA3-A35D-F8EBF3270212}" destId="{4ECA84B0-2EE2-49A4-83D1-BB76CEBF0141}" srcOrd="0" destOrd="0" presId="urn:microsoft.com/office/officeart/2016/7/layout/ChevronBlockProcess"/>
    <dgm:cxn modelId="{C23C53AE-A5C7-43F9-A24B-A986A02145DF}" type="presOf" srcId="{485DB323-1653-4700-A799-ECBB45EE54EF}" destId="{F71CD58C-220C-4B5B-9366-7BD356E2E394}" srcOrd="0" destOrd="2" presId="urn:microsoft.com/office/officeart/2016/7/layout/ChevronBlockProcess"/>
    <dgm:cxn modelId="{E25587B7-BD4E-46BA-91DC-C5919149DAF3}" srcId="{DBBAABE8-9CDE-4C0C-9BC7-C1DA874D7202}" destId="{1A41C15E-E50B-4849-89E9-096CA31308CA}" srcOrd="0" destOrd="0" parTransId="{D8A366EE-4403-4A80-94E3-9EB807717ACD}" sibTransId="{3780D81E-C3CF-4FF0-8BEE-FBBD891160AD}"/>
    <dgm:cxn modelId="{93C35EB9-0132-4A16-9D78-4F4AF856034C}" type="presOf" srcId="{90D11216-EB89-4A94-AED7-0E9B0F1FF885}" destId="{F71CD58C-220C-4B5B-9366-7BD356E2E394}" srcOrd="0" destOrd="0" presId="urn:microsoft.com/office/officeart/2016/7/layout/ChevronBlockProcess"/>
    <dgm:cxn modelId="{FF8B87BD-AC47-40DA-919E-63FBAF9CFB37}" type="presOf" srcId="{A0E5E432-0764-457D-9B7C-96633990B90B}" destId="{22B1D367-372A-4F0B-90D4-878ABC3231A6}" srcOrd="0" destOrd="1" presId="urn:microsoft.com/office/officeart/2016/7/layout/ChevronBlockProcess"/>
    <dgm:cxn modelId="{0BAB61C7-C24A-448F-8541-2EF371655DA5}" srcId="{57DE55B2-9BAD-4B8A-A921-EEE609B84DD1}" destId="{543E22F9-882B-454C-AFD5-90F453B8B51F}" srcOrd="0" destOrd="0" parTransId="{6A1B0A01-2EFF-4C95-87EA-D6642DC4C56D}" sibTransId="{40BD49A3-A003-4ACB-931E-762F51A11B54}"/>
    <dgm:cxn modelId="{0792AAD1-00CE-44F9-A80E-7D794D72B73C}" type="presOf" srcId="{543E22F9-882B-454C-AFD5-90F453B8B51F}" destId="{4ECA84B0-2EE2-49A4-83D1-BB76CEBF0141}" srcOrd="0" destOrd="4" presId="urn:microsoft.com/office/officeart/2016/7/layout/ChevronBlockProcess"/>
    <dgm:cxn modelId="{976757D2-EF17-4310-8404-DCD49386C597}" type="presOf" srcId="{59653905-158C-41FF-AF10-4F22B503A69D}" destId="{F71CD58C-220C-4B5B-9366-7BD356E2E394}" srcOrd="0" destOrd="1" presId="urn:microsoft.com/office/officeart/2016/7/layout/ChevronBlockProcess"/>
    <dgm:cxn modelId="{58C4AEDE-4F68-4B5E-A1A3-F86BAB85E06C}" srcId="{37DC62FE-2ABE-4AD6-93AA-F80586F110A2}" destId="{DC57DD83-24B6-4392-896F-615A9004EF52}" srcOrd="0" destOrd="0" parTransId="{2464073E-82A1-4A46-8AC2-859FFE70F01D}" sibTransId="{8BEB0FD9-60AD-4E31-89EF-1ED101707245}"/>
    <dgm:cxn modelId="{8C016AE1-3747-466A-ACD4-90FC0E1651E6}" type="presOf" srcId="{1A41C15E-E50B-4849-89E9-096CA31308CA}" destId="{37A930D6-309C-4A24-A493-FE698F45A226}" srcOrd="0" destOrd="0" presId="urn:microsoft.com/office/officeart/2016/7/layout/ChevronBlockProcess"/>
    <dgm:cxn modelId="{432CCEE7-85FD-405B-97C9-5DFFE65FFB42}" srcId="{9A33F798-73F0-4E39-BCBB-BE2F96C874AB}" destId="{2B771E11-42C5-42AF-B727-BC25F5AABC0E}" srcOrd="3" destOrd="0" parTransId="{92854025-EE1F-49DE-B6DB-0FC2AD26F855}" sibTransId="{3A6D3C0E-E148-4AB9-B2A0-DF07D11F5A98}"/>
    <dgm:cxn modelId="{A42113EF-531A-4069-89D7-8ED7FFCA523B}" type="presOf" srcId="{2B771E11-42C5-42AF-B727-BC25F5AABC0E}" destId="{3EF28675-B936-4184-AC81-23D5B485381F}" srcOrd="0" destOrd="0" presId="urn:microsoft.com/office/officeart/2016/7/layout/ChevronBlockProcess"/>
    <dgm:cxn modelId="{99D05CF0-B628-4A7B-84BA-F37C49530EB8}" type="presOf" srcId="{E13F8F78-6BF5-42F0-ADCC-1BACBAF24E90}" destId="{F71CD58C-220C-4B5B-9366-7BD356E2E394}" srcOrd="0" destOrd="4" presId="urn:microsoft.com/office/officeart/2016/7/layout/ChevronBlockProcess"/>
    <dgm:cxn modelId="{6E2F27F4-3C2D-44C6-BCFB-F80BB1E5643C}" type="presOf" srcId="{F6473B38-4A9E-48DC-83EA-216AC9E20AB1}" destId="{C16B4BFE-F133-421F-A0E9-D1FCAA5F555D}" srcOrd="0" destOrd="0" presId="urn:microsoft.com/office/officeart/2016/7/layout/ChevronBlockProcess"/>
    <dgm:cxn modelId="{203F89F8-AD34-4F36-958C-8D360BCD720B}" srcId="{9A33F798-73F0-4E39-BCBB-BE2F96C874AB}" destId="{F6473B38-4A9E-48DC-83EA-216AC9E20AB1}" srcOrd="2" destOrd="0" parTransId="{F9EFDB20-890D-43BC-90DE-B5B004483BD2}" sibTransId="{1BFB567F-F3C2-471A-8844-72E3C4594082}"/>
    <dgm:cxn modelId="{0C0216FB-DB71-4BE3-B7AA-08852E5B7D98}" type="presOf" srcId="{12E9E40F-AE85-42D0-8D39-23AC9AFD73C3}" destId="{A6359751-46CD-4381-910F-8DCCC35D1B87}" srcOrd="0" destOrd="0" presId="urn:microsoft.com/office/officeart/2016/7/layout/ChevronBlockProcess"/>
    <dgm:cxn modelId="{A323EA74-8FDA-4182-8E20-AA1DDCBBEE88}" type="presParOf" srcId="{FB403E24-C319-4928-BFDA-3AE59C609B6E}" destId="{950C2077-3263-401B-ABF1-FDFE2DAFC6F7}" srcOrd="0" destOrd="0" presId="urn:microsoft.com/office/officeart/2016/7/layout/ChevronBlockProcess"/>
    <dgm:cxn modelId="{84EF4739-B017-4ADD-A79A-0F00FD2C535D}" type="presParOf" srcId="{950C2077-3263-401B-ABF1-FDFE2DAFC6F7}" destId="{A6359751-46CD-4381-910F-8DCCC35D1B87}" srcOrd="0" destOrd="0" presId="urn:microsoft.com/office/officeart/2016/7/layout/ChevronBlockProcess"/>
    <dgm:cxn modelId="{94723D1D-EF4A-4828-8416-964B0C29D9DA}" type="presParOf" srcId="{950C2077-3263-401B-ABF1-FDFE2DAFC6F7}" destId="{22B1D367-372A-4F0B-90D4-878ABC3231A6}" srcOrd="1" destOrd="0" presId="urn:microsoft.com/office/officeart/2016/7/layout/ChevronBlockProcess"/>
    <dgm:cxn modelId="{4DC3FCCD-1727-4319-923D-2EEA366FFBFC}" type="presParOf" srcId="{FB403E24-C319-4928-BFDA-3AE59C609B6E}" destId="{B0F8CDB1-C2B1-4228-BCA2-ADEEAE35AAE1}" srcOrd="1" destOrd="0" presId="urn:microsoft.com/office/officeart/2016/7/layout/ChevronBlockProcess"/>
    <dgm:cxn modelId="{CC2E880B-5BA4-446D-BEEF-58A7442D53E7}" type="presParOf" srcId="{FB403E24-C319-4928-BFDA-3AE59C609B6E}" destId="{B32F2769-4F10-40C4-9EBA-D9385E5BF907}" srcOrd="2" destOrd="0" presId="urn:microsoft.com/office/officeart/2016/7/layout/ChevronBlockProcess"/>
    <dgm:cxn modelId="{C0F12DDF-5E2A-4616-8D4E-96607E77CD47}" type="presParOf" srcId="{B32F2769-4F10-40C4-9EBA-D9385E5BF907}" destId="{8E668663-EAC7-4C63-8A1B-4CC234B5BDB1}" srcOrd="0" destOrd="0" presId="urn:microsoft.com/office/officeart/2016/7/layout/ChevronBlockProcess"/>
    <dgm:cxn modelId="{DAE1C274-B8EB-4ECD-8D1E-D63CE7298C2A}" type="presParOf" srcId="{B32F2769-4F10-40C4-9EBA-D9385E5BF907}" destId="{37A930D6-309C-4A24-A493-FE698F45A226}" srcOrd="1" destOrd="0" presId="urn:microsoft.com/office/officeart/2016/7/layout/ChevronBlockProcess"/>
    <dgm:cxn modelId="{D172134E-00E3-4308-8530-FF52ABEFE272}" type="presParOf" srcId="{FB403E24-C319-4928-BFDA-3AE59C609B6E}" destId="{4E9EC2AA-6395-458D-AD71-BAE4632AFEFC}" srcOrd="3" destOrd="0" presId="urn:microsoft.com/office/officeart/2016/7/layout/ChevronBlockProcess"/>
    <dgm:cxn modelId="{5B153EEA-BC3A-457D-A5C8-39E641733B94}" type="presParOf" srcId="{FB403E24-C319-4928-BFDA-3AE59C609B6E}" destId="{392595AC-6CB6-4911-9C16-6B5CEEAED0C2}" srcOrd="4" destOrd="0" presId="urn:microsoft.com/office/officeart/2016/7/layout/ChevronBlockProcess"/>
    <dgm:cxn modelId="{66D05CDC-6E79-4244-B9FB-8CD32805D5F1}" type="presParOf" srcId="{392595AC-6CB6-4911-9C16-6B5CEEAED0C2}" destId="{C16B4BFE-F133-421F-A0E9-D1FCAA5F555D}" srcOrd="0" destOrd="0" presId="urn:microsoft.com/office/officeart/2016/7/layout/ChevronBlockProcess"/>
    <dgm:cxn modelId="{58DF3C21-7ED9-44AA-8FDD-47EB4312F307}" type="presParOf" srcId="{392595AC-6CB6-4911-9C16-6B5CEEAED0C2}" destId="{4ECA84B0-2EE2-49A4-83D1-BB76CEBF0141}" srcOrd="1" destOrd="0" presId="urn:microsoft.com/office/officeart/2016/7/layout/ChevronBlockProcess"/>
    <dgm:cxn modelId="{53FA832F-B30F-4188-843A-D438038BE7E5}" type="presParOf" srcId="{FB403E24-C319-4928-BFDA-3AE59C609B6E}" destId="{3D40DA74-5D98-40F5-802A-DD1DB0BB9CC5}" srcOrd="5" destOrd="0" presId="urn:microsoft.com/office/officeart/2016/7/layout/ChevronBlockProcess"/>
    <dgm:cxn modelId="{003AC160-3641-48CD-BAB8-975AFB1B6888}" type="presParOf" srcId="{FB403E24-C319-4928-BFDA-3AE59C609B6E}" destId="{FA2DD4C9-D55C-4D84-BFBA-5DBDCA00E020}" srcOrd="6" destOrd="0" presId="urn:microsoft.com/office/officeart/2016/7/layout/ChevronBlockProcess"/>
    <dgm:cxn modelId="{17FD6B58-6330-4297-95B2-23CE0D76A8DF}" type="presParOf" srcId="{FA2DD4C9-D55C-4D84-BFBA-5DBDCA00E020}" destId="{3EF28675-B936-4184-AC81-23D5B485381F}" srcOrd="0" destOrd="0" presId="urn:microsoft.com/office/officeart/2016/7/layout/ChevronBlockProcess"/>
    <dgm:cxn modelId="{CF597603-C1EC-4D9F-84B7-0B66F98FEABA}" type="presParOf" srcId="{FA2DD4C9-D55C-4D84-BFBA-5DBDCA00E020}" destId="{F71CD58C-220C-4B5B-9366-7BD356E2E394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CCE0815-F183-49E6-AA82-039B101F8BFE}" type="doc">
      <dgm:prSet loTypeId="urn:microsoft.com/office/officeart/2005/8/layout/list1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4818EA6-BF42-4913-A2EF-FD668A22406F}">
      <dgm:prSet/>
      <dgm:spPr/>
      <dgm:t>
        <a:bodyPr/>
        <a:lstStyle/>
        <a:p>
          <a:r>
            <a:rPr lang="en-US" b="1" dirty="0"/>
            <a:t>Initial complexity</a:t>
          </a:r>
        </a:p>
      </dgm:t>
    </dgm:pt>
    <dgm:pt modelId="{FBC6558D-98DB-4516-90FE-9B90964D7C38}" type="parTrans" cxnId="{FAB94397-8258-4E06-BA67-F2764175F36C}">
      <dgm:prSet/>
      <dgm:spPr/>
      <dgm:t>
        <a:bodyPr/>
        <a:lstStyle/>
        <a:p>
          <a:endParaRPr lang="en-US"/>
        </a:p>
      </dgm:t>
    </dgm:pt>
    <dgm:pt modelId="{539FA777-61D9-4B0B-9AFE-8E23AD4FEC05}" type="sibTrans" cxnId="{FAB94397-8258-4E06-BA67-F2764175F36C}">
      <dgm:prSet/>
      <dgm:spPr/>
      <dgm:t>
        <a:bodyPr/>
        <a:lstStyle/>
        <a:p>
          <a:endParaRPr lang="en-US"/>
        </a:p>
      </dgm:t>
    </dgm:pt>
    <dgm:pt modelId="{B3881ADE-F701-474B-9982-F51ACA0D9176}">
      <dgm:prSet/>
      <dgm:spPr/>
      <dgm:t>
        <a:bodyPr/>
        <a:lstStyle/>
        <a:p>
          <a:r>
            <a:rPr lang="en-US" dirty="0"/>
            <a:t>O(n*m) </a:t>
          </a:r>
        </a:p>
      </dgm:t>
    </dgm:pt>
    <dgm:pt modelId="{FFAA0859-8D1A-413E-B486-41003787AB4B}" type="parTrans" cxnId="{617C0CB7-24B2-40EA-A87F-9F2B3AE6AA7C}">
      <dgm:prSet/>
      <dgm:spPr/>
      <dgm:t>
        <a:bodyPr/>
        <a:lstStyle/>
        <a:p>
          <a:endParaRPr lang="en-US"/>
        </a:p>
      </dgm:t>
    </dgm:pt>
    <dgm:pt modelId="{44B6708A-2CFE-45C9-837F-B898F733E7F0}" type="sibTrans" cxnId="{617C0CB7-24B2-40EA-A87F-9F2B3AE6AA7C}">
      <dgm:prSet/>
      <dgm:spPr/>
      <dgm:t>
        <a:bodyPr/>
        <a:lstStyle/>
        <a:p>
          <a:endParaRPr lang="en-US"/>
        </a:p>
      </dgm:t>
    </dgm:pt>
    <dgm:pt modelId="{D2EB243B-56D4-4C21-BEBA-84D4D8C5B04F}">
      <dgm:prSet/>
      <dgm:spPr/>
      <dgm:t>
        <a:bodyPr/>
        <a:lstStyle/>
        <a:p>
          <a:r>
            <a:rPr lang="en-US" dirty="0"/>
            <a:t>Master dataset – 21,450 </a:t>
          </a:r>
          <a:r>
            <a:rPr lang="en-US" sz="3800" dirty="0"/>
            <a:t>records</a:t>
          </a:r>
        </a:p>
      </dgm:t>
    </dgm:pt>
    <dgm:pt modelId="{ACA7E1F0-205E-49B6-97FB-4C24F6F3E2EA}" type="parTrans" cxnId="{5698B2BD-B3BB-4D3C-AAB5-241119932A1B}">
      <dgm:prSet/>
      <dgm:spPr/>
      <dgm:t>
        <a:bodyPr/>
        <a:lstStyle/>
        <a:p>
          <a:endParaRPr lang="en-US"/>
        </a:p>
      </dgm:t>
    </dgm:pt>
    <dgm:pt modelId="{0953A6C3-10F1-4DD3-B0F2-497D8CA6C1A8}" type="sibTrans" cxnId="{5698B2BD-B3BB-4D3C-AAB5-241119932A1B}">
      <dgm:prSet/>
      <dgm:spPr/>
      <dgm:t>
        <a:bodyPr/>
        <a:lstStyle/>
        <a:p>
          <a:endParaRPr lang="en-US"/>
        </a:p>
      </dgm:t>
    </dgm:pt>
    <dgm:pt modelId="{0CE118A4-88AC-45FA-A9D9-992BED81F103}">
      <dgm:prSet/>
      <dgm:spPr/>
      <dgm:t>
        <a:bodyPr/>
        <a:lstStyle/>
        <a:p>
          <a:r>
            <a:rPr lang="en-US" dirty="0"/>
            <a:t>634,598,250 comparisons!</a:t>
          </a:r>
        </a:p>
      </dgm:t>
    </dgm:pt>
    <dgm:pt modelId="{DC145CB5-5B5F-4488-87FC-64943227673F}" type="parTrans" cxnId="{86D70812-45BC-4104-8D46-DE8889441563}">
      <dgm:prSet/>
      <dgm:spPr/>
      <dgm:t>
        <a:bodyPr/>
        <a:lstStyle/>
        <a:p>
          <a:endParaRPr lang="en-US"/>
        </a:p>
      </dgm:t>
    </dgm:pt>
    <dgm:pt modelId="{722D1753-96B2-4BC2-BE05-0955CD2F0DC8}" type="sibTrans" cxnId="{86D70812-45BC-4104-8D46-DE8889441563}">
      <dgm:prSet/>
      <dgm:spPr/>
      <dgm:t>
        <a:bodyPr/>
        <a:lstStyle/>
        <a:p>
          <a:endParaRPr lang="en-US"/>
        </a:p>
      </dgm:t>
    </dgm:pt>
    <dgm:pt modelId="{D7FA8A6B-C41F-43A6-8855-71DFCFD7DD7D}">
      <dgm:prSet/>
      <dgm:spPr/>
      <dgm:t>
        <a:bodyPr/>
        <a:lstStyle/>
        <a:p>
          <a:r>
            <a:rPr lang="en-US" b="1" dirty="0"/>
            <a:t>Time</a:t>
          </a:r>
        </a:p>
      </dgm:t>
    </dgm:pt>
    <dgm:pt modelId="{FB5320B6-BCFE-4A9F-A015-6138101B8EFB}" type="parTrans" cxnId="{17E5CF5A-3520-48F5-9F5B-9E506FA59AC4}">
      <dgm:prSet/>
      <dgm:spPr/>
      <dgm:t>
        <a:bodyPr/>
        <a:lstStyle/>
        <a:p>
          <a:endParaRPr lang="en-US"/>
        </a:p>
      </dgm:t>
    </dgm:pt>
    <dgm:pt modelId="{5DB3839A-2CDB-4C31-8AA0-F2B46CC5462E}" type="sibTrans" cxnId="{17E5CF5A-3520-48F5-9F5B-9E506FA59AC4}">
      <dgm:prSet/>
      <dgm:spPr/>
      <dgm:t>
        <a:bodyPr/>
        <a:lstStyle/>
        <a:p>
          <a:endParaRPr lang="en-US"/>
        </a:p>
      </dgm:t>
    </dgm:pt>
    <dgm:pt modelId="{CF8470B9-6873-47AB-9D13-0730DAEA484E}">
      <dgm:prSet/>
      <dgm:spPr/>
      <dgm:t>
        <a:bodyPr/>
        <a:lstStyle/>
        <a:p>
          <a:r>
            <a:rPr lang="en-US" dirty="0"/>
            <a:t>Over 25 minutes!</a:t>
          </a:r>
        </a:p>
      </dgm:t>
    </dgm:pt>
    <dgm:pt modelId="{300B6DFB-C142-4A69-BD7F-DD21EB4D3ACD}" type="parTrans" cxnId="{493D1F53-92C3-48CC-A53F-C0D9B719CE0B}">
      <dgm:prSet/>
      <dgm:spPr/>
      <dgm:t>
        <a:bodyPr/>
        <a:lstStyle/>
        <a:p>
          <a:endParaRPr lang="en-US"/>
        </a:p>
      </dgm:t>
    </dgm:pt>
    <dgm:pt modelId="{336801A1-7DC9-42E3-9B39-6404EC93B5C0}" type="sibTrans" cxnId="{493D1F53-92C3-48CC-A53F-C0D9B719CE0B}">
      <dgm:prSet/>
      <dgm:spPr/>
      <dgm:t>
        <a:bodyPr/>
        <a:lstStyle/>
        <a:p>
          <a:endParaRPr lang="en-US"/>
        </a:p>
      </dgm:t>
    </dgm:pt>
    <dgm:pt modelId="{322AED8F-8619-442C-A7AE-FA33359B45FE}">
      <dgm:prSet/>
      <dgm:spPr/>
      <dgm:t>
        <a:bodyPr/>
        <a:lstStyle/>
        <a:p>
          <a:r>
            <a:rPr lang="en-US" dirty="0"/>
            <a:t>Match dataset – </a:t>
          </a:r>
          <a:r>
            <a:rPr lang="en-US" sz="3800" dirty="0"/>
            <a:t>29,585 records</a:t>
          </a:r>
        </a:p>
      </dgm:t>
    </dgm:pt>
    <dgm:pt modelId="{F34A5343-BB30-44DF-BF82-40D7EEDAFFE6}" type="parTrans" cxnId="{B88D3EBE-8D34-4C5B-88D8-EBBF2153B233}">
      <dgm:prSet/>
      <dgm:spPr/>
    </dgm:pt>
    <dgm:pt modelId="{A3D9DCB7-5194-4C82-AFDF-D715595D1FC5}" type="sibTrans" cxnId="{B88D3EBE-8D34-4C5B-88D8-EBBF2153B233}">
      <dgm:prSet/>
      <dgm:spPr/>
    </dgm:pt>
    <dgm:pt modelId="{A61FF901-1758-4F6A-8885-6C3E316EB6CC}" type="pres">
      <dgm:prSet presAssocID="{BCCE0815-F183-49E6-AA82-039B101F8BFE}" presName="linear" presStyleCnt="0">
        <dgm:presLayoutVars>
          <dgm:dir/>
          <dgm:animLvl val="lvl"/>
          <dgm:resizeHandles val="exact"/>
        </dgm:presLayoutVars>
      </dgm:prSet>
      <dgm:spPr/>
    </dgm:pt>
    <dgm:pt modelId="{E8B3649B-5621-4B78-95F6-255C4D66529B}" type="pres">
      <dgm:prSet presAssocID="{04818EA6-BF42-4913-A2EF-FD668A22406F}" presName="parentLin" presStyleCnt="0"/>
      <dgm:spPr/>
    </dgm:pt>
    <dgm:pt modelId="{2D1A5D77-D321-4EA6-831A-54EB7084FDD5}" type="pres">
      <dgm:prSet presAssocID="{04818EA6-BF42-4913-A2EF-FD668A22406F}" presName="parentLeftMargin" presStyleLbl="node1" presStyleIdx="0" presStyleCnt="2"/>
      <dgm:spPr/>
    </dgm:pt>
    <dgm:pt modelId="{028E6A7E-23BA-4F12-8DC1-7FD956608DDD}" type="pres">
      <dgm:prSet presAssocID="{04818EA6-BF42-4913-A2EF-FD668A22406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A0920B5-855A-43C9-9D3D-0CB577B9781D}" type="pres">
      <dgm:prSet presAssocID="{04818EA6-BF42-4913-A2EF-FD668A22406F}" presName="negativeSpace" presStyleCnt="0"/>
      <dgm:spPr/>
    </dgm:pt>
    <dgm:pt modelId="{DE8DE6D8-14BD-45F6-ADA5-75DB365F2306}" type="pres">
      <dgm:prSet presAssocID="{04818EA6-BF42-4913-A2EF-FD668A22406F}" presName="childText" presStyleLbl="conFgAcc1" presStyleIdx="0" presStyleCnt="2">
        <dgm:presLayoutVars>
          <dgm:bulletEnabled val="1"/>
        </dgm:presLayoutVars>
      </dgm:prSet>
      <dgm:spPr/>
    </dgm:pt>
    <dgm:pt modelId="{E4BBD492-1EA6-4E39-82CA-4F60E3723096}" type="pres">
      <dgm:prSet presAssocID="{539FA777-61D9-4B0B-9AFE-8E23AD4FEC05}" presName="spaceBetweenRectangles" presStyleCnt="0"/>
      <dgm:spPr/>
    </dgm:pt>
    <dgm:pt modelId="{1C3DA9EA-5143-4519-AD96-294797788693}" type="pres">
      <dgm:prSet presAssocID="{D7FA8A6B-C41F-43A6-8855-71DFCFD7DD7D}" presName="parentLin" presStyleCnt="0"/>
      <dgm:spPr/>
    </dgm:pt>
    <dgm:pt modelId="{CD016DED-FA7E-46E5-B0BC-6A3075303239}" type="pres">
      <dgm:prSet presAssocID="{D7FA8A6B-C41F-43A6-8855-71DFCFD7DD7D}" presName="parentLeftMargin" presStyleLbl="node1" presStyleIdx="0" presStyleCnt="2"/>
      <dgm:spPr/>
    </dgm:pt>
    <dgm:pt modelId="{6A9ADE83-535F-402B-8DB7-34B1937E93A9}" type="pres">
      <dgm:prSet presAssocID="{D7FA8A6B-C41F-43A6-8855-71DFCFD7DD7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FD0F204-17F2-4C2A-AB3A-A1BD8E6BFA22}" type="pres">
      <dgm:prSet presAssocID="{D7FA8A6B-C41F-43A6-8855-71DFCFD7DD7D}" presName="negativeSpace" presStyleCnt="0"/>
      <dgm:spPr/>
    </dgm:pt>
    <dgm:pt modelId="{07B3EA0B-0A65-415B-9037-DA23320F68C7}" type="pres">
      <dgm:prSet presAssocID="{D7FA8A6B-C41F-43A6-8855-71DFCFD7DD7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0AC0502-66E8-4B5F-B10D-8255CF729D24}" type="presOf" srcId="{D7FA8A6B-C41F-43A6-8855-71DFCFD7DD7D}" destId="{CD016DED-FA7E-46E5-B0BC-6A3075303239}" srcOrd="0" destOrd="0" presId="urn:microsoft.com/office/officeart/2005/8/layout/list1"/>
    <dgm:cxn modelId="{86D70812-45BC-4104-8D46-DE8889441563}" srcId="{04818EA6-BF42-4913-A2EF-FD668A22406F}" destId="{0CE118A4-88AC-45FA-A9D9-992BED81F103}" srcOrd="3" destOrd="0" parTransId="{DC145CB5-5B5F-4488-87FC-64943227673F}" sibTransId="{722D1753-96B2-4BC2-BE05-0955CD2F0DC8}"/>
    <dgm:cxn modelId="{EBC1C624-B011-4ABC-93E8-70936E0D043D}" type="presOf" srcId="{322AED8F-8619-442C-A7AE-FA33359B45FE}" destId="{DE8DE6D8-14BD-45F6-ADA5-75DB365F2306}" srcOrd="0" destOrd="2" presId="urn:microsoft.com/office/officeart/2005/8/layout/list1"/>
    <dgm:cxn modelId="{C2AF8F43-09CC-499D-BE52-23AFBE966B3C}" type="presOf" srcId="{CF8470B9-6873-47AB-9D13-0730DAEA484E}" destId="{07B3EA0B-0A65-415B-9037-DA23320F68C7}" srcOrd="0" destOrd="0" presId="urn:microsoft.com/office/officeart/2005/8/layout/list1"/>
    <dgm:cxn modelId="{792E7C6D-00D2-402A-94E6-B2BD37D16285}" type="presOf" srcId="{B3881ADE-F701-474B-9982-F51ACA0D9176}" destId="{DE8DE6D8-14BD-45F6-ADA5-75DB365F2306}" srcOrd="0" destOrd="0" presId="urn:microsoft.com/office/officeart/2005/8/layout/list1"/>
    <dgm:cxn modelId="{F6F40953-0C9E-4B52-91FD-159FCE080BF0}" type="presOf" srcId="{04818EA6-BF42-4913-A2EF-FD668A22406F}" destId="{2D1A5D77-D321-4EA6-831A-54EB7084FDD5}" srcOrd="0" destOrd="0" presId="urn:microsoft.com/office/officeart/2005/8/layout/list1"/>
    <dgm:cxn modelId="{493D1F53-92C3-48CC-A53F-C0D9B719CE0B}" srcId="{D7FA8A6B-C41F-43A6-8855-71DFCFD7DD7D}" destId="{CF8470B9-6873-47AB-9D13-0730DAEA484E}" srcOrd="0" destOrd="0" parTransId="{300B6DFB-C142-4A69-BD7F-DD21EB4D3ACD}" sibTransId="{336801A1-7DC9-42E3-9B39-6404EC93B5C0}"/>
    <dgm:cxn modelId="{17E5CF5A-3520-48F5-9F5B-9E506FA59AC4}" srcId="{BCCE0815-F183-49E6-AA82-039B101F8BFE}" destId="{D7FA8A6B-C41F-43A6-8855-71DFCFD7DD7D}" srcOrd="1" destOrd="0" parTransId="{FB5320B6-BCFE-4A9F-A015-6138101B8EFB}" sibTransId="{5DB3839A-2CDB-4C31-8AA0-F2B46CC5462E}"/>
    <dgm:cxn modelId="{17DE358A-9010-4E9A-A26F-54A476207203}" type="presOf" srcId="{04818EA6-BF42-4913-A2EF-FD668A22406F}" destId="{028E6A7E-23BA-4F12-8DC1-7FD956608DDD}" srcOrd="1" destOrd="0" presId="urn:microsoft.com/office/officeart/2005/8/layout/list1"/>
    <dgm:cxn modelId="{FAB94397-8258-4E06-BA67-F2764175F36C}" srcId="{BCCE0815-F183-49E6-AA82-039B101F8BFE}" destId="{04818EA6-BF42-4913-A2EF-FD668A22406F}" srcOrd="0" destOrd="0" parTransId="{FBC6558D-98DB-4516-90FE-9B90964D7C38}" sibTransId="{539FA777-61D9-4B0B-9AFE-8E23AD4FEC05}"/>
    <dgm:cxn modelId="{0722FBA3-D280-46AF-AA61-518855950B22}" type="presOf" srcId="{D7FA8A6B-C41F-43A6-8855-71DFCFD7DD7D}" destId="{6A9ADE83-535F-402B-8DB7-34B1937E93A9}" srcOrd="1" destOrd="0" presId="urn:microsoft.com/office/officeart/2005/8/layout/list1"/>
    <dgm:cxn modelId="{AB0FCEA6-A3E0-4977-92C6-995256F532CC}" type="presOf" srcId="{0CE118A4-88AC-45FA-A9D9-992BED81F103}" destId="{DE8DE6D8-14BD-45F6-ADA5-75DB365F2306}" srcOrd="0" destOrd="3" presId="urn:microsoft.com/office/officeart/2005/8/layout/list1"/>
    <dgm:cxn modelId="{617C0CB7-24B2-40EA-A87F-9F2B3AE6AA7C}" srcId="{04818EA6-BF42-4913-A2EF-FD668A22406F}" destId="{B3881ADE-F701-474B-9982-F51ACA0D9176}" srcOrd="0" destOrd="0" parTransId="{FFAA0859-8D1A-413E-B486-41003787AB4B}" sibTransId="{44B6708A-2CFE-45C9-837F-B898F733E7F0}"/>
    <dgm:cxn modelId="{D5C7D1B9-0CF0-4D93-9B61-6ED3F5CF380F}" type="presOf" srcId="{D2EB243B-56D4-4C21-BEBA-84D4D8C5B04F}" destId="{DE8DE6D8-14BD-45F6-ADA5-75DB365F2306}" srcOrd="0" destOrd="1" presId="urn:microsoft.com/office/officeart/2005/8/layout/list1"/>
    <dgm:cxn modelId="{5698B2BD-B3BB-4D3C-AAB5-241119932A1B}" srcId="{04818EA6-BF42-4913-A2EF-FD668A22406F}" destId="{D2EB243B-56D4-4C21-BEBA-84D4D8C5B04F}" srcOrd="1" destOrd="0" parTransId="{ACA7E1F0-205E-49B6-97FB-4C24F6F3E2EA}" sibTransId="{0953A6C3-10F1-4DD3-B0F2-497D8CA6C1A8}"/>
    <dgm:cxn modelId="{B88D3EBE-8D34-4C5B-88D8-EBBF2153B233}" srcId="{04818EA6-BF42-4913-A2EF-FD668A22406F}" destId="{322AED8F-8619-442C-A7AE-FA33359B45FE}" srcOrd="2" destOrd="0" parTransId="{F34A5343-BB30-44DF-BF82-40D7EEDAFFE6}" sibTransId="{A3D9DCB7-5194-4C82-AFDF-D715595D1FC5}"/>
    <dgm:cxn modelId="{DEE115E9-18CB-4ACA-BCAA-BBBEDFF84E77}" type="presOf" srcId="{BCCE0815-F183-49E6-AA82-039B101F8BFE}" destId="{A61FF901-1758-4F6A-8885-6C3E316EB6CC}" srcOrd="0" destOrd="0" presId="urn:microsoft.com/office/officeart/2005/8/layout/list1"/>
    <dgm:cxn modelId="{2C1A2C89-2D5A-48C6-9298-362999D959AF}" type="presParOf" srcId="{A61FF901-1758-4F6A-8885-6C3E316EB6CC}" destId="{E8B3649B-5621-4B78-95F6-255C4D66529B}" srcOrd="0" destOrd="0" presId="urn:microsoft.com/office/officeart/2005/8/layout/list1"/>
    <dgm:cxn modelId="{46D1D793-51F6-4086-AE90-F9F30D987CF9}" type="presParOf" srcId="{E8B3649B-5621-4B78-95F6-255C4D66529B}" destId="{2D1A5D77-D321-4EA6-831A-54EB7084FDD5}" srcOrd="0" destOrd="0" presId="urn:microsoft.com/office/officeart/2005/8/layout/list1"/>
    <dgm:cxn modelId="{CAA5DE24-CF40-4D06-BC4C-C277581DB5E6}" type="presParOf" srcId="{E8B3649B-5621-4B78-95F6-255C4D66529B}" destId="{028E6A7E-23BA-4F12-8DC1-7FD956608DDD}" srcOrd="1" destOrd="0" presId="urn:microsoft.com/office/officeart/2005/8/layout/list1"/>
    <dgm:cxn modelId="{607B7D02-4FE6-49A3-9995-7A2C19F7712D}" type="presParOf" srcId="{A61FF901-1758-4F6A-8885-6C3E316EB6CC}" destId="{2A0920B5-855A-43C9-9D3D-0CB577B9781D}" srcOrd="1" destOrd="0" presId="urn:microsoft.com/office/officeart/2005/8/layout/list1"/>
    <dgm:cxn modelId="{01F9B7D4-352C-41F8-BF7B-82AF5CA37EE8}" type="presParOf" srcId="{A61FF901-1758-4F6A-8885-6C3E316EB6CC}" destId="{DE8DE6D8-14BD-45F6-ADA5-75DB365F2306}" srcOrd="2" destOrd="0" presId="urn:microsoft.com/office/officeart/2005/8/layout/list1"/>
    <dgm:cxn modelId="{C7F01B7E-293C-4B0B-B2AA-2006E244D3E6}" type="presParOf" srcId="{A61FF901-1758-4F6A-8885-6C3E316EB6CC}" destId="{E4BBD492-1EA6-4E39-82CA-4F60E3723096}" srcOrd="3" destOrd="0" presId="urn:microsoft.com/office/officeart/2005/8/layout/list1"/>
    <dgm:cxn modelId="{A1BE2F3E-FD56-4403-8481-88EC892126A0}" type="presParOf" srcId="{A61FF901-1758-4F6A-8885-6C3E316EB6CC}" destId="{1C3DA9EA-5143-4519-AD96-294797788693}" srcOrd="4" destOrd="0" presId="urn:microsoft.com/office/officeart/2005/8/layout/list1"/>
    <dgm:cxn modelId="{05ABD7AA-CBC2-4DF8-BEE3-250D84B0081F}" type="presParOf" srcId="{1C3DA9EA-5143-4519-AD96-294797788693}" destId="{CD016DED-FA7E-46E5-B0BC-6A3075303239}" srcOrd="0" destOrd="0" presId="urn:microsoft.com/office/officeart/2005/8/layout/list1"/>
    <dgm:cxn modelId="{7D524C2F-D39F-4447-B267-FA328472E486}" type="presParOf" srcId="{1C3DA9EA-5143-4519-AD96-294797788693}" destId="{6A9ADE83-535F-402B-8DB7-34B1937E93A9}" srcOrd="1" destOrd="0" presId="urn:microsoft.com/office/officeart/2005/8/layout/list1"/>
    <dgm:cxn modelId="{6B476B38-2A8D-44C2-91D3-986C08031C09}" type="presParOf" srcId="{A61FF901-1758-4F6A-8885-6C3E316EB6CC}" destId="{1FD0F204-17F2-4C2A-AB3A-A1BD8E6BFA22}" srcOrd="5" destOrd="0" presId="urn:microsoft.com/office/officeart/2005/8/layout/list1"/>
    <dgm:cxn modelId="{081A30D5-45BF-4F5F-9D1E-4B1EA444B75C}" type="presParOf" srcId="{A61FF901-1758-4F6A-8885-6C3E316EB6CC}" destId="{07B3EA0B-0A65-415B-9037-DA23320F68C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CCE0815-F183-49E6-AA82-039B101F8BFE}" type="doc">
      <dgm:prSet loTypeId="urn:microsoft.com/office/officeart/2005/8/layout/list1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4818EA6-BF42-4913-A2EF-FD668A22406F}">
      <dgm:prSet/>
      <dgm:spPr/>
      <dgm:t>
        <a:bodyPr/>
        <a:lstStyle/>
        <a:p>
          <a:r>
            <a:rPr lang="en-US" b="1" dirty="0"/>
            <a:t>Indexing approach</a:t>
          </a:r>
        </a:p>
      </dgm:t>
    </dgm:pt>
    <dgm:pt modelId="{FBC6558D-98DB-4516-90FE-9B90964D7C38}" type="parTrans" cxnId="{FAB94397-8258-4E06-BA67-F2764175F36C}">
      <dgm:prSet/>
      <dgm:spPr/>
      <dgm:t>
        <a:bodyPr/>
        <a:lstStyle/>
        <a:p>
          <a:endParaRPr lang="en-US"/>
        </a:p>
      </dgm:t>
    </dgm:pt>
    <dgm:pt modelId="{539FA777-61D9-4B0B-9AFE-8E23AD4FEC05}" type="sibTrans" cxnId="{FAB94397-8258-4E06-BA67-F2764175F36C}">
      <dgm:prSet/>
      <dgm:spPr/>
      <dgm:t>
        <a:bodyPr/>
        <a:lstStyle/>
        <a:p>
          <a:endParaRPr lang="en-US"/>
        </a:p>
      </dgm:t>
    </dgm:pt>
    <dgm:pt modelId="{B3881ADE-F701-474B-9982-F51ACA0D9176}">
      <dgm:prSet/>
      <dgm:spPr/>
      <dgm:t>
        <a:bodyPr/>
        <a:lstStyle/>
        <a:p>
          <a:r>
            <a:rPr lang="en-US" dirty="0"/>
            <a:t>Group similar records together by phonetic encoding</a:t>
          </a:r>
        </a:p>
      </dgm:t>
    </dgm:pt>
    <dgm:pt modelId="{FFAA0859-8D1A-413E-B486-41003787AB4B}" type="parTrans" cxnId="{617C0CB7-24B2-40EA-A87F-9F2B3AE6AA7C}">
      <dgm:prSet/>
      <dgm:spPr/>
      <dgm:t>
        <a:bodyPr/>
        <a:lstStyle/>
        <a:p>
          <a:endParaRPr lang="en-US"/>
        </a:p>
      </dgm:t>
    </dgm:pt>
    <dgm:pt modelId="{44B6708A-2CFE-45C9-837F-B898F733E7F0}" type="sibTrans" cxnId="{617C0CB7-24B2-40EA-A87F-9F2B3AE6AA7C}">
      <dgm:prSet/>
      <dgm:spPr/>
      <dgm:t>
        <a:bodyPr/>
        <a:lstStyle/>
        <a:p>
          <a:endParaRPr lang="en-US"/>
        </a:p>
      </dgm:t>
    </dgm:pt>
    <dgm:pt modelId="{D2EB243B-56D4-4C21-BEBA-84D4D8C5B04F}">
      <dgm:prSet/>
      <dgm:spPr/>
      <dgm:t>
        <a:bodyPr/>
        <a:lstStyle/>
        <a:p>
          <a:r>
            <a:rPr lang="en-US" dirty="0"/>
            <a:t>1,261,453 comparisons!</a:t>
          </a:r>
        </a:p>
      </dgm:t>
    </dgm:pt>
    <dgm:pt modelId="{ACA7E1F0-205E-49B6-97FB-4C24F6F3E2EA}" type="parTrans" cxnId="{5698B2BD-B3BB-4D3C-AAB5-241119932A1B}">
      <dgm:prSet/>
      <dgm:spPr/>
      <dgm:t>
        <a:bodyPr/>
        <a:lstStyle/>
        <a:p>
          <a:endParaRPr lang="en-US"/>
        </a:p>
      </dgm:t>
    </dgm:pt>
    <dgm:pt modelId="{0953A6C3-10F1-4DD3-B0F2-497D8CA6C1A8}" type="sibTrans" cxnId="{5698B2BD-B3BB-4D3C-AAB5-241119932A1B}">
      <dgm:prSet/>
      <dgm:spPr/>
      <dgm:t>
        <a:bodyPr/>
        <a:lstStyle/>
        <a:p>
          <a:endParaRPr lang="en-US"/>
        </a:p>
      </dgm:t>
    </dgm:pt>
    <dgm:pt modelId="{D7FA8A6B-C41F-43A6-8855-71DFCFD7DD7D}">
      <dgm:prSet/>
      <dgm:spPr/>
      <dgm:t>
        <a:bodyPr/>
        <a:lstStyle/>
        <a:p>
          <a:r>
            <a:rPr lang="en-US" b="1" dirty="0"/>
            <a:t>Time</a:t>
          </a:r>
        </a:p>
      </dgm:t>
    </dgm:pt>
    <dgm:pt modelId="{FB5320B6-BCFE-4A9F-A015-6138101B8EFB}" type="parTrans" cxnId="{17E5CF5A-3520-48F5-9F5B-9E506FA59AC4}">
      <dgm:prSet/>
      <dgm:spPr/>
      <dgm:t>
        <a:bodyPr/>
        <a:lstStyle/>
        <a:p>
          <a:endParaRPr lang="en-US"/>
        </a:p>
      </dgm:t>
    </dgm:pt>
    <dgm:pt modelId="{5DB3839A-2CDB-4C31-8AA0-F2B46CC5462E}" type="sibTrans" cxnId="{17E5CF5A-3520-48F5-9F5B-9E506FA59AC4}">
      <dgm:prSet/>
      <dgm:spPr/>
      <dgm:t>
        <a:bodyPr/>
        <a:lstStyle/>
        <a:p>
          <a:endParaRPr lang="en-US"/>
        </a:p>
      </dgm:t>
    </dgm:pt>
    <dgm:pt modelId="{CF8470B9-6873-47AB-9D13-0730DAEA484E}">
      <dgm:prSet/>
      <dgm:spPr/>
      <dgm:t>
        <a:bodyPr/>
        <a:lstStyle/>
        <a:p>
          <a:r>
            <a:rPr lang="en-US" dirty="0"/>
            <a:t>~2 seconds</a:t>
          </a:r>
        </a:p>
      </dgm:t>
    </dgm:pt>
    <dgm:pt modelId="{300B6DFB-C142-4A69-BD7F-DD21EB4D3ACD}" type="parTrans" cxnId="{493D1F53-92C3-48CC-A53F-C0D9B719CE0B}">
      <dgm:prSet/>
      <dgm:spPr/>
      <dgm:t>
        <a:bodyPr/>
        <a:lstStyle/>
        <a:p>
          <a:endParaRPr lang="en-US"/>
        </a:p>
      </dgm:t>
    </dgm:pt>
    <dgm:pt modelId="{336801A1-7DC9-42E3-9B39-6404EC93B5C0}" type="sibTrans" cxnId="{493D1F53-92C3-48CC-A53F-C0D9B719CE0B}">
      <dgm:prSet/>
      <dgm:spPr/>
      <dgm:t>
        <a:bodyPr/>
        <a:lstStyle/>
        <a:p>
          <a:endParaRPr lang="en-US"/>
        </a:p>
      </dgm:t>
    </dgm:pt>
    <dgm:pt modelId="{3C6F1876-88E5-4907-A216-5984FEB66708}">
      <dgm:prSet/>
      <dgm:spPr/>
      <dgm:t>
        <a:bodyPr/>
        <a:lstStyle/>
        <a:p>
          <a:r>
            <a:rPr lang="en-US" dirty="0"/>
            <a:t>Reduced # of comparisons by 99%</a:t>
          </a:r>
        </a:p>
      </dgm:t>
    </dgm:pt>
    <dgm:pt modelId="{6F1E8A3E-1192-4A4F-89D0-0DFFBC0A9570}" type="parTrans" cxnId="{542A12D1-F2E8-4AFE-BB33-B1447F6DBE5F}">
      <dgm:prSet/>
      <dgm:spPr/>
    </dgm:pt>
    <dgm:pt modelId="{F38EB8C7-DA6D-409A-8F8A-8BB5083782B4}" type="sibTrans" cxnId="{542A12D1-F2E8-4AFE-BB33-B1447F6DBE5F}">
      <dgm:prSet/>
      <dgm:spPr/>
    </dgm:pt>
    <dgm:pt modelId="{26A16223-2C50-4602-86A6-82D3020CFE67}">
      <dgm:prSet/>
      <dgm:spPr/>
      <dgm:t>
        <a:bodyPr/>
        <a:lstStyle/>
        <a:p>
          <a:r>
            <a:rPr lang="en-US" dirty="0"/>
            <a:t>Apache Commons Codec package used</a:t>
          </a:r>
        </a:p>
      </dgm:t>
    </dgm:pt>
    <dgm:pt modelId="{D905DD75-0BB8-4125-AA0A-528E03AA3119}" type="parTrans" cxnId="{A9504CAD-446E-4339-BE93-6B1D99DD2BD5}">
      <dgm:prSet/>
      <dgm:spPr/>
    </dgm:pt>
    <dgm:pt modelId="{DE836D2C-69BC-417C-BD9B-4DE6F708CC92}" type="sibTrans" cxnId="{A9504CAD-446E-4339-BE93-6B1D99DD2BD5}">
      <dgm:prSet/>
      <dgm:spPr/>
    </dgm:pt>
    <dgm:pt modelId="{A61FF901-1758-4F6A-8885-6C3E316EB6CC}" type="pres">
      <dgm:prSet presAssocID="{BCCE0815-F183-49E6-AA82-039B101F8BFE}" presName="linear" presStyleCnt="0">
        <dgm:presLayoutVars>
          <dgm:dir/>
          <dgm:animLvl val="lvl"/>
          <dgm:resizeHandles val="exact"/>
        </dgm:presLayoutVars>
      </dgm:prSet>
      <dgm:spPr/>
    </dgm:pt>
    <dgm:pt modelId="{E8B3649B-5621-4B78-95F6-255C4D66529B}" type="pres">
      <dgm:prSet presAssocID="{04818EA6-BF42-4913-A2EF-FD668A22406F}" presName="parentLin" presStyleCnt="0"/>
      <dgm:spPr/>
    </dgm:pt>
    <dgm:pt modelId="{2D1A5D77-D321-4EA6-831A-54EB7084FDD5}" type="pres">
      <dgm:prSet presAssocID="{04818EA6-BF42-4913-A2EF-FD668A22406F}" presName="parentLeftMargin" presStyleLbl="node1" presStyleIdx="0" presStyleCnt="2"/>
      <dgm:spPr/>
    </dgm:pt>
    <dgm:pt modelId="{028E6A7E-23BA-4F12-8DC1-7FD956608DDD}" type="pres">
      <dgm:prSet presAssocID="{04818EA6-BF42-4913-A2EF-FD668A22406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A0920B5-855A-43C9-9D3D-0CB577B9781D}" type="pres">
      <dgm:prSet presAssocID="{04818EA6-BF42-4913-A2EF-FD668A22406F}" presName="negativeSpace" presStyleCnt="0"/>
      <dgm:spPr/>
    </dgm:pt>
    <dgm:pt modelId="{DE8DE6D8-14BD-45F6-ADA5-75DB365F2306}" type="pres">
      <dgm:prSet presAssocID="{04818EA6-BF42-4913-A2EF-FD668A22406F}" presName="childText" presStyleLbl="conFgAcc1" presStyleIdx="0" presStyleCnt="2">
        <dgm:presLayoutVars>
          <dgm:bulletEnabled val="1"/>
        </dgm:presLayoutVars>
      </dgm:prSet>
      <dgm:spPr/>
    </dgm:pt>
    <dgm:pt modelId="{E4BBD492-1EA6-4E39-82CA-4F60E3723096}" type="pres">
      <dgm:prSet presAssocID="{539FA777-61D9-4B0B-9AFE-8E23AD4FEC05}" presName="spaceBetweenRectangles" presStyleCnt="0"/>
      <dgm:spPr/>
    </dgm:pt>
    <dgm:pt modelId="{1C3DA9EA-5143-4519-AD96-294797788693}" type="pres">
      <dgm:prSet presAssocID="{D7FA8A6B-C41F-43A6-8855-71DFCFD7DD7D}" presName="parentLin" presStyleCnt="0"/>
      <dgm:spPr/>
    </dgm:pt>
    <dgm:pt modelId="{CD016DED-FA7E-46E5-B0BC-6A3075303239}" type="pres">
      <dgm:prSet presAssocID="{D7FA8A6B-C41F-43A6-8855-71DFCFD7DD7D}" presName="parentLeftMargin" presStyleLbl="node1" presStyleIdx="0" presStyleCnt="2"/>
      <dgm:spPr/>
    </dgm:pt>
    <dgm:pt modelId="{6A9ADE83-535F-402B-8DB7-34B1937E93A9}" type="pres">
      <dgm:prSet presAssocID="{D7FA8A6B-C41F-43A6-8855-71DFCFD7DD7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FD0F204-17F2-4C2A-AB3A-A1BD8E6BFA22}" type="pres">
      <dgm:prSet presAssocID="{D7FA8A6B-C41F-43A6-8855-71DFCFD7DD7D}" presName="negativeSpace" presStyleCnt="0"/>
      <dgm:spPr/>
    </dgm:pt>
    <dgm:pt modelId="{07B3EA0B-0A65-415B-9037-DA23320F68C7}" type="pres">
      <dgm:prSet presAssocID="{D7FA8A6B-C41F-43A6-8855-71DFCFD7DD7D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10AC0502-66E8-4B5F-B10D-8255CF729D24}" type="presOf" srcId="{D7FA8A6B-C41F-43A6-8855-71DFCFD7DD7D}" destId="{CD016DED-FA7E-46E5-B0BC-6A3075303239}" srcOrd="0" destOrd="0" presId="urn:microsoft.com/office/officeart/2005/8/layout/list1"/>
    <dgm:cxn modelId="{609D8520-4541-43BB-89D2-CDDEB827DD82}" type="presOf" srcId="{3C6F1876-88E5-4907-A216-5984FEB66708}" destId="{DE8DE6D8-14BD-45F6-ADA5-75DB365F2306}" srcOrd="0" destOrd="3" presId="urn:microsoft.com/office/officeart/2005/8/layout/list1"/>
    <dgm:cxn modelId="{C2AF8F43-09CC-499D-BE52-23AFBE966B3C}" type="presOf" srcId="{CF8470B9-6873-47AB-9D13-0730DAEA484E}" destId="{07B3EA0B-0A65-415B-9037-DA23320F68C7}" srcOrd="0" destOrd="0" presId="urn:microsoft.com/office/officeart/2005/8/layout/list1"/>
    <dgm:cxn modelId="{792E7C6D-00D2-402A-94E6-B2BD37D16285}" type="presOf" srcId="{B3881ADE-F701-474B-9982-F51ACA0D9176}" destId="{DE8DE6D8-14BD-45F6-ADA5-75DB365F2306}" srcOrd="0" destOrd="0" presId="urn:microsoft.com/office/officeart/2005/8/layout/list1"/>
    <dgm:cxn modelId="{F6F40953-0C9E-4B52-91FD-159FCE080BF0}" type="presOf" srcId="{04818EA6-BF42-4913-A2EF-FD668A22406F}" destId="{2D1A5D77-D321-4EA6-831A-54EB7084FDD5}" srcOrd="0" destOrd="0" presId="urn:microsoft.com/office/officeart/2005/8/layout/list1"/>
    <dgm:cxn modelId="{493D1F53-92C3-48CC-A53F-C0D9B719CE0B}" srcId="{D7FA8A6B-C41F-43A6-8855-71DFCFD7DD7D}" destId="{CF8470B9-6873-47AB-9D13-0730DAEA484E}" srcOrd="0" destOrd="0" parTransId="{300B6DFB-C142-4A69-BD7F-DD21EB4D3ACD}" sibTransId="{336801A1-7DC9-42E3-9B39-6404EC93B5C0}"/>
    <dgm:cxn modelId="{17E5CF5A-3520-48F5-9F5B-9E506FA59AC4}" srcId="{BCCE0815-F183-49E6-AA82-039B101F8BFE}" destId="{D7FA8A6B-C41F-43A6-8855-71DFCFD7DD7D}" srcOrd="1" destOrd="0" parTransId="{FB5320B6-BCFE-4A9F-A015-6138101B8EFB}" sibTransId="{5DB3839A-2CDB-4C31-8AA0-F2B46CC5462E}"/>
    <dgm:cxn modelId="{17DE358A-9010-4E9A-A26F-54A476207203}" type="presOf" srcId="{04818EA6-BF42-4913-A2EF-FD668A22406F}" destId="{028E6A7E-23BA-4F12-8DC1-7FD956608DDD}" srcOrd="1" destOrd="0" presId="urn:microsoft.com/office/officeart/2005/8/layout/list1"/>
    <dgm:cxn modelId="{FAB94397-8258-4E06-BA67-F2764175F36C}" srcId="{BCCE0815-F183-49E6-AA82-039B101F8BFE}" destId="{04818EA6-BF42-4913-A2EF-FD668A22406F}" srcOrd="0" destOrd="0" parTransId="{FBC6558D-98DB-4516-90FE-9B90964D7C38}" sibTransId="{539FA777-61D9-4B0B-9AFE-8E23AD4FEC05}"/>
    <dgm:cxn modelId="{0722FBA3-D280-46AF-AA61-518855950B22}" type="presOf" srcId="{D7FA8A6B-C41F-43A6-8855-71DFCFD7DD7D}" destId="{6A9ADE83-535F-402B-8DB7-34B1937E93A9}" srcOrd="1" destOrd="0" presId="urn:microsoft.com/office/officeart/2005/8/layout/list1"/>
    <dgm:cxn modelId="{A9504CAD-446E-4339-BE93-6B1D99DD2BD5}" srcId="{04818EA6-BF42-4913-A2EF-FD668A22406F}" destId="{26A16223-2C50-4602-86A6-82D3020CFE67}" srcOrd="1" destOrd="0" parTransId="{D905DD75-0BB8-4125-AA0A-528E03AA3119}" sibTransId="{DE836D2C-69BC-417C-BD9B-4DE6F708CC92}"/>
    <dgm:cxn modelId="{0569DCB5-A407-4D4B-9EE2-F36E1E165239}" type="presOf" srcId="{26A16223-2C50-4602-86A6-82D3020CFE67}" destId="{DE8DE6D8-14BD-45F6-ADA5-75DB365F2306}" srcOrd="0" destOrd="1" presId="urn:microsoft.com/office/officeart/2005/8/layout/list1"/>
    <dgm:cxn modelId="{617C0CB7-24B2-40EA-A87F-9F2B3AE6AA7C}" srcId="{04818EA6-BF42-4913-A2EF-FD668A22406F}" destId="{B3881ADE-F701-474B-9982-F51ACA0D9176}" srcOrd="0" destOrd="0" parTransId="{FFAA0859-8D1A-413E-B486-41003787AB4B}" sibTransId="{44B6708A-2CFE-45C9-837F-B898F733E7F0}"/>
    <dgm:cxn modelId="{D5C7D1B9-0CF0-4D93-9B61-6ED3F5CF380F}" type="presOf" srcId="{D2EB243B-56D4-4C21-BEBA-84D4D8C5B04F}" destId="{DE8DE6D8-14BD-45F6-ADA5-75DB365F2306}" srcOrd="0" destOrd="2" presId="urn:microsoft.com/office/officeart/2005/8/layout/list1"/>
    <dgm:cxn modelId="{5698B2BD-B3BB-4D3C-AAB5-241119932A1B}" srcId="{04818EA6-BF42-4913-A2EF-FD668A22406F}" destId="{D2EB243B-56D4-4C21-BEBA-84D4D8C5B04F}" srcOrd="2" destOrd="0" parTransId="{ACA7E1F0-205E-49B6-97FB-4C24F6F3E2EA}" sibTransId="{0953A6C3-10F1-4DD3-B0F2-497D8CA6C1A8}"/>
    <dgm:cxn modelId="{542A12D1-F2E8-4AFE-BB33-B1447F6DBE5F}" srcId="{04818EA6-BF42-4913-A2EF-FD668A22406F}" destId="{3C6F1876-88E5-4907-A216-5984FEB66708}" srcOrd="3" destOrd="0" parTransId="{6F1E8A3E-1192-4A4F-89D0-0DFFBC0A9570}" sibTransId="{F38EB8C7-DA6D-409A-8F8A-8BB5083782B4}"/>
    <dgm:cxn modelId="{DEE115E9-18CB-4ACA-BCAA-BBBEDFF84E77}" type="presOf" srcId="{BCCE0815-F183-49E6-AA82-039B101F8BFE}" destId="{A61FF901-1758-4F6A-8885-6C3E316EB6CC}" srcOrd="0" destOrd="0" presId="urn:microsoft.com/office/officeart/2005/8/layout/list1"/>
    <dgm:cxn modelId="{2C1A2C89-2D5A-48C6-9298-362999D959AF}" type="presParOf" srcId="{A61FF901-1758-4F6A-8885-6C3E316EB6CC}" destId="{E8B3649B-5621-4B78-95F6-255C4D66529B}" srcOrd="0" destOrd="0" presId="urn:microsoft.com/office/officeart/2005/8/layout/list1"/>
    <dgm:cxn modelId="{46D1D793-51F6-4086-AE90-F9F30D987CF9}" type="presParOf" srcId="{E8B3649B-5621-4B78-95F6-255C4D66529B}" destId="{2D1A5D77-D321-4EA6-831A-54EB7084FDD5}" srcOrd="0" destOrd="0" presId="urn:microsoft.com/office/officeart/2005/8/layout/list1"/>
    <dgm:cxn modelId="{CAA5DE24-CF40-4D06-BC4C-C277581DB5E6}" type="presParOf" srcId="{E8B3649B-5621-4B78-95F6-255C4D66529B}" destId="{028E6A7E-23BA-4F12-8DC1-7FD956608DDD}" srcOrd="1" destOrd="0" presId="urn:microsoft.com/office/officeart/2005/8/layout/list1"/>
    <dgm:cxn modelId="{607B7D02-4FE6-49A3-9995-7A2C19F7712D}" type="presParOf" srcId="{A61FF901-1758-4F6A-8885-6C3E316EB6CC}" destId="{2A0920B5-855A-43C9-9D3D-0CB577B9781D}" srcOrd="1" destOrd="0" presId="urn:microsoft.com/office/officeart/2005/8/layout/list1"/>
    <dgm:cxn modelId="{01F9B7D4-352C-41F8-BF7B-82AF5CA37EE8}" type="presParOf" srcId="{A61FF901-1758-4F6A-8885-6C3E316EB6CC}" destId="{DE8DE6D8-14BD-45F6-ADA5-75DB365F2306}" srcOrd="2" destOrd="0" presId="urn:microsoft.com/office/officeart/2005/8/layout/list1"/>
    <dgm:cxn modelId="{C7F01B7E-293C-4B0B-B2AA-2006E244D3E6}" type="presParOf" srcId="{A61FF901-1758-4F6A-8885-6C3E316EB6CC}" destId="{E4BBD492-1EA6-4E39-82CA-4F60E3723096}" srcOrd="3" destOrd="0" presId="urn:microsoft.com/office/officeart/2005/8/layout/list1"/>
    <dgm:cxn modelId="{A1BE2F3E-FD56-4403-8481-88EC892126A0}" type="presParOf" srcId="{A61FF901-1758-4F6A-8885-6C3E316EB6CC}" destId="{1C3DA9EA-5143-4519-AD96-294797788693}" srcOrd="4" destOrd="0" presId="urn:microsoft.com/office/officeart/2005/8/layout/list1"/>
    <dgm:cxn modelId="{05ABD7AA-CBC2-4DF8-BEE3-250D84B0081F}" type="presParOf" srcId="{1C3DA9EA-5143-4519-AD96-294797788693}" destId="{CD016DED-FA7E-46E5-B0BC-6A3075303239}" srcOrd="0" destOrd="0" presId="urn:microsoft.com/office/officeart/2005/8/layout/list1"/>
    <dgm:cxn modelId="{7D524C2F-D39F-4447-B267-FA328472E486}" type="presParOf" srcId="{1C3DA9EA-5143-4519-AD96-294797788693}" destId="{6A9ADE83-535F-402B-8DB7-34B1937E93A9}" srcOrd="1" destOrd="0" presId="urn:microsoft.com/office/officeart/2005/8/layout/list1"/>
    <dgm:cxn modelId="{6B476B38-2A8D-44C2-91D3-986C08031C09}" type="presParOf" srcId="{A61FF901-1758-4F6A-8885-6C3E316EB6CC}" destId="{1FD0F204-17F2-4C2A-AB3A-A1BD8E6BFA22}" srcOrd="5" destOrd="0" presId="urn:microsoft.com/office/officeart/2005/8/layout/list1"/>
    <dgm:cxn modelId="{081A30D5-45BF-4F5F-9D1E-4B1EA444B75C}" type="presParOf" srcId="{A61FF901-1758-4F6A-8885-6C3E316EB6CC}" destId="{07B3EA0B-0A65-415B-9037-DA23320F68C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3F3E29B-A89E-493D-943F-76C7AD429A3B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79D7FBB-E833-44D4-B762-43623B862774}">
      <dgm:prSet/>
      <dgm:spPr/>
      <dgm:t>
        <a:bodyPr/>
        <a:lstStyle/>
        <a:p>
          <a:r>
            <a:rPr lang="en-US" dirty="0">
              <a:latin typeface="Century Gothic" panose="020B0502020202020204"/>
            </a:rPr>
            <a:t>Compare contacts in each group</a:t>
          </a:r>
        </a:p>
      </dgm:t>
    </dgm:pt>
    <dgm:pt modelId="{BD09B042-E490-4522-A7CD-405EC4230600}" type="parTrans" cxnId="{9CCF8D54-EF38-4834-82E3-818BCEAEF763}">
      <dgm:prSet/>
      <dgm:spPr/>
      <dgm:t>
        <a:bodyPr/>
        <a:lstStyle/>
        <a:p>
          <a:endParaRPr lang="en-US"/>
        </a:p>
      </dgm:t>
    </dgm:pt>
    <dgm:pt modelId="{DB0F7FCE-BFAA-4CCD-A3F7-644DE236D1B2}" type="sibTrans" cxnId="{9CCF8D54-EF38-4834-82E3-818BCEAEF763}">
      <dgm:prSet/>
      <dgm:spPr/>
      <dgm:t>
        <a:bodyPr/>
        <a:lstStyle/>
        <a:p>
          <a:endParaRPr lang="en-US"/>
        </a:p>
      </dgm:t>
    </dgm:pt>
    <dgm:pt modelId="{97ECD07E-B581-4EE8-92B8-A05EA938C5E5}">
      <dgm:prSet/>
      <dgm:spPr/>
      <dgm:t>
        <a:bodyPr/>
        <a:lstStyle/>
        <a:p>
          <a:r>
            <a:rPr lang="en-US" dirty="0">
              <a:latin typeface="Century Gothic" panose="020B0502020202020204"/>
            </a:rPr>
            <a:t>Utilized Java's parallel stream</a:t>
          </a:r>
        </a:p>
      </dgm:t>
    </dgm:pt>
    <dgm:pt modelId="{22019B7E-419A-40E0-9585-A8FA2C7657EE}" type="parTrans" cxnId="{9137069F-CDBE-4ACE-A9C1-482727E00D5C}">
      <dgm:prSet/>
      <dgm:spPr/>
      <dgm:t>
        <a:bodyPr/>
        <a:lstStyle/>
        <a:p>
          <a:endParaRPr lang="en-US"/>
        </a:p>
      </dgm:t>
    </dgm:pt>
    <dgm:pt modelId="{25F9F6A4-BF51-4992-AA09-23EC80E8EA99}" type="sibTrans" cxnId="{9137069F-CDBE-4ACE-A9C1-482727E00D5C}">
      <dgm:prSet/>
      <dgm:spPr/>
      <dgm:t>
        <a:bodyPr/>
        <a:lstStyle/>
        <a:p>
          <a:endParaRPr lang="en-US"/>
        </a:p>
      </dgm:t>
    </dgm:pt>
    <dgm:pt modelId="{41B3F900-9B09-4AD0-8F68-D83DEDFD17B6}">
      <dgm:prSet/>
      <dgm:spPr/>
      <dgm:t>
        <a:bodyPr/>
        <a:lstStyle/>
        <a:p>
          <a:r>
            <a:rPr lang="en-US" dirty="0">
              <a:latin typeface="Century Gothic" panose="020B0502020202020204"/>
            </a:rPr>
            <a:t>Similarity Metric</a:t>
          </a:r>
        </a:p>
      </dgm:t>
    </dgm:pt>
    <dgm:pt modelId="{BA6E48B5-A906-4CBC-B8A8-16894F48A9D4}" type="parTrans" cxnId="{F44A5FBC-E5FA-4153-BFBE-516538963A93}">
      <dgm:prSet/>
      <dgm:spPr/>
      <dgm:t>
        <a:bodyPr/>
        <a:lstStyle/>
        <a:p>
          <a:endParaRPr lang="en-US"/>
        </a:p>
      </dgm:t>
    </dgm:pt>
    <dgm:pt modelId="{72FFA9DA-1C67-4A7A-A5B7-D5FF45A8DFC4}" type="sibTrans" cxnId="{F44A5FBC-E5FA-4153-BFBE-516538963A93}">
      <dgm:prSet/>
      <dgm:spPr/>
      <dgm:t>
        <a:bodyPr/>
        <a:lstStyle/>
        <a:p>
          <a:endParaRPr lang="en-US"/>
        </a:p>
      </dgm:t>
    </dgm:pt>
    <dgm:pt modelId="{02F52AEC-FAB7-4326-B5E5-043A9F74382B}">
      <dgm:prSet/>
      <dgm:spPr/>
      <dgm:t>
        <a:bodyPr/>
        <a:lstStyle/>
        <a:p>
          <a:r>
            <a:rPr lang="en-US" dirty="0" err="1">
              <a:latin typeface="Century Gothic" panose="020B0502020202020204"/>
            </a:rPr>
            <a:t>Levenshtein</a:t>
          </a:r>
          <a:r>
            <a:rPr lang="en-US" dirty="0">
              <a:latin typeface="Century Gothic" panose="020B0502020202020204"/>
            </a:rPr>
            <a:t> Distance</a:t>
          </a:r>
        </a:p>
      </dgm:t>
    </dgm:pt>
    <dgm:pt modelId="{08A62E85-3D11-48F7-85EE-EB1453AC3F09}" type="parTrans" cxnId="{5B8AE51F-1F4B-400A-B654-60E94E7597AD}">
      <dgm:prSet/>
      <dgm:spPr/>
      <dgm:t>
        <a:bodyPr/>
        <a:lstStyle/>
        <a:p>
          <a:endParaRPr lang="en-US"/>
        </a:p>
      </dgm:t>
    </dgm:pt>
    <dgm:pt modelId="{1CE3042F-66C9-4A7B-9B82-7EEC7F3F3345}" type="sibTrans" cxnId="{5B8AE51F-1F4B-400A-B654-60E94E7597AD}">
      <dgm:prSet/>
      <dgm:spPr/>
      <dgm:t>
        <a:bodyPr/>
        <a:lstStyle/>
        <a:p>
          <a:endParaRPr lang="en-US"/>
        </a:p>
      </dgm:t>
    </dgm:pt>
    <dgm:pt modelId="{BF8F0CC6-E046-4D90-9A11-BE9F51717AC7}">
      <dgm:prSet/>
      <dgm:spPr/>
      <dgm:t>
        <a:bodyPr/>
        <a:lstStyle/>
        <a:p>
          <a:r>
            <a:rPr lang="en-US" dirty="0">
              <a:latin typeface="Century Gothic" panose="020B0502020202020204"/>
            </a:rPr>
            <a:t>Ratio between 0 – 100</a:t>
          </a:r>
        </a:p>
      </dgm:t>
    </dgm:pt>
    <dgm:pt modelId="{2EE53EA6-9336-45B5-8C32-4C309933B17D}" type="parTrans" cxnId="{E1ACA712-28B5-4F3D-85A6-CCC1886025EB}">
      <dgm:prSet/>
      <dgm:spPr/>
      <dgm:t>
        <a:bodyPr/>
        <a:lstStyle/>
        <a:p>
          <a:endParaRPr lang="en-US"/>
        </a:p>
      </dgm:t>
    </dgm:pt>
    <dgm:pt modelId="{DFF4CE7D-DB7F-48E3-A576-29E33915BC8C}" type="sibTrans" cxnId="{E1ACA712-28B5-4F3D-85A6-CCC1886025EB}">
      <dgm:prSet/>
      <dgm:spPr/>
      <dgm:t>
        <a:bodyPr/>
        <a:lstStyle/>
        <a:p>
          <a:endParaRPr lang="en-US"/>
        </a:p>
      </dgm:t>
    </dgm:pt>
    <dgm:pt modelId="{195CD62A-A0EF-4852-A306-33854A15CD91}">
      <dgm:prSet/>
      <dgm:spPr/>
      <dgm:t>
        <a:bodyPr/>
        <a:lstStyle/>
        <a:p>
          <a:r>
            <a:rPr lang="en-US" dirty="0">
              <a:latin typeface="Century Gothic" panose="020B0502020202020204"/>
            </a:rPr>
            <a:t>Weights</a:t>
          </a:r>
        </a:p>
      </dgm:t>
    </dgm:pt>
    <dgm:pt modelId="{F7DAC8CD-B615-4E00-95DC-DBE6BA016CAD}" type="parTrans" cxnId="{1811E744-C958-4275-8A9E-51F24962B673}">
      <dgm:prSet/>
      <dgm:spPr/>
      <dgm:t>
        <a:bodyPr/>
        <a:lstStyle/>
        <a:p>
          <a:endParaRPr lang="en-US"/>
        </a:p>
      </dgm:t>
    </dgm:pt>
    <dgm:pt modelId="{EA2CB9EA-4012-4908-B70B-7787784150F3}" type="sibTrans" cxnId="{1811E744-C958-4275-8A9E-51F24962B673}">
      <dgm:prSet/>
      <dgm:spPr/>
      <dgm:t>
        <a:bodyPr/>
        <a:lstStyle/>
        <a:p>
          <a:endParaRPr lang="en-US"/>
        </a:p>
      </dgm:t>
    </dgm:pt>
    <dgm:pt modelId="{D04CA83C-4B84-49AD-B26D-5071A61E184C}">
      <dgm:prSet/>
      <dgm:spPr/>
      <dgm:t>
        <a:bodyPr/>
        <a:lstStyle/>
        <a:p>
          <a:r>
            <a:rPr lang="en-US" dirty="0">
              <a:latin typeface="Century Gothic" panose="020B0502020202020204"/>
            </a:rPr>
            <a:t>Weights per field</a:t>
          </a:r>
        </a:p>
      </dgm:t>
    </dgm:pt>
    <dgm:pt modelId="{0D277EE3-6A3D-4846-BF2F-16443DE3595F}" type="parTrans" cxnId="{46A19D25-ABA6-482C-8A44-E085BB6E813B}">
      <dgm:prSet/>
      <dgm:spPr/>
      <dgm:t>
        <a:bodyPr/>
        <a:lstStyle/>
        <a:p>
          <a:endParaRPr lang="en-US"/>
        </a:p>
      </dgm:t>
    </dgm:pt>
    <dgm:pt modelId="{CA739E3C-4156-426F-BA15-27E243C08A89}" type="sibTrans" cxnId="{46A19D25-ABA6-482C-8A44-E085BB6E813B}">
      <dgm:prSet/>
      <dgm:spPr/>
      <dgm:t>
        <a:bodyPr/>
        <a:lstStyle/>
        <a:p>
          <a:endParaRPr lang="en-US"/>
        </a:p>
      </dgm:t>
    </dgm:pt>
    <dgm:pt modelId="{69C7D1E2-159C-464A-86EC-620BDEE625D5}">
      <dgm:prSet/>
      <dgm:spPr/>
      <dgm:t>
        <a:bodyPr/>
        <a:lstStyle/>
        <a:p>
          <a:r>
            <a:rPr lang="en-US" dirty="0">
              <a:latin typeface="Century Gothic" panose="020B0502020202020204"/>
            </a:rPr>
            <a:t>Sum of weights equal to 1</a:t>
          </a:r>
        </a:p>
      </dgm:t>
    </dgm:pt>
    <dgm:pt modelId="{70C8F0A4-7A5B-49DB-8935-38589693484D}" type="parTrans" cxnId="{7BE81E23-AEAF-4E1E-9DD3-8D6F987D1BCC}">
      <dgm:prSet/>
      <dgm:spPr/>
      <dgm:t>
        <a:bodyPr/>
        <a:lstStyle/>
        <a:p>
          <a:endParaRPr lang="en-US"/>
        </a:p>
      </dgm:t>
    </dgm:pt>
    <dgm:pt modelId="{D9B7275D-AD8B-4E46-8781-2E10A351D43F}" type="sibTrans" cxnId="{7BE81E23-AEAF-4E1E-9DD3-8D6F987D1BCC}">
      <dgm:prSet/>
      <dgm:spPr/>
      <dgm:t>
        <a:bodyPr/>
        <a:lstStyle/>
        <a:p>
          <a:endParaRPr lang="en-US"/>
        </a:p>
      </dgm:t>
    </dgm:pt>
    <dgm:pt modelId="{9295ACC8-CBB7-4EC3-8DBA-FA1FEC946D82}">
      <dgm:prSet/>
      <dgm:spPr/>
      <dgm:t>
        <a:bodyPr/>
        <a:lstStyle/>
        <a:p>
          <a:r>
            <a:rPr lang="en-US" dirty="0">
              <a:latin typeface="Century Gothic" panose="020B0502020202020204"/>
            </a:rPr>
            <a:t>Calculation</a:t>
          </a:r>
        </a:p>
      </dgm:t>
    </dgm:pt>
    <dgm:pt modelId="{27142496-36B1-4AA3-8FA7-A4ADC5A48FAB}" type="parTrans" cxnId="{FB002EF8-FD09-4207-B96B-FE992D412AAD}">
      <dgm:prSet/>
      <dgm:spPr/>
      <dgm:t>
        <a:bodyPr/>
        <a:lstStyle/>
        <a:p>
          <a:endParaRPr lang="en-US"/>
        </a:p>
      </dgm:t>
    </dgm:pt>
    <dgm:pt modelId="{F02B0405-9D7C-4F79-9B9F-4B872CC8E027}" type="sibTrans" cxnId="{FB002EF8-FD09-4207-B96B-FE992D412AAD}">
      <dgm:prSet/>
      <dgm:spPr/>
      <dgm:t>
        <a:bodyPr/>
        <a:lstStyle/>
        <a:p>
          <a:endParaRPr lang="en-US"/>
        </a:p>
      </dgm:t>
    </dgm:pt>
    <dgm:pt modelId="{7E2F0B20-1592-4290-A2A8-65C23BFAC882}">
      <dgm:prSet/>
      <dgm:spPr/>
      <dgm:t>
        <a:bodyPr/>
        <a:lstStyle/>
        <a:p>
          <a:r>
            <a:rPr lang="en-US" dirty="0">
              <a:latin typeface="Century Gothic" panose="020B0502020202020204"/>
            </a:rPr>
            <a:t>Sum of each field's similarity * each field's weight</a:t>
          </a:r>
        </a:p>
      </dgm:t>
    </dgm:pt>
    <dgm:pt modelId="{44C69B0C-26B7-4F6F-ADEA-9EAF21413CC8}" type="parTrans" cxnId="{0A844FE4-2D9A-4399-8FD5-25A5BCDB1F8E}">
      <dgm:prSet/>
      <dgm:spPr/>
      <dgm:t>
        <a:bodyPr/>
        <a:lstStyle/>
        <a:p>
          <a:endParaRPr lang="en-US"/>
        </a:p>
      </dgm:t>
    </dgm:pt>
    <dgm:pt modelId="{5E4299CC-2AFE-4E11-A3C1-F6019EB59D86}" type="sibTrans" cxnId="{0A844FE4-2D9A-4399-8FD5-25A5BCDB1F8E}">
      <dgm:prSet/>
      <dgm:spPr/>
      <dgm:t>
        <a:bodyPr/>
        <a:lstStyle/>
        <a:p>
          <a:endParaRPr lang="en-US"/>
        </a:p>
      </dgm:t>
    </dgm:pt>
    <dgm:pt modelId="{4F087387-2D3E-4461-B739-6A0C714BD413}">
      <dgm:prSet/>
      <dgm:spPr/>
      <dgm:t>
        <a:bodyPr/>
        <a:lstStyle/>
        <a:p>
          <a:r>
            <a:rPr lang="en-US" dirty="0">
              <a:latin typeface="Century Gothic" panose="020B0502020202020204"/>
            </a:rPr>
            <a:t>Score of Confidence</a:t>
          </a:r>
        </a:p>
      </dgm:t>
    </dgm:pt>
    <dgm:pt modelId="{B4702462-00A8-47A4-B0A7-134E9399708D}" type="parTrans" cxnId="{BD485B0A-AFB0-4618-950C-DAE307F2C02F}">
      <dgm:prSet/>
      <dgm:spPr/>
      <dgm:t>
        <a:bodyPr/>
        <a:lstStyle/>
        <a:p>
          <a:endParaRPr lang="en-US"/>
        </a:p>
      </dgm:t>
    </dgm:pt>
    <dgm:pt modelId="{1454FC0D-80B7-466B-89D5-767CE3673B60}" type="sibTrans" cxnId="{BD485B0A-AFB0-4618-950C-DAE307F2C02F}">
      <dgm:prSet/>
      <dgm:spPr/>
      <dgm:t>
        <a:bodyPr/>
        <a:lstStyle/>
        <a:p>
          <a:endParaRPr lang="en-US"/>
        </a:p>
      </dgm:t>
    </dgm:pt>
    <dgm:pt modelId="{6415F561-0558-452E-9360-65B86A550ED8}">
      <dgm:prSet/>
      <dgm:spPr/>
      <dgm:t>
        <a:bodyPr/>
        <a:lstStyle/>
        <a:p>
          <a:r>
            <a:rPr lang="en-US" dirty="0">
              <a:latin typeface="Century Gothic" panose="020B0502020202020204"/>
            </a:rPr>
            <a:t>Calculation between 0 – 100</a:t>
          </a:r>
        </a:p>
      </dgm:t>
    </dgm:pt>
    <dgm:pt modelId="{9EFE582D-7587-46E9-80D8-BF90418ACF8D}" type="parTrans" cxnId="{EE2D88E9-A5F6-46B1-AEFD-31D41483194A}">
      <dgm:prSet/>
      <dgm:spPr/>
      <dgm:t>
        <a:bodyPr/>
        <a:lstStyle/>
        <a:p>
          <a:endParaRPr lang="en-US"/>
        </a:p>
      </dgm:t>
    </dgm:pt>
    <dgm:pt modelId="{7543C322-B7FB-462B-98BE-E88A55DF8CB0}" type="sibTrans" cxnId="{EE2D88E9-A5F6-46B1-AEFD-31D41483194A}">
      <dgm:prSet/>
      <dgm:spPr/>
      <dgm:t>
        <a:bodyPr/>
        <a:lstStyle/>
        <a:p>
          <a:endParaRPr lang="en-US"/>
        </a:p>
      </dgm:t>
    </dgm:pt>
    <dgm:pt modelId="{F43DBB25-2F6C-40A5-8836-DC703C0EBBC9}">
      <dgm:prSet/>
      <dgm:spPr/>
      <dgm:t>
        <a:bodyPr/>
        <a:lstStyle/>
        <a:p>
          <a:r>
            <a:rPr lang="en-US" dirty="0">
              <a:latin typeface="Century Gothic" panose="020B0502020202020204"/>
            </a:rPr>
            <a:t>A score of 100 is a perfect match</a:t>
          </a:r>
        </a:p>
      </dgm:t>
    </dgm:pt>
    <dgm:pt modelId="{CFE3861A-7F9F-47E3-8251-C99AE3B142B4}" type="parTrans" cxnId="{5FFBB313-E8BA-4E0B-A8B5-9EE53F0D488B}">
      <dgm:prSet/>
      <dgm:spPr/>
      <dgm:t>
        <a:bodyPr/>
        <a:lstStyle/>
        <a:p>
          <a:endParaRPr lang="en-US"/>
        </a:p>
      </dgm:t>
    </dgm:pt>
    <dgm:pt modelId="{7512428F-6935-44E9-92F3-EA12858840DE}" type="sibTrans" cxnId="{5FFBB313-E8BA-4E0B-A8B5-9EE53F0D488B}">
      <dgm:prSet/>
      <dgm:spPr/>
      <dgm:t>
        <a:bodyPr/>
        <a:lstStyle/>
        <a:p>
          <a:endParaRPr lang="en-US"/>
        </a:p>
      </dgm:t>
    </dgm:pt>
    <dgm:pt modelId="{13F81D10-01D7-40B0-BA7C-5FCE1540D30D}">
      <dgm:prSet/>
      <dgm:spPr/>
      <dgm:t>
        <a:bodyPr/>
        <a:lstStyle/>
        <a:p>
          <a:r>
            <a:rPr lang="en-US" dirty="0" err="1">
              <a:latin typeface="Century Gothic" panose="020B0502020202020204"/>
            </a:rPr>
            <a:t>FuzzyWuzzy</a:t>
          </a:r>
          <a:r>
            <a:rPr lang="en-US" dirty="0">
              <a:latin typeface="Century Gothic" panose="020B0502020202020204"/>
            </a:rPr>
            <a:t> package used</a:t>
          </a:r>
        </a:p>
      </dgm:t>
    </dgm:pt>
    <dgm:pt modelId="{A26CB54A-A138-48E8-B2DC-BE153488A89F}" type="parTrans" cxnId="{639D7E03-A291-4221-A037-B584E6CC4E21}">
      <dgm:prSet/>
      <dgm:spPr/>
    </dgm:pt>
    <dgm:pt modelId="{66E70B63-6ED8-489A-8FE3-7A8DFFD1C1FE}" type="sibTrans" cxnId="{639D7E03-A291-4221-A037-B584E6CC4E21}">
      <dgm:prSet/>
      <dgm:spPr/>
    </dgm:pt>
    <dgm:pt modelId="{699E7747-4BD2-46C2-8E26-581B23F67408}">
      <dgm:prSet/>
      <dgm:spPr/>
      <dgm:t>
        <a:bodyPr/>
        <a:lstStyle/>
        <a:p>
          <a:endParaRPr lang="en-US">
            <a:latin typeface="Century Gothic" panose="020B0502020202020204"/>
          </a:endParaRPr>
        </a:p>
      </dgm:t>
    </dgm:pt>
    <dgm:pt modelId="{513BE072-3CEA-4BAE-97DB-38771A16F5EF}" type="parTrans" cxnId="{938305E0-51FB-4797-9E83-EBD58AEE80DB}">
      <dgm:prSet/>
      <dgm:spPr/>
    </dgm:pt>
    <dgm:pt modelId="{2938FE5D-58A6-4521-9633-E4025FB8BF45}" type="sibTrans" cxnId="{938305E0-51FB-4797-9E83-EBD58AEE80DB}">
      <dgm:prSet/>
      <dgm:spPr/>
    </dgm:pt>
    <dgm:pt modelId="{B572B592-429C-4E16-985B-09F6C5774418}">
      <dgm:prSet/>
      <dgm:spPr/>
      <dgm:t>
        <a:bodyPr/>
        <a:lstStyle/>
        <a:p>
          <a:endParaRPr lang="en-US">
            <a:latin typeface="Century Gothic" panose="020B0502020202020204"/>
          </a:endParaRPr>
        </a:p>
      </dgm:t>
    </dgm:pt>
    <dgm:pt modelId="{EC287174-6964-416F-AF61-C01C3DBFC969}" type="parTrans" cxnId="{A6BC4C44-014B-41A9-8BD7-0E6AF420BEBE}">
      <dgm:prSet/>
      <dgm:spPr/>
    </dgm:pt>
    <dgm:pt modelId="{00D57393-A769-4FD0-A3A1-DD1CFA34BCA0}" type="sibTrans" cxnId="{A6BC4C44-014B-41A9-8BD7-0E6AF420BEBE}">
      <dgm:prSet/>
      <dgm:spPr/>
    </dgm:pt>
    <dgm:pt modelId="{926745AD-2123-435A-A0FD-9739EC852E79}" type="pres">
      <dgm:prSet presAssocID="{A3F3E29B-A89E-493D-943F-76C7AD429A3B}" presName="Name0" presStyleCnt="0">
        <dgm:presLayoutVars>
          <dgm:dir/>
          <dgm:animLvl val="lvl"/>
          <dgm:resizeHandles val="exact"/>
        </dgm:presLayoutVars>
      </dgm:prSet>
      <dgm:spPr/>
    </dgm:pt>
    <dgm:pt modelId="{3D08367C-7D05-46A0-83BF-9E5AF7537E8F}" type="pres">
      <dgm:prSet presAssocID="{379D7FBB-E833-44D4-B762-43623B862774}" presName="composite" presStyleCnt="0"/>
      <dgm:spPr/>
    </dgm:pt>
    <dgm:pt modelId="{66E1ACBF-CF77-4EB2-94B9-3622FFA1EB42}" type="pres">
      <dgm:prSet presAssocID="{379D7FBB-E833-44D4-B762-43623B862774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DB01EE45-0F15-40B9-A8FD-18263192A6CF}" type="pres">
      <dgm:prSet presAssocID="{379D7FBB-E833-44D4-B762-43623B862774}" presName="desTx" presStyleLbl="alignAccFollowNode1" presStyleIdx="0" presStyleCnt="5">
        <dgm:presLayoutVars>
          <dgm:bulletEnabled val="1"/>
        </dgm:presLayoutVars>
      </dgm:prSet>
      <dgm:spPr/>
    </dgm:pt>
    <dgm:pt modelId="{DE425805-C256-422D-AE36-2C38719549A9}" type="pres">
      <dgm:prSet presAssocID="{DB0F7FCE-BFAA-4CCD-A3F7-644DE236D1B2}" presName="space" presStyleCnt="0"/>
      <dgm:spPr/>
    </dgm:pt>
    <dgm:pt modelId="{4D88C16A-9133-456A-AFD1-058795EC567D}" type="pres">
      <dgm:prSet presAssocID="{41B3F900-9B09-4AD0-8F68-D83DEDFD17B6}" presName="composite" presStyleCnt="0"/>
      <dgm:spPr/>
    </dgm:pt>
    <dgm:pt modelId="{741472C8-94F3-4ABF-A6DB-C521F1FDB643}" type="pres">
      <dgm:prSet presAssocID="{41B3F900-9B09-4AD0-8F68-D83DEDFD17B6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CAB49D05-CE3B-4941-B979-59A18D1F5A7F}" type="pres">
      <dgm:prSet presAssocID="{41B3F900-9B09-4AD0-8F68-D83DEDFD17B6}" presName="desTx" presStyleLbl="alignAccFollowNode1" presStyleIdx="1" presStyleCnt="5">
        <dgm:presLayoutVars>
          <dgm:bulletEnabled val="1"/>
        </dgm:presLayoutVars>
      </dgm:prSet>
      <dgm:spPr/>
    </dgm:pt>
    <dgm:pt modelId="{F6978087-D56E-436E-8370-955E0B695EFE}" type="pres">
      <dgm:prSet presAssocID="{72FFA9DA-1C67-4A7A-A5B7-D5FF45A8DFC4}" presName="space" presStyleCnt="0"/>
      <dgm:spPr/>
    </dgm:pt>
    <dgm:pt modelId="{4FE67F09-F41D-4BCE-BFE4-3F296E7AD217}" type="pres">
      <dgm:prSet presAssocID="{195CD62A-A0EF-4852-A306-33854A15CD91}" presName="composite" presStyleCnt="0"/>
      <dgm:spPr/>
    </dgm:pt>
    <dgm:pt modelId="{C7BA7BEB-834A-41D4-A4C0-E7B56875EA05}" type="pres">
      <dgm:prSet presAssocID="{195CD62A-A0EF-4852-A306-33854A15CD91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B8F72D8D-15EB-41C9-90C5-589C3A0349A2}" type="pres">
      <dgm:prSet presAssocID="{195CD62A-A0EF-4852-A306-33854A15CD91}" presName="desTx" presStyleLbl="alignAccFollowNode1" presStyleIdx="2" presStyleCnt="5">
        <dgm:presLayoutVars>
          <dgm:bulletEnabled val="1"/>
        </dgm:presLayoutVars>
      </dgm:prSet>
      <dgm:spPr/>
    </dgm:pt>
    <dgm:pt modelId="{941F1A3F-BA83-4430-8473-35CDDE297B5F}" type="pres">
      <dgm:prSet presAssocID="{EA2CB9EA-4012-4908-B70B-7787784150F3}" presName="space" presStyleCnt="0"/>
      <dgm:spPr/>
    </dgm:pt>
    <dgm:pt modelId="{01919CCA-AC26-4644-ABEF-9BFFAFA9C006}" type="pres">
      <dgm:prSet presAssocID="{9295ACC8-CBB7-4EC3-8DBA-FA1FEC946D82}" presName="composite" presStyleCnt="0"/>
      <dgm:spPr/>
    </dgm:pt>
    <dgm:pt modelId="{DBF54611-6412-4F8E-A9C3-0066E97ED3CE}" type="pres">
      <dgm:prSet presAssocID="{9295ACC8-CBB7-4EC3-8DBA-FA1FEC946D82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66C81634-C06D-4DBE-A6AF-4317E8FD57E9}" type="pres">
      <dgm:prSet presAssocID="{9295ACC8-CBB7-4EC3-8DBA-FA1FEC946D82}" presName="desTx" presStyleLbl="alignAccFollowNode1" presStyleIdx="3" presStyleCnt="5">
        <dgm:presLayoutVars>
          <dgm:bulletEnabled val="1"/>
        </dgm:presLayoutVars>
      </dgm:prSet>
      <dgm:spPr/>
    </dgm:pt>
    <dgm:pt modelId="{FEABA61A-632D-474F-A026-BD4DFC66CACE}" type="pres">
      <dgm:prSet presAssocID="{F02B0405-9D7C-4F79-9B9F-4B872CC8E027}" presName="space" presStyleCnt="0"/>
      <dgm:spPr/>
    </dgm:pt>
    <dgm:pt modelId="{1FC1EAB7-194E-4745-8C21-F9236401B5CF}" type="pres">
      <dgm:prSet presAssocID="{4F087387-2D3E-4461-B739-6A0C714BD413}" presName="composite" presStyleCnt="0"/>
      <dgm:spPr/>
    </dgm:pt>
    <dgm:pt modelId="{2B632CFC-B252-44DE-80E6-AE3540797F77}" type="pres">
      <dgm:prSet presAssocID="{4F087387-2D3E-4461-B739-6A0C714BD413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DB5BCD02-C4B1-4233-97FA-20D6D6E55632}" type="pres">
      <dgm:prSet presAssocID="{4F087387-2D3E-4461-B739-6A0C714BD413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639D7E03-A291-4221-A037-B584E6CC4E21}" srcId="{41B3F900-9B09-4AD0-8F68-D83DEDFD17B6}" destId="{13F81D10-01D7-40B0-BA7C-5FCE1540D30D}" srcOrd="2" destOrd="0" parTransId="{A26CB54A-A138-48E8-B2DC-BE153488A89F}" sibTransId="{66E70B63-6ED8-489A-8FE3-7A8DFFD1C1FE}"/>
    <dgm:cxn modelId="{74EF3207-2CE9-4393-9513-CB2329887694}" type="presOf" srcId="{7E2F0B20-1592-4290-A2A8-65C23BFAC882}" destId="{66C81634-C06D-4DBE-A6AF-4317E8FD57E9}" srcOrd="0" destOrd="0" presId="urn:microsoft.com/office/officeart/2005/8/layout/hList1"/>
    <dgm:cxn modelId="{BD485B0A-AFB0-4618-950C-DAE307F2C02F}" srcId="{A3F3E29B-A89E-493D-943F-76C7AD429A3B}" destId="{4F087387-2D3E-4461-B739-6A0C714BD413}" srcOrd="4" destOrd="0" parTransId="{B4702462-00A8-47A4-B0A7-134E9399708D}" sibTransId="{1454FC0D-80B7-466B-89D5-767CE3673B60}"/>
    <dgm:cxn modelId="{F258950C-0FFF-4107-93B0-40EC3F605894}" type="presOf" srcId="{6415F561-0558-452E-9360-65B86A550ED8}" destId="{DB5BCD02-C4B1-4233-97FA-20D6D6E55632}" srcOrd="0" destOrd="0" presId="urn:microsoft.com/office/officeart/2005/8/layout/hList1"/>
    <dgm:cxn modelId="{76717111-E83C-466A-ABD9-0835C0B9A2FF}" type="presOf" srcId="{A3F3E29B-A89E-493D-943F-76C7AD429A3B}" destId="{926745AD-2123-435A-A0FD-9739EC852E79}" srcOrd="0" destOrd="0" presId="urn:microsoft.com/office/officeart/2005/8/layout/hList1"/>
    <dgm:cxn modelId="{E1ACA712-28B5-4F3D-85A6-CCC1886025EB}" srcId="{41B3F900-9B09-4AD0-8F68-D83DEDFD17B6}" destId="{BF8F0CC6-E046-4D90-9A11-BE9F51717AC7}" srcOrd="1" destOrd="0" parTransId="{2EE53EA6-9336-45B5-8C32-4C309933B17D}" sibTransId="{DFF4CE7D-DB7F-48E3-A576-29E33915BC8C}"/>
    <dgm:cxn modelId="{5FFBB313-E8BA-4E0B-A8B5-9EE53F0D488B}" srcId="{4F087387-2D3E-4461-B739-6A0C714BD413}" destId="{F43DBB25-2F6C-40A5-8836-DC703C0EBBC9}" srcOrd="1" destOrd="0" parTransId="{CFE3861A-7F9F-47E3-8251-C99AE3B142B4}" sibTransId="{7512428F-6935-44E9-92F3-EA12858840DE}"/>
    <dgm:cxn modelId="{E61B2E1A-CBF6-4C62-BD0D-705D9E769FAC}" type="presOf" srcId="{379D7FBB-E833-44D4-B762-43623B862774}" destId="{66E1ACBF-CF77-4EB2-94B9-3622FFA1EB42}" srcOrd="0" destOrd="0" presId="urn:microsoft.com/office/officeart/2005/8/layout/hList1"/>
    <dgm:cxn modelId="{5B8AE51F-1F4B-400A-B654-60E94E7597AD}" srcId="{41B3F900-9B09-4AD0-8F68-D83DEDFD17B6}" destId="{02F52AEC-FAB7-4326-B5E5-043A9F74382B}" srcOrd="0" destOrd="0" parTransId="{08A62E85-3D11-48F7-85EE-EB1453AC3F09}" sibTransId="{1CE3042F-66C9-4A7B-9B82-7EEC7F3F3345}"/>
    <dgm:cxn modelId="{0B95CD22-9E3B-4339-B74F-BEB043954C37}" type="presOf" srcId="{97ECD07E-B581-4EE8-92B8-A05EA938C5E5}" destId="{DB01EE45-0F15-40B9-A8FD-18263192A6CF}" srcOrd="0" destOrd="0" presId="urn:microsoft.com/office/officeart/2005/8/layout/hList1"/>
    <dgm:cxn modelId="{7BE81E23-AEAF-4E1E-9DD3-8D6F987D1BCC}" srcId="{195CD62A-A0EF-4852-A306-33854A15CD91}" destId="{69C7D1E2-159C-464A-86EC-620BDEE625D5}" srcOrd="1" destOrd="0" parTransId="{70C8F0A4-7A5B-49DB-8935-38589693484D}" sibTransId="{D9B7275D-AD8B-4E46-8781-2E10A351D43F}"/>
    <dgm:cxn modelId="{46A19D25-ABA6-482C-8A44-E085BB6E813B}" srcId="{195CD62A-A0EF-4852-A306-33854A15CD91}" destId="{D04CA83C-4B84-49AD-B26D-5071A61E184C}" srcOrd="0" destOrd="0" parTransId="{0D277EE3-6A3D-4846-BF2F-16443DE3595F}" sibTransId="{CA739E3C-4156-426F-BA15-27E243C08A89}"/>
    <dgm:cxn modelId="{3419EA2B-5256-4187-B8D7-42112211E37A}" type="presOf" srcId="{69C7D1E2-159C-464A-86EC-620BDEE625D5}" destId="{B8F72D8D-15EB-41C9-90C5-589C3A0349A2}" srcOrd="0" destOrd="2" presId="urn:microsoft.com/office/officeart/2005/8/layout/hList1"/>
    <dgm:cxn modelId="{2F46EB37-DCEA-4D56-BDEB-93563FA271B0}" type="presOf" srcId="{D04CA83C-4B84-49AD-B26D-5071A61E184C}" destId="{B8F72D8D-15EB-41C9-90C5-589C3A0349A2}" srcOrd="0" destOrd="0" presId="urn:microsoft.com/office/officeart/2005/8/layout/hList1"/>
    <dgm:cxn modelId="{A6BC4C44-014B-41A9-8BD7-0E6AF420BEBE}" srcId="{D04CA83C-4B84-49AD-B26D-5071A61E184C}" destId="{B572B592-429C-4E16-985B-09F6C5774418}" srcOrd="0" destOrd="0" parTransId="{EC287174-6964-416F-AF61-C01C3DBFC969}" sibTransId="{00D57393-A769-4FD0-A3A1-DD1CFA34BCA0}"/>
    <dgm:cxn modelId="{1811E744-C958-4275-8A9E-51F24962B673}" srcId="{A3F3E29B-A89E-493D-943F-76C7AD429A3B}" destId="{195CD62A-A0EF-4852-A306-33854A15CD91}" srcOrd="2" destOrd="0" parTransId="{F7DAC8CD-B615-4E00-95DC-DBE6BA016CAD}" sibTransId="{EA2CB9EA-4012-4908-B70B-7787784150F3}"/>
    <dgm:cxn modelId="{64876567-E4FA-4712-86B5-B493D20AC381}" type="presOf" srcId="{195CD62A-A0EF-4852-A306-33854A15CD91}" destId="{C7BA7BEB-834A-41D4-A4C0-E7B56875EA05}" srcOrd="0" destOrd="0" presId="urn:microsoft.com/office/officeart/2005/8/layout/hList1"/>
    <dgm:cxn modelId="{33FD5847-D4E7-45B9-812B-226E275D0081}" type="presOf" srcId="{F43DBB25-2F6C-40A5-8836-DC703C0EBBC9}" destId="{DB5BCD02-C4B1-4233-97FA-20D6D6E55632}" srcOrd="0" destOrd="1" presId="urn:microsoft.com/office/officeart/2005/8/layout/hList1"/>
    <dgm:cxn modelId="{7E48E852-EC3A-4ED2-9C99-4914B043298B}" type="presOf" srcId="{02F52AEC-FAB7-4326-B5E5-043A9F74382B}" destId="{CAB49D05-CE3B-4941-B979-59A18D1F5A7F}" srcOrd="0" destOrd="0" presId="urn:microsoft.com/office/officeart/2005/8/layout/hList1"/>
    <dgm:cxn modelId="{9CCF8D54-EF38-4834-82E3-818BCEAEF763}" srcId="{A3F3E29B-A89E-493D-943F-76C7AD429A3B}" destId="{379D7FBB-E833-44D4-B762-43623B862774}" srcOrd="0" destOrd="0" parTransId="{BD09B042-E490-4522-A7CD-405EC4230600}" sibTransId="{DB0F7FCE-BFAA-4CCD-A3F7-644DE236D1B2}"/>
    <dgm:cxn modelId="{55B0D77A-025E-4771-A773-FD8113BF4C21}" type="presOf" srcId="{4F087387-2D3E-4461-B739-6A0C714BD413}" destId="{2B632CFC-B252-44DE-80E6-AE3540797F77}" srcOrd="0" destOrd="0" presId="urn:microsoft.com/office/officeart/2005/8/layout/hList1"/>
    <dgm:cxn modelId="{8AFFBD7B-6A38-4F73-A01F-A16096964FC7}" type="presOf" srcId="{699E7747-4BD2-46C2-8E26-581B23F67408}" destId="{CAB49D05-CE3B-4941-B979-59A18D1F5A7F}" srcOrd="0" destOrd="2" presId="urn:microsoft.com/office/officeart/2005/8/layout/hList1"/>
    <dgm:cxn modelId="{7C13507C-2813-4294-BA95-1B2E1CDF3EF8}" type="presOf" srcId="{41B3F900-9B09-4AD0-8F68-D83DEDFD17B6}" destId="{741472C8-94F3-4ABF-A6DB-C521F1FDB643}" srcOrd="0" destOrd="0" presId="urn:microsoft.com/office/officeart/2005/8/layout/hList1"/>
    <dgm:cxn modelId="{C2D82189-25BB-4DB0-AED9-BC464F130FA5}" type="presOf" srcId="{13F81D10-01D7-40B0-BA7C-5FCE1540D30D}" destId="{CAB49D05-CE3B-4941-B979-59A18D1F5A7F}" srcOrd="0" destOrd="3" presId="urn:microsoft.com/office/officeart/2005/8/layout/hList1"/>
    <dgm:cxn modelId="{9137069F-CDBE-4ACE-A9C1-482727E00D5C}" srcId="{379D7FBB-E833-44D4-B762-43623B862774}" destId="{97ECD07E-B581-4EE8-92B8-A05EA938C5E5}" srcOrd="0" destOrd="0" parTransId="{22019B7E-419A-40E0-9585-A8FA2C7657EE}" sibTransId="{25F9F6A4-BF51-4992-AA09-23EC80E8EA99}"/>
    <dgm:cxn modelId="{C53CE5A0-2327-4284-B79E-E220E6DF5C8B}" type="presOf" srcId="{B572B592-429C-4E16-985B-09F6C5774418}" destId="{B8F72D8D-15EB-41C9-90C5-589C3A0349A2}" srcOrd="0" destOrd="1" presId="urn:microsoft.com/office/officeart/2005/8/layout/hList1"/>
    <dgm:cxn modelId="{321350AE-1C3D-44F5-9707-57D135D1508A}" type="presOf" srcId="{BF8F0CC6-E046-4D90-9A11-BE9F51717AC7}" destId="{CAB49D05-CE3B-4941-B979-59A18D1F5A7F}" srcOrd="0" destOrd="1" presId="urn:microsoft.com/office/officeart/2005/8/layout/hList1"/>
    <dgm:cxn modelId="{F44A5FBC-E5FA-4153-BFBE-516538963A93}" srcId="{A3F3E29B-A89E-493D-943F-76C7AD429A3B}" destId="{41B3F900-9B09-4AD0-8F68-D83DEDFD17B6}" srcOrd="1" destOrd="0" parTransId="{BA6E48B5-A906-4CBC-B8A8-16894F48A9D4}" sibTransId="{72FFA9DA-1C67-4A7A-A5B7-D5FF45A8DFC4}"/>
    <dgm:cxn modelId="{8F4580CB-76DF-4134-92BB-2D566E603174}" type="presOf" srcId="{9295ACC8-CBB7-4EC3-8DBA-FA1FEC946D82}" destId="{DBF54611-6412-4F8E-A9C3-0066E97ED3CE}" srcOrd="0" destOrd="0" presId="urn:microsoft.com/office/officeart/2005/8/layout/hList1"/>
    <dgm:cxn modelId="{938305E0-51FB-4797-9E83-EBD58AEE80DB}" srcId="{BF8F0CC6-E046-4D90-9A11-BE9F51717AC7}" destId="{699E7747-4BD2-46C2-8E26-581B23F67408}" srcOrd="0" destOrd="0" parTransId="{513BE072-3CEA-4BAE-97DB-38771A16F5EF}" sibTransId="{2938FE5D-58A6-4521-9633-E4025FB8BF45}"/>
    <dgm:cxn modelId="{0A844FE4-2D9A-4399-8FD5-25A5BCDB1F8E}" srcId="{9295ACC8-CBB7-4EC3-8DBA-FA1FEC946D82}" destId="{7E2F0B20-1592-4290-A2A8-65C23BFAC882}" srcOrd="0" destOrd="0" parTransId="{44C69B0C-26B7-4F6F-ADEA-9EAF21413CC8}" sibTransId="{5E4299CC-2AFE-4E11-A3C1-F6019EB59D86}"/>
    <dgm:cxn modelId="{EE2D88E9-A5F6-46B1-AEFD-31D41483194A}" srcId="{4F087387-2D3E-4461-B739-6A0C714BD413}" destId="{6415F561-0558-452E-9360-65B86A550ED8}" srcOrd="0" destOrd="0" parTransId="{9EFE582D-7587-46E9-80D8-BF90418ACF8D}" sibTransId="{7543C322-B7FB-462B-98BE-E88A55DF8CB0}"/>
    <dgm:cxn modelId="{FB002EF8-FD09-4207-B96B-FE992D412AAD}" srcId="{A3F3E29B-A89E-493D-943F-76C7AD429A3B}" destId="{9295ACC8-CBB7-4EC3-8DBA-FA1FEC946D82}" srcOrd="3" destOrd="0" parTransId="{27142496-36B1-4AA3-8FA7-A4ADC5A48FAB}" sibTransId="{F02B0405-9D7C-4F79-9B9F-4B872CC8E027}"/>
    <dgm:cxn modelId="{47114AFC-66A9-4B28-96DB-14A980CCD632}" type="presParOf" srcId="{926745AD-2123-435A-A0FD-9739EC852E79}" destId="{3D08367C-7D05-46A0-83BF-9E5AF7537E8F}" srcOrd="0" destOrd="0" presId="urn:microsoft.com/office/officeart/2005/8/layout/hList1"/>
    <dgm:cxn modelId="{10FA228E-95C9-4FBB-B7EF-8B258DFB52C9}" type="presParOf" srcId="{3D08367C-7D05-46A0-83BF-9E5AF7537E8F}" destId="{66E1ACBF-CF77-4EB2-94B9-3622FFA1EB42}" srcOrd="0" destOrd="0" presId="urn:microsoft.com/office/officeart/2005/8/layout/hList1"/>
    <dgm:cxn modelId="{25533FE4-CB83-416A-975C-DCA5D8CA3086}" type="presParOf" srcId="{3D08367C-7D05-46A0-83BF-9E5AF7537E8F}" destId="{DB01EE45-0F15-40B9-A8FD-18263192A6CF}" srcOrd="1" destOrd="0" presId="urn:microsoft.com/office/officeart/2005/8/layout/hList1"/>
    <dgm:cxn modelId="{7896BD22-7578-428E-BB6A-9EAFD9E398D2}" type="presParOf" srcId="{926745AD-2123-435A-A0FD-9739EC852E79}" destId="{DE425805-C256-422D-AE36-2C38719549A9}" srcOrd="1" destOrd="0" presId="urn:microsoft.com/office/officeart/2005/8/layout/hList1"/>
    <dgm:cxn modelId="{DA5409BE-4F49-4E5D-9985-99B20F0590ED}" type="presParOf" srcId="{926745AD-2123-435A-A0FD-9739EC852E79}" destId="{4D88C16A-9133-456A-AFD1-058795EC567D}" srcOrd="2" destOrd="0" presId="urn:microsoft.com/office/officeart/2005/8/layout/hList1"/>
    <dgm:cxn modelId="{B0E03822-493F-4DA2-9D56-F32D13C088F3}" type="presParOf" srcId="{4D88C16A-9133-456A-AFD1-058795EC567D}" destId="{741472C8-94F3-4ABF-A6DB-C521F1FDB643}" srcOrd="0" destOrd="0" presId="urn:microsoft.com/office/officeart/2005/8/layout/hList1"/>
    <dgm:cxn modelId="{8D3D0E3B-01B6-4CB9-AF26-DFD3E08639B4}" type="presParOf" srcId="{4D88C16A-9133-456A-AFD1-058795EC567D}" destId="{CAB49D05-CE3B-4941-B979-59A18D1F5A7F}" srcOrd="1" destOrd="0" presId="urn:microsoft.com/office/officeart/2005/8/layout/hList1"/>
    <dgm:cxn modelId="{55004438-D8F3-4012-B717-5AD90FFF730A}" type="presParOf" srcId="{926745AD-2123-435A-A0FD-9739EC852E79}" destId="{F6978087-D56E-436E-8370-955E0B695EFE}" srcOrd="3" destOrd="0" presId="urn:microsoft.com/office/officeart/2005/8/layout/hList1"/>
    <dgm:cxn modelId="{76532627-D8F6-472D-8DE0-E3CE939289D3}" type="presParOf" srcId="{926745AD-2123-435A-A0FD-9739EC852E79}" destId="{4FE67F09-F41D-4BCE-BFE4-3F296E7AD217}" srcOrd="4" destOrd="0" presId="urn:microsoft.com/office/officeart/2005/8/layout/hList1"/>
    <dgm:cxn modelId="{71A54D77-F0F4-4EB6-AEFC-5B6CA252664D}" type="presParOf" srcId="{4FE67F09-F41D-4BCE-BFE4-3F296E7AD217}" destId="{C7BA7BEB-834A-41D4-A4C0-E7B56875EA05}" srcOrd="0" destOrd="0" presId="urn:microsoft.com/office/officeart/2005/8/layout/hList1"/>
    <dgm:cxn modelId="{2DB9C2A7-7830-4075-B0B0-4BF1F8E99389}" type="presParOf" srcId="{4FE67F09-F41D-4BCE-BFE4-3F296E7AD217}" destId="{B8F72D8D-15EB-41C9-90C5-589C3A0349A2}" srcOrd="1" destOrd="0" presId="urn:microsoft.com/office/officeart/2005/8/layout/hList1"/>
    <dgm:cxn modelId="{ACEEBF12-78AE-48B4-BD0D-D7A7DAD87613}" type="presParOf" srcId="{926745AD-2123-435A-A0FD-9739EC852E79}" destId="{941F1A3F-BA83-4430-8473-35CDDE297B5F}" srcOrd="5" destOrd="0" presId="urn:microsoft.com/office/officeart/2005/8/layout/hList1"/>
    <dgm:cxn modelId="{93BD8292-090A-4D23-B3B5-D5AA22E1DDE3}" type="presParOf" srcId="{926745AD-2123-435A-A0FD-9739EC852E79}" destId="{01919CCA-AC26-4644-ABEF-9BFFAFA9C006}" srcOrd="6" destOrd="0" presId="urn:microsoft.com/office/officeart/2005/8/layout/hList1"/>
    <dgm:cxn modelId="{8265EE95-1C3C-41CE-9A02-7AEDC20A6DDD}" type="presParOf" srcId="{01919CCA-AC26-4644-ABEF-9BFFAFA9C006}" destId="{DBF54611-6412-4F8E-A9C3-0066E97ED3CE}" srcOrd="0" destOrd="0" presId="urn:microsoft.com/office/officeart/2005/8/layout/hList1"/>
    <dgm:cxn modelId="{9A35CF0D-070F-4D2E-8BB5-7226C868DA30}" type="presParOf" srcId="{01919CCA-AC26-4644-ABEF-9BFFAFA9C006}" destId="{66C81634-C06D-4DBE-A6AF-4317E8FD57E9}" srcOrd="1" destOrd="0" presId="urn:microsoft.com/office/officeart/2005/8/layout/hList1"/>
    <dgm:cxn modelId="{05A9AE2E-1437-4CE0-8338-E019E6B55D90}" type="presParOf" srcId="{926745AD-2123-435A-A0FD-9739EC852E79}" destId="{FEABA61A-632D-474F-A026-BD4DFC66CACE}" srcOrd="7" destOrd="0" presId="urn:microsoft.com/office/officeart/2005/8/layout/hList1"/>
    <dgm:cxn modelId="{536968BD-A586-43B4-BD96-804002C2B2E9}" type="presParOf" srcId="{926745AD-2123-435A-A0FD-9739EC852E79}" destId="{1FC1EAB7-194E-4745-8C21-F9236401B5CF}" srcOrd="8" destOrd="0" presId="urn:microsoft.com/office/officeart/2005/8/layout/hList1"/>
    <dgm:cxn modelId="{6EB1C5D2-66F6-4C75-90C2-68BE05B2FF50}" type="presParOf" srcId="{1FC1EAB7-194E-4745-8C21-F9236401B5CF}" destId="{2B632CFC-B252-44DE-80E6-AE3540797F77}" srcOrd="0" destOrd="0" presId="urn:microsoft.com/office/officeart/2005/8/layout/hList1"/>
    <dgm:cxn modelId="{29C8E152-4105-46AC-A213-59FD85A6E1E1}" type="presParOf" srcId="{1FC1EAB7-194E-4745-8C21-F9236401B5CF}" destId="{DB5BCD02-C4B1-4233-97FA-20D6D6E5563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E0AD922-5136-4547-BAAD-5A36C18C1588}" type="doc">
      <dgm:prSet loTypeId="urn:microsoft.com/office/officeart/2005/8/layout/h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B031278-24FF-429D-ADDB-474BB287F866}">
      <dgm:prSet/>
      <dgm:spPr/>
      <dgm:t>
        <a:bodyPr/>
        <a:lstStyle/>
        <a:p>
          <a:r>
            <a:rPr lang="en-US" b="0" i="0" dirty="0">
              <a:latin typeface="Century Gothic" panose="020B0502020202020204"/>
            </a:rPr>
            <a:t>Non-match </a:t>
          </a:r>
          <a:endParaRPr lang="en-US" dirty="0">
            <a:latin typeface="Century Gothic" panose="020B0502020202020204"/>
          </a:endParaRPr>
        </a:p>
      </dgm:t>
    </dgm:pt>
    <dgm:pt modelId="{FA263C85-F2E4-4488-BC40-3CE7EE01800A}" type="parTrans" cxnId="{338A6D05-D9AB-4CA9-9E11-B3EC69E83732}">
      <dgm:prSet/>
      <dgm:spPr/>
      <dgm:t>
        <a:bodyPr/>
        <a:lstStyle/>
        <a:p>
          <a:endParaRPr lang="en-US"/>
        </a:p>
      </dgm:t>
    </dgm:pt>
    <dgm:pt modelId="{E8C933C9-9153-4134-A7D6-228FEF27BBB6}" type="sibTrans" cxnId="{338A6D05-D9AB-4CA9-9E11-B3EC69E83732}">
      <dgm:prSet/>
      <dgm:spPr/>
      <dgm:t>
        <a:bodyPr/>
        <a:lstStyle/>
        <a:p>
          <a:endParaRPr lang="en-US"/>
        </a:p>
      </dgm:t>
    </dgm:pt>
    <dgm:pt modelId="{6DEC1F92-8B01-466F-A5FB-3E25D5846985}">
      <dgm:prSet/>
      <dgm:spPr/>
      <dgm:t>
        <a:bodyPr/>
        <a:lstStyle/>
        <a:p>
          <a:r>
            <a:rPr lang="en-US" b="0" i="0" dirty="0">
              <a:latin typeface="Century Gothic"/>
            </a:rPr>
            <a:t>Potential Match</a:t>
          </a:r>
          <a:endParaRPr lang="en-US" dirty="0">
            <a:latin typeface="Century Gothic"/>
          </a:endParaRPr>
        </a:p>
      </dgm:t>
    </dgm:pt>
    <dgm:pt modelId="{7398CE5F-ED95-4C9D-B168-84EA8BCA2ABD}" type="parTrans" cxnId="{EA1E466B-5B5A-4615-AA10-0F85487407AC}">
      <dgm:prSet/>
      <dgm:spPr/>
      <dgm:t>
        <a:bodyPr/>
        <a:lstStyle/>
        <a:p>
          <a:endParaRPr lang="en-US"/>
        </a:p>
      </dgm:t>
    </dgm:pt>
    <dgm:pt modelId="{879AF385-6EF7-4F10-B043-F07819C32120}" type="sibTrans" cxnId="{EA1E466B-5B5A-4615-AA10-0F85487407AC}">
      <dgm:prSet/>
      <dgm:spPr/>
      <dgm:t>
        <a:bodyPr/>
        <a:lstStyle/>
        <a:p>
          <a:endParaRPr lang="en-US"/>
        </a:p>
      </dgm:t>
    </dgm:pt>
    <dgm:pt modelId="{D4D5BD9B-86CE-4B3F-B65C-E879522CBE6F}">
      <dgm:prSet/>
      <dgm:spPr/>
      <dgm:t>
        <a:bodyPr/>
        <a:lstStyle/>
        <a:p>
          <a:r>
            <a:rPr lang="en-US" b="0" i="0" dirty="0">
              <a:latin typeface="Century Gothic"/>
            </a:rPr>
            <a:t>Match</a:t>
          </a:r>
          <a:endParaRPr lang="en-US" dirty="0">
            <a:latin typeface="Century Gothic"/>
          </a:endParaRPr>
        </a:p>
      </dgm:t>
    </dgm:pt>
    <dgm:pt modelId="{FACA0A52-D839-4A43-90FA-349E81307D21}" type="parTrans" cxnId="{395343DC-EBED-44E2-9390-222230C38ED1}">
      <dgm:prSet/>
      <dgm:spPr/>
      <dgm:t>
        <a:bodyPr/>
        <a:lstStyle/>
        <a:p>
          <a:endParaRPr lang="en-US"/>
        </a:p>
      </dgm:t>
    </dgm:pt>
    <dgm:pt modelId="{8A359D14-74F3-4DB5-A29C-4D775F86D6AD}" type="sibTrans" cxnId="{395343DC-EBED-44E2-9390-222230C38ED1}">
      <dgm:prSet/>
      <dgm:spPr/>
      <dgm:t>
        <a:bodyPr/>
        <a:lstStyle/>
        <a:p>
          <a:endParaRPr lang="en-US"/>
        </a:p>
      </dgm:t>
    </dgm:pt>
    <dgm:pt modelId="{F84B39A9-74D1-4B2D-A41A-0A044609DC35}">
      <dgm:prSet/>
      <dgm:spPr/>
      <dgm:t>
        <a:bodyPr/>
        <a:lstStyle/>
        <a:p>
          <a:r>
            <a:rPr lang="en-US" b="0" i="0" dirty="0">
              <a:latin typeface="Century Gothic"/>
            </a:rPr>
            <a:t>[ 0, 70)</a:t>
          </a:r>
          <a:endParaRPr lang="en-US" dirty="0">
            <a:latin typeface="Century Gothic"/>
          </a:endParaRPr>
        </a:p>
      </dgm:t>
    </dgm:pt>
    <dgm:pt modelId="{0B221F39-7A6D-41B6-B558-EA58FC51C68C}" type="parTrans" cxnId="{BB6EE8BF-6B28-413B-876C-D745EA7FC804}">
      <dgm:prSet/>
      <dgm:spPr/>
    </dgm:pt>
    <dgm:pt modelId="{F9B1FA54-03B4-4D2C-8514-9D1B43BABABA}" type="sibTrans" cxnId="{BB6EE8BF-6B28-413B-876C-D745EA7FC804}">
      <dgm:prSet/>
      <dgm:spPr/>
      <dgm:t>
        <a:bodyPr/>
        <a:lstStyle/>
        <a:p>
          <a:endParaRPr lang="en-US"/>
        </a:p>
      </dgm:t>
    </dgm:pt>
    <dgm:pt modelId="{8E85D8BC-5716-4790-88A3-6AA523CAB3D5}">
      <dgm:prSet/>
      <dgm:spPr/>
      <dgm:t>
        <a:bodyPr/>
        <a:lstStyle/>
        <a:p>
          <a:r>
            <a:rPr lang="en-US" b="0" i="0" dirty="0">
              <a:latin typeface="Century Gothic"/>
            </a:rPr>
            <a:t>[70, 90)</a:t>
          </a:r>
          <a:endParaRPr lang="en-US" dirty="0">
            <a:latin typeface="Century Gothic"/>
          </a:endParaRPr>
        </a:p>
      </dgm:t>
    </dgm:pt>
    <dgm:pt modelId="{4622D969-9B51-4EEA-BDE3-8DA47E4DEF61}" type="parTrans" cxnId="{DB2BD8A5-E52C-4007-A5A9-35D04B0D4FAB}">
      <dgm:prSet/>
      <dgm:spPr/>
    </dgm:pt>
    <dgm:pt modelId="{BDEC3537-2EAC-456E-9734-6B0303C82C12}" type="sibTrans" cxnId="{DB2BD8A5-E52C-4007-A5A9-35D04B0D4FAB}">
      <dgm:prSet/>
      <dgm:spPr/>
      <dgm:t>
        <a:bodyPr/>
        <a:lstStyle/>
        <a:p>
          <a:endParaRPr lang="en-US"/>
        </a:p>
      </dgm:t>
    </dgm:pt>
    <dgm:pt modelId="{7F702008-2DDA-4B5C-B2B7-4E1DEEB38F6D}">
      <dgm:prSet/>
      <dgm:spPr/>
      <dgm:t>
        <a:bodyPr/>
        <a:lstStyle/>
        <a:p>
          <a:r>
            <a:rPr lang="en-US" b="0" i="0" dirty="0">
              <a:latin typeface="Century Gothic"/>
            </a:rPr>
            <a:t>[ 90, 100]</a:t>
          </a:r>
          <a:endParaRPr lang="en-US" dirty="0">
            <a:latin typeface="Century Gothic"/>
          </a:endParaRPr>
        </a:p>
      </dgm:t>
    </dgm:pt>
    <dgm:pt modelId="{FACFAB81-104B-4E7B-9013-C2429193DB8F}" type="parTrans" cxnId="{1FC611B0-2162-4CF4-8685-5A34F6BAE1A4}">
      <dgm:prSet/>
      <dgm:spPr/>
    </dgm:pt>
    <dgm:pt modelId="{CB44AC14-FC38-4CFF-BB1B-9CCABEEA41C6}" type="sibTrans" cxnId="{1FC611B0-2162-4CF4-8685-5A34F6BAE1A4}">
      <dgm:prSet/>
      <dgm:spPr/>
    </dgm:pt>
    <dgm:pt modelId="{F510E5C2-7EE0-47FE-BC70-A58CF1DD14ED}" type="pres">
      <dgm:prSet presAssocID="{1E0AD922-5136-4547-BAAD-5A36C18C1588}" presName="Name0" presStyleCnt="0">
        <dgm:presLayoutVars>
          <dgm:dir/>
          <dgm:animLvl val="lvl"/>
          <dgm:resizeHandles val="exact"/>
        </dgm:presLayoutVars>
      </dgm:prSet>
      <dgm:spPr/>
    </dgm:pt>
    <dgm:pt modelId="{29FE6866-47EA-4712-A402-FE08C8CA2DF7}" type="pres">
      <dgm:prSet presAssocID="{BB031278-24FF-429D-ADDB-474BB287F866}" presName="composite" presStyleCnt="0"/>
      <dgm:spPr/>
    </dgm:pt>
    <dgm:pt modelId="{C08B8A2A-4198-4E63-8C84-DD8797087684}" type="pres">
      <dgm:prSet presAssocID="{BB031278-24FF-429D-ADDB-474BB287F866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9C8415EA-9F97-423D-85D6-1361494AF506}" type="pres">
      <dgm:prSet presAssocID="{BB031278-24FF-429D-ADDB-474BB287F866}" presName="desTx" presStyleLbl="alignAccFollowNode1" presStyleIdx="0" presStyleCnt="3">
        <dgm:presLayoutVars>
          <dgm:bulletEnabled val="1"/>
        </dgm:presLayoutVars>
      </dgm:prSet>
      <dgm:spPr/>
    </dgm:pt>
    <dgm:pt modelId="{2BC0F379-81F3-4FF0-B3D2-82A1479A3094}" type="pres">
      <dgm:prSet presAssocID="{E8C933C9-9153-4134-A7D6-228FEF27BBB6}" presName="space" presStyleCnt="0"/>
      <dgm:spPr/>
    </dgm:pt>
    <dgm:pt modelId="{F73E8241-B0E8-433F-85AA-71A2183DF8E6}" type="pres">
      <dgm:prSet presAssocID="{6DEC1F92-8B01-466F-A5FB-3E25D5846985}" presName="composite" presStyleCnt="0"/>
      <dgm:spPr/>
    </dgm:pt>
    <dgm:pt modelId="{5B6DAA36-6AD9-4290-97AA-8B4D841F7619}" type="pres">
      <dgm:prSet presAssocID="{6DEC1F92-8B01-466F-A5FB-3E25D5846985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49AED09-BD53-4876-9BBC-040D753C6882}" type="pres">
      <dgm:prSet presAssocID="{6DEC1F92-8B01-466F-A5FB-3E25D5846985}" presName="desTx" presStyleLbl="alignAccFollowNode1" presStyleIdx="1" presStyleCnt="3">
        <dgm:presLayoutVars>
          <dgm:bulletEnabled val="1"/>
        </dgm:presLayoutVars>
      </dgm:prSet>
      <dgm:spPr/>
    </dgm:pt>
    <dgm:pt modelId="{5EA3FD78-9247-4B61-B83D-E87FCCB81BD6}" type="pres">
      <dgm:prSet presAssocID="{879AF385-6EF7-4F10-B043-F07819C32120}" presName="space" presStyleCnt="0"/>
      <dgm:spPr/>
    </dgm:pt>
    <dgm:pt modelId="{D319E547-3459-485E-ABCD-9D71B295A4CC}" type="pres">
      <dgm:prSet presAssocID="{D4D5BD9B-86CE-4B3F-B65C-E879522CBE6F}" presName="composite" presStyleCnt="0"/>
      <dgm:spPr/>
    </dgm:pt>
    <dgm:pt modelId="{7AC0FAFC-06CC-4EA6-BFFE-D92CC0A8CE68}" type="pres">
      <dgm:prSet presAssocID="{D4D5BD9B-86CE-4B3F-B65C-E879522CBE6F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0F324DFC-98A1-4870-B3E1-F4078E06D589}" type="pres">
      <dgm:prSet presAssocID="{D4D5BD9B-86CE-4B3F-B65C-E879522CBE6F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338A6D05-D9AB-4CA9-9E11-B3EC69E83732}" srcId="{1E0AD922-5136-4547-BAAD-5A36C18C1588}" destId="{BB031278-24FF-429D-ADDB-474BB287F866}" srcOrd="0" destOrd="0" parTransId="{FA263C85-F2E4-4488-BC40-3CE7EE01800A}" sibTransId="{E8C933C9-9153-4134-A7D6-228FEF27BBB6}"/>
    <dgm:cxn modelId="{E2AB645C-7934-4CE2-A000-B038055BBF54}" type="presOf" srcId="{F84B39A9-74D1-4B2D-A41A-0A044609DC35}" destId="{9C8415EA-9F97-423D-85D6-1361494AF506}" srcOrd="0" destOrd="0" presId="urn:microsoft.com/office/officeart/2005/8/layout/hList1"/>
    <dgm:cxn modelId="{8AF09B60-AEEF-497D-8BBD-599D75D6BE65}" type="presOf" srcId="{8E85D8BC-5716-4790-88A3-6AA523CAB3D5}" destId="{D49AED09-BD53-4876-9BBC-040D753C6882}" srcOrd="0" destOrd="0" presId="urn:microsoft.com/office/officeart/2005/8/layout/hList1"/>
    <dgm:cxn modelId="{86625144-2F1A-4E8E-9C36-88439A407CF7}" type="presOf" srcId="{BB031278-24FF-429D-ADDB-474BB287F866}" destId="{C08B8A2A-4198-4E63-8C84-DD8797087684}" srcOrd="0" destOrd="0" presId="urn:microsoft.com/office/officeart/2005/8/layout/hList1"/>
    <dgm:cxn modelId="{EA1E466B-5B5A-4615-AA10-0F85487407AC}" srcId="{1E0AD922-5136-4547-BAAD-5A36C18C1588}" destId="{6DEC1F92-8B01-466F-A5FB-3E25D5846985}" srcOrd="1" destOrd="0" parTransId="{7398CE5F-ED95-4C9D-B168-84EA8BCA2ABD}" sibTransId="{879AF385-6EF7-4F10-B043-F07819C32120}"/>
    <dgm:cxn modelId="{4DF24677-01BC-4C88-9040-27044FC692E1}" type="presOf" srcId="{6DEC1F92-8B01-466F-A5FB-3E25D5846985}" destId="{5B6DAA36-6AD9-4290-97AA-8B4D841F7619}" srcOrd="0" destOrd="0" presId="urn:microsoft.com/office/officeart/2005/8/layout/hList1"/>
    <dgm:cxn modelId="{F5E4CA7A-4034-49A6-9E11-B39862405D44}" type="presOf" srcId="{1E0AD922-5136-4547-BAAD-5A36C18C1588}" destId="{F510E5C2-7EE0-47FE-BC70-A58CF1DD14ED}" srcOrd="0" destOrd="0" presId="urn:microsoft.com/office/officeart/2005/8/layout/hList1"/>
    <dgm:cxn modelId="{AE099B7E-4A99-4C14-BDDA-644264652852}" type="presOf" srcId="{7F702008-2DDA-4B5C-B2B7-4E1DEEB38F6D}" destId="{0F324DFC-98A1-4870-B3E1-F4078E06D589}" srcOrd="0" destOrd="0" presId="urn:microsoft.com/office/officeart/2005/8/layout/hList1"/>
    <dgm:cxn modelId="{CAB9CC92-9B01-42B3-B091-30228388D5C1}" type="presOf" srcId="{D4D5BD9B-86CE-4B3F-B65C-E879522CBE6F}" destId="{7AC0FAFC-06CC-4EA6-BFFE-D92CC0A8CE68}" srcOrd="0" destOrd="0" presId="urn:microsoft.com/office/officeart/2005/8/layout/hList1"/>
    <dgm:cxn modelId="{DB2BD8A5-E52C-4007-A5A9-35D04B0D4FAB}" srcId="{6DEC1F92-8B01-466F-A5FB-3E25D5846985}" destId="{8E85D8BC-5716-4790-88A3-6AA523CAB3D5}" srcOrd="0" destOrd="0" parTransId="{4622D969-9B51-4EEA-BDE3-8DA47E4DEF61}" sibTransId="{BDEC3537-2EAC-456E-9734-6B0303C82C12}"/>
    <dgm:cxn modelId="{1FC611B0-2162-4CF4-8685-5A34F6BAE1A4}" srcId="{D4D5BD9B-86CE-4B3F-B65C-E879522CBE6F}" destId="{7F702008-2DDA-4B5C-B2B7-4E1DEEB38F6D}" srcOrd="0" destOrd="0" parTransId="{FACFAB81-104B-4E7B-9013-C2429193DB8F}" sibTransId="{CB44AC14-FC38-4CFF-BB1B-9CCABEEA41C6}"/>
    <dgm:cxn modelId="{BB6EE8BF-6B28-413B-876C-D745EA7FC804}" srcId="{BB031278-24FF-429D-ADDB-474BB287F866}" destId="{F84B39A9-74D1-4B2D-A41A-0A044609DC35}" srcOrd="0" destOrd="0" parTransId="{0B221F39-7A6D-41B6-B558-EA58FC51C68C}" sibTransId="{F9B1FA54-03B4-4D2C-8514-9D1B43BABABA}"/>
    <dgm:cxn modelId="{395343DC-EBED-44E2-9390-222230C38ED1}" srcId="{1E0AD922-5136-4547-BAAD-5A36C18C1588}" destId="{D4D5BD9B-86CE-4B3F-B65C-E879522CBE6F}" srcOrd="2" destOrd="0" parTransId="{FACA0A52-D839-4A43-90FA-349E81307D21}" sibTransId="{8A359D14-74F3-4DB5-A29C-4D775F86D6AD}"/>
    <dgm:cxn modelId="{7DA8FB20-9490-40C1-89F5-BA58524CFEAD}" type="presParOf" srcId="{F510E5C2-7EE0-47FE-BC70-A58CF1DD14ED}" destId="{29FE6866-47EA-4712-A402-FE08C8CA2DF7}" srcOrd="0" destOrd="0" presId="urn:microsoft.com/office/officeart/2005/8/layout/hList1"/>
    <dgm:cxn modelId="{EF79B7CB-58E1-4752-BB72-DF2AF7337F16}" type="presParOf" srcId="{29FE6866-47EA-4712-A402-FE08C8CA2DF7}" destId="{C08B8A2A-4198-4E63-8C84-DD8797087684}" srcOrd="0" destOrd="0" presId="urn:microsoft.com/office/officeart/2005/8/layout/hList1"/>
    <dgm:cxn modelId="{46B3A3B6-0D24-4750-82A3-557D1671F2A3}" type="presParOf" srcId="{29FE6866-47EA-4712-A402-FE08C8CA2DF7}" destId="{9C8415EA-9F97-423D-85D6-1361494AF506}" srcOrd="1" destOrd="0" presId="urn:microsoft.com/office/officeart/2005/8/layout/hList1"/>
    <dgm:cxn modelId="{4F3899A5-F0A1-46C5-8644-2153F29BE73B}" type="presParOf" srcId="{F510E5C2-7EE0-47FE-BC70-A58CF1DD14ED}" destId="{2BC0F379-81F3-4FF0-B3D2-82A1479A3094}" srcOrd="1" destOrd="0" presId="urn:microsoft.com/office/officeart/2005/8/layout/hList1"/>
    <dgm:cxn modelId="{A9E34625-97BE-4400-AB84-21E9C1D82987}" type="presParOf" srcId="{F510E5C2-7EE0-47FE-BC70-A58CF1DD14ED}" destId="{F73E8241-B0E8-433F-85AA-71A2183DF8E6}" srcOrd="2" destOrd="0" presId="urn:microsoft.com/office/officeart/2005/8/layout/hList1"/>
    <dgm:cxn modelId="{6AA7A349-34C3-44BC-BCD3-C2FFEA3589E1}" type="presParOf" srcId="{F73E8241-B0E8-433F-85AA-71A2183DF8E6}" destId="{5B6DAA36-6AD9-4290-97AA-8B4D841F7619}" srcOrd="0" destOrd="0" presId="urn:microsoft.com/office/officeart/2005/8/layout/hList1"/>
    <dgm:cxn modelId="{82554451-2F8B-4A18-8EA8-0D2CE7D622C6}" type="presParOf" srcId="{F73E8241-B0E8-433F-85AA-71A2183DF8E6}" destId="{D49AED09-BD53-4876-9BBC-040D753C6882}" srcOrd="1" destOrd="0" presId="urn:microsoft.com/office/officeart/2005/8/layout/hList1"/>
    <dgm:cxn modelId="{79DAE49A-E3A3-42AD-B10F-1A38ABA33D50}" type="presParOf" srcId="{F510E5C2-7EE0-47FE-BC70-A58CF1DD14ED}" destId="{5EA3FD78-9247-4B61-B83D-E87FCCB81BD6}" srcOrd="3" destOrd="0" presId="urn:microsoft.com/office/officeart/2005/8/layout/hList1"/>
    <dgm:cxn modelId="{F99605CD-0403-48EF-9078-4DD44ABBF48E}" type="presParOf" srcId="{F510E5C2-7EE0-47FE-BC70-A58CF1DD14ED}" destId="{D319E547-3459-485E-ABCD-9D71B295A4CC}" srcOrd="4" destOrd="0" presId="urn:microsoft.com/office/officeart/2005/8/layout/hList1"/>
    <dgm:cxn modelId="{3AF6639C-8EE6-4863-BF8A-15D43D18F86C}" type="presParOf" srcId="{D319E547-3459-485E-ABCD-9D71B295A4CC}" destId="{7AC0FAFC-06CC-4EA6-BFFE-D92CC0A8CE68}" srcOrd="0" destOrd="0" presId="urn:microsoft.com/office/officeart/2005/8/layout/hList1"/>
    <dgm:cxn modelId="{270D7F49-9035-4A98-85EE-C2834B5D588C}" type="presParOf" srcId="{D319E547-3459-485E-ABCD-9D71B295A4CC}" destId="{0F324DFC-98A1-4870-B3E1-F4078E06D58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0AB081A-7CA7-4F55-862D-B5483B96FD53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77D0C7A-2CA4-4560-AFCA-1F32D7166038}">
      <dgm:prSet/>
      <dgm:spPr/>
      <dgm:t>
        <a:bodyPr/>
        <a:lstStyle/>
        <a:p>
          <a:r>
            <a:rPr lang="en-US"/>
            <a:t>Count known matches</a:t>
          </a:r>
        </a:p>
      </dgm:t>
    </dgm:pt>
    <dgm:pt modelId="{4009F19B-04B8-4FAC-8795-B6ED2850C237}" type="parTrans" cxnId="{5D36050E-E749-460E-B8F5-A988C0B3F414}">
      <dgm:prSet/>
      <dgm:spPr/>
      <dgm:t>
        <a:bodyPr/>
        <a:lstStyle/>
        <a:p>
          <a:endParaRPr lang="en-US"/>
        </a:p>
      </dgm:t>
    </dgm:pt>
    <dgm:pt modelId="{B177BE57-1474-49EE-BE68-54CF18A49A50}" type="sibTrans" cxnId="{5D36050E-E749-460E-B8F5-A988C0B3F414}">
      <dgm:prSet/>
      <dgm:spPr/>
      <dgm:t>
        <a:bodyPr/>
        <a:lstStyle/>
        <a:p>
          <a:endParaRPr lang="en-US"/>
        </a:p>
      </dgm:t>
    </dgm:pt>
    <dgm:pt modelId="{42069999-5630-42A8-9494-EB7D25465F33}">
      <dgm:prSet/>
      <dgm:spPr/>
      <dgm:t>
        <a:bodyPr/>
        <a:lstStyle/>
        <a:p>
          <a:r>
            <a:rPr lang="en-US"/>
            <a:t>Unique identifier match between records</a:t>
          </a:r>
        </a:p>
      </dgm:t>
    </dgm:pt>
    <dgm:pt modelId="{B4BB4F62-8EE5-4432-AA25-E01D6F1A6537}" type="parTrans" cxnId="{8679DAAC-63DC-48CE-81F6-4E9A677988E1}">
      <dgm:prSet/>
      <dgm:spPr/>
      <dgm:t>
        <a:bodyPr/>
        <a:lstStyle/>
        <a:p>
          <a:endParaRPr lang="en-US"/>
        </a:p>
      </dgm:t>
    </dgm:pt>
    <dgm:pt modelId="{5D16ECBB-69DF-424C-8F3D-5566A3B53A95}" type="sibTrans" cxnId="{8679DAAC-63DC-48CE-81F6-4E9A677988E1}">
      <dgm:prSet/>
      <dgm:spPr/>
      <dgm:t>
        <a:bodyPr/>
        <a:lstStyle/>
        <a:p>
          <a:endParaRPr lang="en-US"/>
        </a:p>
      </dgm:t>
    </dgm:pt>
    <dgm:pt modelId="{179E3568-545D-4909-9843-26DF195D7D76}">
      <dgm:prSet/>
      <dgm:spPr/>
      <dgm:t>
        <a:bodyPr/>
        <a:lstStyle/>
        <a:p>
          <a:r>
            <a:rPr lang="en-US"/>
            <a:t>Count how known matches we identified</a:t>
          </a:r>
        </a:p>
      </dgm:t>
    </dgm:pt>
    <dgm:pt modelId="{3FB6CC21-B30D-4EE0-A66E-D2E8D9BFA3C7}" type="parTrans" cxnId="{CEA89277-8A9B-40C6-A8D8-764E2B3810F1}">
      <dgm:prSet/>
      <dgm:spPr/>
      <dgm:t>
        <a:bodyPr/>
        <a:lstStyle/>
        <a:p>
          <a:endParaRPr lang="en-US"/>
        </a:p>
      </dgm:t>
    </dgm:pt>
    <dgm:pt modelId="{5459EEF9-9E08-4864-B6E2-7A67B16C2B90}" type="sibTrans" cxnId="{CEA89277-8A9B-40C6-A8D8-764E2B3810F1}">
      <dgm:prSet/>
      <dgm:spPr/>
      <dgm:t>
        <a:bodyPr/>
        <a:lstStyle/>
        <a:p>
          <a:endParaRPr lang="en-US"/>
        </a:p>
      </dgm:t>
    </dgm:pt>
    <dgm:pt modelId="{BB9AE77A-5950-4A26-8237-77727EE1170B}">
      <dgm:prSet/>
      <dgm:spPr/>
      <dgm:t>
        <a:bodyPr/>
        <a:lstStyle/>
        <a:p>
          <a:r>
            <a:rPr lang="en-US"/>
            <a:t>If a known match is in our top list</a:t>
          </a:r>
        </a:p>
      </dgm:t>
    </dgm:pt>
    <dgm:pt modelId="{9766B550-D13F-4178-8844-7535C555D015}" type="parTrans" cxnId="{5DD43B5F-D8DE-4FA7-BFF7-78B0A6C0AE41}">
      <dgm:prSet/>
      <dgm:spPr/>
      <dgm:t>
        <a:bodyPr/>
        <a:lstStyle/>
        <a:p>
          <a:endParaRPr lang="en-US"/>
        </a:p>
      </dgm:t>
    </dgm:pt>
    <dgm:pt modelId="{CCBB23D1-963A-4EB3-813A-201D611B6CD9}" type="sibTrans" cxnId="{5DD43B5F-D8DE-4FA7-BFF7-78B0A6C0AE41}">
      <dgm:prSet/>
      <dgm:spPr/>
      <dgm:t>
        <a:bodyPr/>
        <a:lstStyle/>
        <a:p>
          <a:endParaRPr lang="en-US"/>
        </a:p>
      </dgm:t>
    </dgm:pt>
    <dgm:pt modelId="{D5364CD7-A2BE-4FFE-B16E-7AD46AEC67FF}">
      <dgm:prSet/>
      <dgm:spPr/>
      <dgm:t>
        <a:bodyPr/>
        <a:lstStyle/>
        <a:p>
          <a:r>
            <a:rPr lang="en-US"/>
            <a:t>Accuracy score</a:t>
          </a:r>
        </a:p>
      </dgm:t>
    </dgm:pt>
    <dgm:pt modelId="{05DA2631-D2A9-4405-A8B6-EC1C64A07B87}" type="parTrans" cxnId="{E6ACF9E1-DB52-4B1C-B548-C89F6AF805A7}">
      <dgm:prSet/>
      <dgm:spPr/>
      <dgm:t>
        <a:bodyPr/>
        <a:lstStyle/>
        <a:p>
          <a:endParaRPr lang="en-US"/>
        </a:p>
      </dgm:t>
    </dgm:pt>
    <dgm:pt modelId="{79370937-C08A-48B5-B52A-05F6F85EE2D6}" type="sibTrans" cxnId="{E6ACF9E1-DB52-4B1C-B548-C89F6AF805A7}">
      <dgm:prSet/>
      <dgm:spPr/>
      <dgm:t>
        <a:bodyPr/>
        <a:lstStyle/>
        <a:p>
          <a:endParaRPr lang="en-US"/>
        </a:p>
      </dgm:t>
    </dgm:pt>
    <dgm:pt modelId="{75128B72-2437-4206-B6F0-B7C80AFA4C87}">
      <dgm:prSet/>
      <dgm:spPr/>
      <dgm:t>
        <a:bodyPr/>
        <a:lstStyle/>
        <a:p>
          <a:r>
            <a:rPr lang="en-US"/>
            <a:t>Identified matches / Total known matches</a:t>
          </a:r>
        </a:p>
      </dgm:t>
    </dgm:pt>
    <dgm:pt modelId="{9B70C52A-48E2-4883-AC4B-B934E61C2F95}" type="parTrans" cxnId="{E2487334-ACEB-4081-AEA2-5ECC96E58570}">
      <dgm:prSet/>
      <dgm:spPr/>
      <dgm:t>
        <a:bodyPr/>
        <a:lstStyle/>
        <a:p>
          <a:endParaRPr lang="en-US"/>
        </a:p>
      </dgm:t>
    </dgm:pt>
    <dgm:pt modelId="{7AF16B6C-539D-4281-86B6-32BDF8896C77}" type="sibTrans" cxnId="{E2487334-ACEB-4081-AEA2-5ECC96E58570}">
      <dgm:prSet/>
      <dgm:spPr/>
      <dgm:t>
        <a:bodyPr/>
        <a:lstStyle/>
        <a:p>
          <a:endParaRPr lang="en-US"/>
        </a:p>
      </dgm:t>
    </dgm:pt>
    <dgm:pt modelId="{9569F67E-630C-4C73-AF11-3189901E4AD8}">
      <dgm:prSet/>
      <dgm:spPr/>
      <dgm:t>
        <a:bodyPr/>
        <a:lstStyle/>
        <a:p>
          <a:r>
            <a:rPr lang="en-US"/>
            <a:t>Manual review</a:t>
          </a:r>
        </a:p>
      </dgm:t>
    </dgm:pt>
    <dgm:pt modelId="{FDA148A2-CD57-427C-A5CF-B0A2603C91D4}" type="parTrans" cxnId="{E1BC407A-E983-4EBE-9480-F58BEFAF9EA1}">
      <dgm:prSet/>
      <dgm:spPr/>
      <dgm:t>
        <a:bodyPr/>
        <a:lstStyle/>
        <a:p>
          <a:endParaRPr lang="en-US"/>
        </a:p>
      </dgm:t>
    </dgm:pt>
    <dgm:pt modelId="{CF9CDF47-9F99-4B82-8EE4-CE6CB8307942}" type="sibTrans" cxnId="{E1BC407A-E983-4EBE-9480-F58BEFAF9EA1}">
      <dgm:prSet/>
      <dgm:spPr/>
      <dgm:t>
        <a:bodyPr/>
        <a:lstStyle/>
        <a:p>
          <a:endParaRPr lang="en-US"/>
        </a:p>
      </dgm:t>
    </dgm:pt>
    <dgm:pt modelId="{108B12A3-166F-4BBB-91A9-576FFFACF0AE}">
      <dgm:prSet/>
      <dgm:spPr/>
      <dgm:t>
        <a:bodyPr/>
        <a:lstStyle/>
        <a:p>
          <a:r>
            <a:rPr lang="en-US"/>
            <a:t>To ensure matches make sense</a:t>
          </a:r>
        </a:p>
      </dgm:t>
    </dgm:pt>
    <dgm:pt modelId="{AF470897-B51A-45F8-BD6E-333A975A2386}" type="parTrans" cxnId="{42D8A566-C402-4643-8F26-91D05ECA2744}">
      <dgm:prSet/>
      <dgm:spPr/>
      <dgm:t>
        <a:bodyPr/>
        <a:lstStyle/>
        <a:p>
          <a:endParaRPr lang="en-US"/>
        </a:p>
      </dgm:t>
    </dgm:pt>
    <dgm:pt modelId="{0431F751-0215-49B1-A209-103CFFA7F687}" type="sibTrans" cxnId="{42D8A566-C402-4643-8F26-91D05ECA2744}">
      <dgm:prSet/>
      <dgm:spPr/>
      <dgm:t>
        <a:bodyPr/>
        <a:lstStyle/>
        <a:p>
          <a:endParaRPr lang="en-US"/>
        </a:p>
      </dgm:t>
    </dgm:pt>
    <dgm:pt modelId="{92F1FB80-6454-4F59-AB2F-FA60B6299934}" type="pres">
      <dgm:prSet presAssocID="{50AB081A-7CA7-4F55-862D-B5483B96FD53}" presName="Name0" presStyleCnt="0">
        <dgm:presLayoutVars>
          <dgm:dir/>
          <dgm:animLvl val="lvl"/>
          <dgm:resizeHandles val="exact"/>
        </dgm:presLayoutVars>
      </dgm:prSet>
      <dgm:spPr/>
    </dgm:pt>
    <dgm:pt modelId="{C0C6F265-B1BD-4491-A79B-777C55BCA6BE}" type="pres">
      <dgm:prSet presAssocID="{577D0C7A-2CA4-4560-AFCA-1F32D7166038}" presName="linNode" presStyleCnt="0"/>
      <dgm:spPr/>
    </dgm:pt>
    <dgm:pt modelId="{A91254AD-F405-4B3F-BCD3-3CE06633B6D5}" type="pres">
      <dgm:prSet presAssocID="{577D0C7A-2CA4-4560-AFCA-1F32D7166038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44D25665-7172-4967-8403-C1D1F690DF17}" type="pres">
      <dgm:prSet presAssocID="{577D0C7A-2CA4-4560-AFCA-1F32D7166038}" presName="descendantText" presStyleLbl="alignAccFollowNode1" presStyleIdx="0" presStyleCnt="4">
        <dgm:presLayoutVars>
          <dgm:bulletEnabled val="1"/>
        </dgm:presLayoutVars>
      </dgm:prSet>
      <dgm:spPr/>
    </dgm:pt>
    <dgm:pt modelId="{5D413C61-C098-4EDB-972B-61B787BAF38F}" type="pres">
      <dgm:prSet presAssocID="{B177BE57-1474-49EE-BE68-54CF18A49A50}" presName="sp" presStyleCnt="0"/>
      <dgm:spPr/>
    </dgm:pt>
    <dgm:pt modelId="{B6244746-03B3-4481-AC4F-4495A9C2B351}" type="pres">
      <dgm:prSet presAssocID="{179E3568-545D-4909-9843-26DF195D7D76}" presName="linNode" presStyleCnt="0"/>
      <dgm:spPr/>
    </dgm:pt>
    <dgm:pt modelId="{12E32F0A-5744-4109-BDDD-75E38CF90A72}" type="pres">
      <dgm:prSet presAssocID="{179E3568-545D-4909-9843-26DF195D7D76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A704DB6B-0B7F-4E21-BBE8-A68CEFBAB172}" type="pres">
      <dgm:prSet presAssocID="{179E3568-545D-4909-9843-26DF195D7D76}" presName="descendantText" presStyleLbl="alignAccFollowNode1" presStyleIdx="1" presStyleCnt="4">
        <dgm:presLayoutVars>
          <dgm:bulletEnabled val="1"/>
        </dgm:presLayoutVars>
      </dgm:prSet>
      <dgm:spPr/>
    </dgm:pt>
    <dgm:pt modelId="{95D85DAA-713D-4FA4-98E3-AD6AF40D9BA0}" type="pres">
      <dgm:prSet presAssocID="{5459EEF9-9E08-4864-B6E2-7A67B16C2B90}" presName="sp" presStyleCnt="0"/>
      <dgm:spPr/>
    </dgm:pt>
    <dgm:pt modelId="{53C1C6EE-5CFD-49B8-8AF1-F5A59C7248E4}" type="pres">
      <dgm:prSet presAssocID="{D5364CD7-A2BE-4FFE-B16E-7AD46AEC67FF}" presName="linNode" presStyleCnt="0"/>
      <dgm:spPr/>
    </dgm:pt>
    <dgm:pt modelId="{036C813C-8BB0-4D5F-B745-64D6A9A0F8D3}" type="pres">
      <dgm:prSet presAssocID="{D5364CD7-A2BE-4FFE-B16E-7AD46AEC67FF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97101DB0-F1F4-4313-B9F7-D8FFEDA2522A}" type="pres">
      <dgm:prSet presAssocID="{D5364CD7-A2BE-4FFE-B16E-7AD46AEC67FF}" presName="descendantText" presStyleLbl="alignAccFollowNode1" presStyleIdx="2" presStyleCnt="4">
        <dgm:presLayoutVars>
          <dgm:bulletEnabled val="1"/>
        </dgm:presLayoutVars>
      </dgm:prSet>
      <dgm:spPr/>
    </dgm:pt>
    <dgm:pt modelId="{DF154389-5723-4471-B114-EF4E4C22110F}" type="pres">
      <dgm:prSet presAssocID="{79370937-C08A-48B5-B52A-05F6F85EE2D6}" presName="sp" presStyleCnt="0"/>
      <dgm:spPr/>
    </dgm:pt>
    <dgm:pt modelId="{78D9AD6A-D736-463D-AE2B-28EC7594A506}" type="pres">
      <dgm:prSet presAssocID="{9569F67E-630C-4C73-AF11-3189901E4AD8}" presName="linNode" presStyleCnt="0"/>
      <dgm:spPr/>
    </dgm:pt>
    <dgm:pt modelId="{F7A1FEFD-C75F-4BCD-A03B-14CC2242D8FF}" type="pres">
      <dgm:prSet presAssocID="{9569F67E-630C-4C73-AF11-3189901E4AD8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EF071A64-3702-4678-BD02-B206B9D8951C}" type="pres">
      <dgm:prSet presAssocID="{9569F67E-630C-4C73-AF11-3189901E4AD8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90324909-AF06-4FA2-89EC-4DCC16F18370}" type="presOf" srcId="{179E3568-545D-4909-9843-26DF195D7D76}" destId="{12E32F0A-5744-4109-BDDD-75E38CF90A72}" srcOrd="0" destOrd="0" presId="urn:microsoft.com/office/officeart/2005/8/layout/vList5"/>
    <dgm:cxn modelId="{5D36050E-E749-460E-B8F5-A988C0B3F414}" srcId="{50AB081A-7CA7-4F55-862D-B5483B96FD53}" destId="{577D0C7A-2CA4-4560-AFCA-1F32D7166038}" srcOrd="0" destOrd="0" parTransId="{4009F19B-04B8-4FAC-8795-B6ED2850C237}" sibTransId="{B177BE57-1474-49EE-BE68-54CF18A49A50}"/>
    <dgm:cxn modelId="{E2487334-ACEB-4081-AEA2-5ECC96E58570}" srcId="{D5364CD7-A2BE-4FFE-B16E-7AD46AEC67FF}" destId="{75128B72-2437-4206-B6F0-B7C80AFA4C87}" srcOrd="0" destOrd="0" parTransId="{9B70C52A-48E2-4883-AC4B-B934E61C2F95}" sibTransId="{7AF16B6C-539D-4281-86B6-32BDF8896C77}"/>
    <dgm:cxn modelId="{5DD43B5F-D8DE-4FA7-BFF7-78B0A6C0AE41}" srcId="{179E3568-545D-4909-9843-26DF195D7D76}" destId="{BB9AE77A-5950-4A26-8237-77727EE1170B}" srcOrd="0" destOrd="0" parTransId="{9766B550-D13F-4178-8844-7535C555D015}" sibTransId="{CCBB23D1-963A-4EB3-813A-201D611B6CD9}"/>
    <dgm:cxn modelId="{42D8A566-C402-4643-8F26-91D05ECA2744}" srcId="{9569F67E-630C-4C73-AF11-3189901E4AD8}" destId="{108B12A3-166F-4BBB-91A9-576FFFACF0AE}" srcOrd="0" destOrd="0" parTransId="{AF470897-B51A-45F8-BD6E-333A975A2386}" sibTransId="{0431F751-0215-49B1-A209-103CFFA7F687}"/>
    <dgm:cxn modelId="{CEA89277-8A9B-40C6-A8D8-764E2B3810F1}" srcId="{50AB081A-7CA7-4F55-862D-B5483B96FD53}" destId="{179E3568-545D-4909-9843-26DF195D7D76}" srcOrd="1" destOrd="0" parTransId="{3FB6CC21-B30D-4EE0-A66E-D2E8D9BFA3C7}" sibTransId="{5459EEF9-9E08-4864-B6E2-7A67B16C2B90}"/>
    <dgm:cxn modelId="{E1BC407A-E983-4EBE-9480-F58BEFAF9EA1}" srcId="{50AB081A-7CA7-4F55-862D-B5483B96FD53}" destId="{9569F67E-630C-4C73-AF11-3189901E4AD8}" srcOrd="3" destOrd="0" parTransId="{FDA148A2-CD57-427C-A5CF-B0A2603C91D4}" sibTransId="{CF9CDF47-9F99-4B82-8EE4-CE6CB8307942}"/>
    <dgm:cxn modelId="{C5777C8F-03AC-48B9-8E1A-1C543D1E03F8}" type="presOf" srcId="{108B12A3-166F-4BBB-91A9-576FFFACF0AE}" destId="{EF071A64-3702-4678-BD02-B206B9D8951C}" srcOrd="0" destOrd="0" presId="urn:microsoft.com/office/officeart/2005/8/layout/vList5"/>
    <dgm:cxn modelId="{D9821895-27A8-4606-A1CC-79ACA3576C82}" type="presOf" srcId="{75128B72-2437-4206-B6F0-B7C80AFA4C87}" destId="{97101DB0-F1F4-4313-B9F7-D8FFEDA2522A}" srcOrd="0" destOrd="0" presId="urn:microsoft.com/office/officeart/2005/8/layout/vList5"/>
    <dgm:cxn modelId="{BA6DCD96-9C3B-4724-AD67-CEFA2E3BFA4A}" type="presOf" srcId="{BB9AE77A-5950-4A26-8237-77727EE1170B}" destId="{A704DB6B-0B7F-4E21-BBE8-A68CEFBAB172}" srcOrd="0" destOrd="0" presId="urn:microsoft.com/office/officeart/2005/8/layout/vList5"/>
    <dgm:cxn modelId="{BA19FEA6-7BD5-4FD4-992D-2245392491E6}" type="presOf" srcId="{D5364CD7-A2BE-4FFE-B16E-7AD46AEC67FF}" destId="{036C813C-8BB0-4D5F-B745-64D6A9A0F8D3}" srcOrd="0" destOrd="0" presId="urn:microsoft.com/office/officeart/2005/8/layout/vList5"/>
    <dgm:cxn modelId="{8679DAAC-63DC-48CE-81F6-4E9A677988E1}" srcId="{577D0C7A-2CA4-4560-AFCA-1F32D7166038}" destId="{42069999-5630-42A8-9494-EB7D25465F33}" srcOrd="0" destOrd="0" parTransId="{B4BB4F62-8EE5-4432-AA25-E01D6F1A6537}" sibTransId="{5D16ECBB-69DF-424C-8F3D-5566A3B53A95}"/>
    <dgm:cxn modelId="{93F46CB4-8F11-4CEA-AFBF-DC58D3126491}" type="presOf" srcId="{577D0C7A-2CA4-4560-AFCA-1F32D7166038}" destId="{A91254AD-F405-4B3F-BCD3-3CE06633B6D5}" srcOrd="0" destOrd="0" presId="urn:microsoft.com/office/officeart/2005/8/layout/vList5"/>
    <dgm:cxn modelId="{F0D8EAC3-1490-4706-A85F-AC265A9C68AD}" type="presOf" srcId="{50AB081A-7CA7-4F55-862D-B5483B96FD53}" destId="{92F1FB80-6454-4F59-AB2F-FA60B6299934}" srcOrd="0" destOrd="0" presId="urn:microsoft.com/office/officeart/2005/8/layout/vList5"/>
    <dgm:cxn modelId="{A17C8AE1-8A46-4BAD-B958-631E631A7D36}" type="presOf" srcId="{9569F67E-630C-4C73-AF11-3189901E4AD8}" destId="{F7A1FEFD-C75F-4BCD-A03B-14CC2242D8FF}" srcOrd="0" destOrd="0" presId="urn:microsoft.com/office/officeart/2005/8/layout/vList5"/>
    <dgm:cxn modelId="{E6ACF9E1-DB52-4B1C-B548-C89F6AF805A7}" srcId="{50AB081A-7CA7-4F55-862D-B5483B96FD53}" destId="{D5364CD7-A2BE-4FFE-B16E-7AD46AEC67FF}" srcOrd="2" destOrd="0" parTransId="{05DA2631-D2A9-4405-A8B6-EC1C64A07B87}" sibTransId="{79370937-C08A-48B5-B52A-05F6F85EE2D6}"/>
    <dgm:cxn modelId="{1AE0ACF2-9DB8-4039-8D64-460DA697179A}" type="presOf" srcId="{42069999-5630-42A8-9494-EB7D25465F33}" destId="{44D25665-7172-4967-8403-C1D1F690DF17}" srcOrd="0" destOrd="0" presId="urn:microsoft.com/office/officeart/2005/8/layout/vList5"/>
    <dgm:cxn modelId="{C3D1268A-14D0-4117-8C12-48249503F25B}" type="presParOf" srcId="{92F1FB80-6454-4F59-AB2F-FA60B6299934}" destId="{C0C6F265-B1BD-4491-A79B-777C55BCA6BE}" srcOrd="0" destOrd="0" presId="urn:microsoft.com/office/officeart/2005/8/layout/vList5"/>
    <dgm:cxn modelId="{B59D9911-1D4D-43AB-93E1-E97590CB79CA}" type="presParOf" srcId="{C0C6F265-B1BD-4491-A79B-777C55BCA6BE}" destId="{A91254AD-F405-4B3F-BCD3-3CE06633B6D5}" srcOrd="0" destOrd="0" presId="urn:microsoft.com/office/officeart/2005/8/layout/vList5"/>
    <dgm:cxn modelId="{BF700CBE-84E5-449A-88D0-ED9FF5D939CD}" type="presParOf" srcId="{C0C6F265-B1BD-4491-A79B-777C55BCA6BE}" destId="{44D25665-7172-4967-8403-C1D1F690DF17}" srcOrd="1" destOrd="0" presId="urn:microsoft.com/office/officeart/2005/8/layout/vList5"/>
    <dgm:cxn modelId="{AE600B0F-7C6E-4AA8-9141-AA4BF5F6EC74}" type="presParOf" srcId="{92F1FB80-6454-4F59-AB2F-FA60B6299934}" destId="{5D413C61-C098-4EDB-972B-61B787BAF38F}" srcOrd="1" destOrd="0" presId="urn:microsoft.com/office/officeart/2005/8/layout/vList5"/>
    <dgm:cxn modelId="{A3E03212-9467-4208-8A9B-B8907855D8AF}" type="presParOf" srcId="{92F1FB80-6454-4F59-AB2F-FA60B6299934}" destId="{B6244746-03B3-4481-AC4F-4495A9C2B351}" srcOrd="2" destOrd="0" presId="urn:microsoft.com/office/officeart/2005/8/layout/vList5"/>
    <dgm:cxn modelId="{89918035-F08A-4722-AA8D-C8A3FFC3EF35}" type="presParOf" srcId="{B6244746-03B3-4481-AC4F-4495A9C2B351}" destId="{12E32F0A-5744-4109-BDDD-75E38CF90A72}" srcOrd="0" destOrd="0" presId="urn:microsoft.com/office/officeart/2005/8/layout/vList5"/>
    <dgm:cxn modelId="{C90D5857-610E-4647-8338-81A7075BB2B7}" type="presParOf" srcId="{B6244746-03B3-4481-AC4F-4495A9C2B351}" destId="{A704DB6B-0B7F-4E21-BBE8-A68CEFBAB172}" srcOrd="1" destOrd="0" presId="urn:microsoft.com/office/officeart/2005/8/layout/vList5"/>
    <dgm:cxn modelId="{B7024D9C-9B45-4414-94E5-413B4BEFDA6A}" type="presParOf" srcId="{92F1FB80-6454-4F59-AB2F-FA60B6299934}" destId="{95D85DAA-713D-4FA4-98E3-AD6AF40D9BA0}" srcOrd="3" destOrd="0" presId="urn:microsoft.com/office/officeart/2005/8/layout/vList5"/>
    <dgm:cxn modelId="{CE4290BE-FFAF-4C49-BD72-0517242050A2}" type="presParOf" srcId="{92F1FB80-6454-4F59-AB2F-FA60B6299934}" destId="{53C1C6EE-5CFD-49B8-8AF1-F5A59C7248E4}" srcOrd="4" destOrd="0" presId="urn:microsoft.com/office/officeart/2005/8/layout/vList5"/>
    <dgm:cxn modelId="{A407C209-70D3-4F39-A8C7-61462C092708}" type="presParOf" srcId="{53C1C6EE-5CFD-49B8-8AF1-F5A59C7248E4}" destId="{036C813C-8BB0-4D5F-B745-64D6A9A0F8D3}" srcOrd="0" destOrd="0" presId="urn:microsoft.com/office/officeart/2005/8/layout/vList5"/>
    <dgm:cxn modelId="{AF885683-F8A8-47E3-8251-09078B39490E}" type="presParOf" srcId="{53C1C6EE-5CFD-49B8-8AF1-F5A59C7248E4}" destId="{97101DB0-F1F4-4313-B9F7-D8FFEDA2522A}" srcOrd="1" destOrd="0" presId="urn:microsoft.com/office/officeart/2005/8/layout/vList5"/>
    <dgm:cxn modelId="{D3C86BA4-2F6D-47A9-ABF5-E19ECADB39DA}" type="presParOf" srcId="{92F1FB80-6454-4F59-AB2F-FA60B6299934}" destId="{DF154389-5723-4471-B114-EF4E4C22110F}" srcOrd="5" destOrd="0" presId="urn:microsoft.com/office/officeart/2005/8/layout/vList5"/>
    <dgm:cxn modelId="{305CEBC7-D294-4F56-851C-6D7B5A9A1D3F}" type="presParOf" srcId="{92F1FB80-6454-4F59-AB2F-FA60B6299934}" destId="{78D9AD6A-D736-463D-AE2B-28EC7594A506}" srcOrd="6" destOrd="0" presId="urn:microsoft.com/office/officeart/2005/8/layout/vList5"/>
    <dgm:cxn modelId="{F55F0C39-600E-45FC-8BA4-BDD48619AA9E}" type="presParOf" srcId="{78D9AD6A-D736-463D-AE2B-28EC7594A506}" destId="{F7A1FEFD-C75F-4BCD-A03B-14CC2242D8FF}" srcOrd="0" destOrd="0" presId="urn:microsoft.com/office/officeart/2005/8/layout/vList5"/>
    <dgm:cxn modelId="{BFAA2DAC-6B83-4913-BC27-F0F29AF917C3}" type="presParOf" srcId="{78D9AD6A-D736-463D-AE2B-28EC7594A506}" destId="{EF071A64-3702-4678-BD02-B206B9D8951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0099A4B-59CB-48ED-B9DA-7967CF45EEF6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BFED9C4-B89D-4F47-A17B-B219CA538ED0}">
      <dgm:prSet/>
      <dgm:spPr/>
      <dgm:t>
        <a:bodyPr/>
        <a:lstStyle/>
        <a:p>
          <a:r>
            <a:rPr lang="en-US"/>
            <a:t>Project management tool</a:t>
          </a:r>
        </a:p>
      </dgm:t>
    </dgm:pt>
    <dgm:pt modelId="{4CA5CA7E-4E71-4AA0-BF70-47CFFAB5A740}" type="parTrans" cxnId="{47BEFF6C-E095-4BF0-A6F1-9CFD79B17915}">
      <dgm:prSet/>
      <dgm:spPr/>
      <dgm:t>
        <a:bodyPr/>
        <a:lstStyle/>
        <a:p>
          <a:endParaRPr lang="en-US"/>
        </a:p>
      </dgm:t>
    </dgm:pt>
    <dgm:pt modelId="{56594308-396C-47C6-81D4-183EDD96222B}" type="sibTrans" cxnId="{47BEFF6C-E095-4BF0-A6F1-9CFD79B17915}">
      <dgm:prSet phldrT="01" phldr="0"/>
      <dgm:spPr/>
    </dgm:pt>
    <dgm:pt modelId="{1574D6F3-0DCB-4C43-8934-5FECA806523F}">
      <dgm:prSet/>
      <dgm:spPr/>
      <dgm:t>
        <a:bodyPr/>
        <a:lstStyle/>
        <a:p>
          <a:r>
            <a:rPr lang="en-US"/>
            <a:t>Build automation tool primarily for Java projects</a:t>
          </a:r>
        </a:p>
      </dgm:t>
    </dgm:pt>
    <dgm:pt modelId="{9EA66CAD-E27D-4FD9-884A-FC7D9253C94A}" type="parTrans" cxnId="{984619C6-85F9-4A08-A3C9-532CF411B26B}">
      <dgm:prSet/>
      <dgm:spPr/>
      <dgm:t>
        <a:bodyPr/>
        <a:lstStyle/>
        <a:p>
          <a:endParaRPr lang="en-US"/>
        </a:p>
      </dgm:t>
    </dgm:pt>
    <dgm:pt modelId="{2F914707-E975-4BB1-AD19-BC2BBE86FE60}" type="sibTrans" cxnId="{984619C6-85F9-4A08-A3C9-532CF411B26B}">
      <dgm:prSet phldrT="02" phldr="0"/>
      <dgm:spPr/>
    </dgm:pt>
    <dgm:pt modelId="{31A76EE5-32D9-461C-B583-DD58FCB35CE5}">
      <dgm:prSet/>
      <dgm:spPr/>
      <dgm:t>
        <a:bodyPr/>
        <a:lstStyle/>
        <a:p>
          <a:r>
            <a:rPr lang="en-US"/>
            <a:t>Small core expandable with plugins</a:t>
          </a:r>
        </a:p>
      </dgm:t>
    </dgm:pt>
    <dgm:pt modelId="{A0FDD543-BC5A-47D2-8BF6-01EF8C7CE7B8}" type="parTrans" cxnId="{3F3BB6C8-7204-460A-8AB2-85675618C580}">
      <dgm:prSet/>
      <dgm:spPr/>
      <dgm:t>
        <a:bodyPr/>
        <a:lstStyle/>
        <a:p>
          <a:endParaRPr lang="en-US"/>
        </a:p>
      </dgm:t>
    </dgm:pt>
    <dgm:pt modelId="{274E1A82-1722-4603-B723-546497EE21F6}" type="sibTrans" cxnId="{3F3BB6C8-7204-460A-8AB2-85675618C580}">
      <dgm:prSet phldrT="03" phldr="0"/>
      <dgm:spPr/>
    </dgm:pt>
    <dgm:pt modelId="{93C74CE1-EA7E-417F-9947-7110BD20FED0}">
      <dgm:prSet/>
      <dgm:spPr/>
      <dgm:t>
        <a:bodyPr/>
        <a:lstStyle/>
        <a:p>
          <a:r>
            <a:rPr lang="en-US"/>
            <a:t>Project Object Model (POM)</a:t>
          </a:r>
        </a:p>
      </dgm:t>
    </dgm:pt>
    <dgm:pt modelId="{705B4930-3A07-4730-A055-2CA0F074367C}" type="parTrans" cxnId="{0A28D6AE-AE94-41A7-A3A8-01CD20FB5F2F}">
      <dgm:prSet/>
      <dgm:spPr/>
      <dgm:t>
        <a:bodyPr/>
        <a:lstStyle/>
        <a:p>
          <a:endParaRPr lang="en-US"/>
        </a:p>
      </dgm:t>
    </dgm:pt>
    <dgm:pt modelId="{CE419272-2F7D-4BB3-AC2A-9B9DA261A664}" type="sibTrans" cxnId="{0A28D6AE-AE94-41A7-A3A8-01CD20FB5F2F}">
      <dgm:prSet phldrT="04" phldr="0"/>
      <dgm:spPr/>
    </dgm:pt>
    <dgm:pt modelId="{C6EDF9E0-9B82-4C0B-A21D-732D544ACA4E}">
      <dgm:prSet/>
      <dgm:spPr/>
      <dgm:t>
        <a:bodyPr/>
        <a:lstStyle/>
        <a:p>
          <a:r>
            <a:rPr lang="en-US"/>
            <a:t>Dependency management</a:t>
          </a:r>
        </a:p>
      </dgm:t>
    </dgm:pt>
    <dgm:pt modelId="{1F250394-DE8C-495A-AC43-9DBC32DE4497}" type="parTrans" cxnId="{A710496B-9F84-4115-872F-585FEC7B61CA}">
      <dgm:prSet/>
      <dgm:spPr/>
      <dgm:t>
        <a:bodyPr/>
        <a:lstStyle/>
        <a:p>
          <a:endParaRPr lang="en-US"/>
        </a:p>
      </dgm:t>
    </dgm:pt>
    <dgm:pt modelId="{C0C31DEC-F9B6-4D8E-B624-6F92B0B2E3C7}" type="sibTrans" cxnId="{A710496B-9F84-4115-872F-585FEC7B61CA}">
      <dgm:prSet phldrT="05" phldr="0"/>
      <dgm:spPr/>
    </dgm:pt>
    <dgm:pt modelId="{D4E46791-5D08-4CF1-B133-4F354633B800}" type="pres">
      <dgm:prSet presAssocID="{60099A4B-59CB-48ED-B9DA-7967CF45EEF6}" presName="diagram" presStyleCnt="0">
        <dgm:presLayoutVars>
          <dgm:dir/>
          <dgm:resizeHandles val="exact"/>
        </dgm:presLayoutVars>
      </dgm:prSet>
      <dgm:spPr/>
    </dgm:pt>
    <dgm:pt modelId="{FCAFB1BF-06A4-4499-8B2F-3591C2A782D4}" type="pres">
      <dgm:prSet presAssocID="{7BFED9C4-B89D-4F47-A17B-B219CA538ED0}" presName="node" presStyleLbl="node1" presStyleIdx="0" presStyleCnt="5">
        <dgm:presLayoutVars>
          <dgm:bulletEnabled val="1"/>
        </dgm:presLayoutVars>
      </dgm:prSet>
      <dgm:spPr/>
    </dgm:pt>
    <dgm:pt modelId="{4D77BA9B-5173-46B5-9DD0-0193C9ABF368}" type="pres">
      <dgm:prSet presAssocID="{56594308-396C-47C6-81D4-183EDD96222B}" presName="sibTrans" presStyleCnt="0"/>
      <dgm:spPr/>
    </dgm:pt>
    <dgm:pt modelId="{2E2FD602-6992-490D-8424-29A694C2BCA3}" type="pres">
      <dgm:prSet presAssocID="{1574D6F3-0DCB-4C43-8934-5FECA806523F}" presName="node" presStyleLbl="node1" presStyleIdx="1" presStyleCnt="5">
        <dgm:presLayoutVars>
          <dgm:bulletEnabled val="1"/>
        </dgm:presLayoutVars>
      </dgm:prSet>
      <dgm:spPr/>
    </dgm:pt>
    <dgm:pt modelId="{7F590B32-A336-4335-AF69-74BB2F8686C0}" type="pres">
      <dgm:prSet presAssocID="{2F914707-E975-4BB1-AD19-BC2BBE86FE60}" presName="sibTrans" presStyleCnt="0"/>
      <dgm:spPr/>
    </dgm:pt>
    <dgm:pt modelId="{B64C096F-9544-49B5-8B76-40DCCF61827C}" type="pres">
      <dgm:prSet presAssocID="{31A76EE5-32D9-461C-B583-DD58FCB35CE5}" presName="node" presStyleLbl="node1" presStyleIdx="2" presStyleCnt="5">
        <dgm:presLayoutVars>
          <dgm:bulletEnabled val="1"/>
        </dgm:presLayoutVars>
      </dgm:prSet>
      <dgm:spPr/>
    </dgm:pt>
    <dgm:pt modelId="{55D3005A-E153-4E3C-AFC6-F32EB49CF61B}" type="pres">
      <dgm:prSet presAssocID="{274E1A82-1722-4603-B723-546497EE21F6}" presName="sibTrans" presStyleCnt="0"/>
      <dgm:spPr/>
    </dgm:pt>
    <dgm:pt modelId="{D8345103-B4CF-4779-87EE-30C5059B18E2}" type="pres">
      <dgm:prSet presAssocID="{93C74CE1-EA7E-417F-9947-7110BD20FED0}" presName="node" presStyleLbl="node1" presStyleIdx="3" presStyleCnt="5">
        <dgm:presLayoutVars>
          <dgm:bulletEnabled val="1"/>
        </dgm:presLayoutVars>
      </dgm:prSet>
      <dgm:spPr/>
    </dgm:pt>
    <dgm:pt modelId="{AACB28EE-CC86-47EE-B97E-3CAAA3212A73}" type="pres">
      <dgm:prSet presAssocID="{CE419272-2F7D-4BB3-AC2A-9B9DA261A664}" presName="sibTrans" presStyleCnt="0"/>
      <dgm:spPr/>
    </dgm:pt>
    <dgm:pt modelId="{3B7D4F88-1EFF-4A0D-963E-D97CA57E4FDB}" type="pres">
      <dgm:prSet presAssocID="{C6EDF9E0-9B82-4C0B-A21D-732D544ACA4E}" presName="node" presStyleLbl="node1" presStyleIdx="4" presStyleCnt="5">
        <dgm:presLayoutVars>
          <dgm:bulletEnabled val="1"/>
        </dgm:presLayoutVars>
      </dgm:prSet>
      <dgm:spPr/>
    </dgm:pt>
  </dgm:ptLst>
  <dgm:cxnLst>
    <dgm:cxn modelId="{56A29B1A-EC2B-40D0-97F4-4708A055F39A}" type="presOf" srcId="{1574D6F3-0DCB-4C43-8934-5FECA806523F}" destId="{2E2FD602-6992-490D-8424-29A694C2BCA3}" srcOrd="0" destOrd="0" presId="urn:microsoft.com/office/officeart/2005/8/layout/default"/>
    <dgm:cxn modelId="{0E7DC834-4F57-4493-BE46-4AE68D75B50C}" type="presOf" srcId="{7BFED9C4-B89D-4F47-A17B-B219CA538ED0}" destId="{FCAFB1BF-06A4-4499-8B2F-3591C2A782D4}" srcOrd="0" destOrd="0" presId="urn:microsoft.com/office/officeart/2005/8/layout/default"/>
    <dgm:cxn modelId="{A710496B-9F84-4115-872F-585FEC7B61CA}" srcId="{60099A4B-59CB-48ED-B9DA-7967CF45EEF6}" destId="{C6EDF9E0-9B82-4C0B-A21D-732D544ACA4E}" srcOrd="4" destOrd="0" parTransId="{1F250394-DE8C-495A-AC43-9DBC32DE4497}" sibTransId="{C0C31DEC-F9B6-4D8E-B624-6F92B0B2E3C7}"/>
    <dgm:cxn modelId="{47BEFF6C-E095-4BF0-A6F1-9CFD79B17915}" srcId="{60099A4B-59CB-48ED-B9DA-7967CF45EEF6}" destId="{7BFED9C4-B89D-4F47-A17B-B219CA538ED0}" srcOrd="0" destOrd="0" parTransId="{4CA5CA7E-4E71-4AA0-BF70-47CFFAB5A740}" sibTransId="{56594308-396C-47C6-81D4-183EDD96222B}"/>
    <dgm:cxn modelId="{951A136E-A3A6-4166-B380-87FAE4CB3924}" type="presOf" srcId="{93C74CE1-EA7E-417F-9947-7110BD20FED0}" destId="{D8345103-B4CF-4779-87EE-30C5059B18E2}" srcOrd="0" destOrd="0" presId="urn:microsoft.com/office/officeart/2005/8/layout/default"/>
    <dgm:cxn modelId="{4BDA6B95-BB94-4C90-800E-103F51B826B3}" type="presOf" srcId="{31A76EE5-32D9-461C-B583-DD58FCB35CE5}" destId="{B64C096F-9544-49B5-8B76-40DCCF61827C}" srcOrd="0" destOrd="0" presId="urn:microsoft.com/office/officeart/2005/8/layout/default"/>
    <dgm:cxn modelId="{66C4AAA9-EE61-40E5-B194-ECB7669FCA0E}" type="presOf" srcId="{C6EDF9E0-9B82-4C0B-A21D-732D544ACA4E}" destId="{3B7D4F88-1EFF-4A0D-963E-D97CA57E4FDB}" srcOrd="0" destOrd="0" presId="urn:microsoft.com/office/officeart/2005/8/layout/default"/>
    <dgm:cxn modelId="{0A28D6AE-AE94-41A7-A3A8-01CD20FB5F2F}" srcId="{60099A4B-59CB-48ED-B9DA-7967CF45EEF6}" destId="{93C74CE1-EA7E-417F-9947-7110BD20FED0}" srcOrd="3" destOrd="0" parTransId="{705B4930-3A07-4730-A055-2CA0F074367C}" sibTransId="{CE419272-2F7D-4BB3-AC2A-9B9DA261A664}"/>
    <dgm:cxn modelId="{984619C6-85F9-4A08-A3C9-532CF411B26B}" srcId="{60099A4B-59CB-48ED-B9DA-7967CF45EEF6}" destId="{1574D6F3-0DCB-4C43-8934-5FECA806523F}" srcOrd="1" destOrd="0" parTransId="{9EA66CAD-E27D-4FD9-884A-FC7D9253C94A}" sibTransId="{2F914707-E975-4BB1-AD19-BC2BBE86FE60}"/>
    <dgm:cxn modelId="{3F3BB6C8-7204-460A-8AB2-85675618C580}" srcId="{60099A4B-59CB-48ED-B9DA-7967CF45EEF6}" destId="{31A76EE5-32D9-461C-B583-DD58FCB35CE5}" srcOrd="2" destOrd="0" parTransId="{A0FDD543-BC5A-47D2-8BF6-01EF8C7CE7B8}" sibTransId="{274E1A82-1722-4603-B723-546497EE21F6}"/>
    <dgm:cxn modelId="{DC7354EA-74B4-4554-85B1-1BB5D2C3DF9F}" type="presOf" srcId="{60099A4B-59CB-48ED-B9DA-7967CF45EEF6}" destId="{D4E46791-5D08-4CF1-B133-4F354633B800}" srcOrd="0" destOrd="0" presId="urn:microsoft.com/office/officeart/2005/8/layout/default"/>
    <dgm:cxn modelId="{7DEDEEB0-D0A7-42BF-8A55-C484A63AD83B}" type="presParOf" srcId="{D4E46791-5D08-4CF1-B133-4F354633B800}" destId="{FCAFB1BF-06A4-4499-8B2F-3591C2A782D4}" srcOrd="0" destOrd="0" presId="urn:microsoft.com/office/officeart/2005/8/layout/default"/>
    <dgm:cxn modelId="{E62048CD-00A6-4D61-B752-93FE99EB6864}" type="presParOf" srcId="{D4E46791-5D08-4CF1-B133-4F354633B800}" destId="{4D77BA9B-5173-46B5-9DD0-0193C9ABF368}" srcOrd="1" destOrd="0" presId="urn:microsoft.com/office/officeart/2005/8/layout/default"/>
    <dgm:cxn modelId="{769E42CF-2633-4C23-B071-8CB13AD76A97}" type="presParOf" srcId="{D4E46791-5D08-4CF1-B133-4F354633B800}" destId="{2E2FD602-6992-490D-8424-29A694C2BCA3}" srcOrd="2" destOrd="0" presId="urn:microsoft.com/office/officeart/2005/8/layout/default"/>
    <dgm:cxn modelId="{F5175DD6-806D-4EE9-884A-3FF6A8F59A3D}" type="presParOf" srcId="{D4E46791-5D08-4CF1-B133-4F354633B800}" destId="{7F590B32-A336-4335-AF69-74BB2F8686C0}" srcOrd="3" destOrd="0" presId="urn:microsoft.com/office/officeart/2005/8/layout/default"/>
    <dgm:cxn modelId="{EC7A119F-454A-47FE-B627-E73CFE2037C0}" type="presParOf" srcId="{D4E46791-5D08-4CF1-B133-4F354633B800}" destId="{B64C096F-9544-49B5-8B76-40DCCF61827C}" srcOrd="4" destOrd="0" presId="urn:microsoft.com/office/officeart/2005/8/layout/default"/>
    <dgm:cxn modelId="{B65A77D7-45C4-47BD-AC8B-A8F9D84EE394}" type="presParOf" srcId="{D4E46791-5D08-4CF1-B133-4F354633B800}" destId="{55D3005A-E153-4E3C-AFC6-F32EB49CF61B}" srcOrd="5" destOrd="0" presId="urn:microsoft.com/office/officeart/2005/8/layout/default"/>
    <dgm:cxn modelId="{934E3984-1368-40B4-8174-A8CE622BBB2C}" type="presParOf" srcId="{D4E46791-5D08-4CF1-B133-4F354633B800}" destId="{D8345103-B4CF-4779-87EE-30C5059B18E2}" srcOrd="6" destOrd="0" presId="urn:microsoft.com/office/officeart/2005/8/layout/default"/>
    <dgm:cxn modelId="{BA130598-E9F5-42EE-A2B5-FFAB0F54993D}" type="presParOf" srcId="{D4E46791-5D08-4CF1-B133-4F354633B800}" destId="{AACB28EE-CC86-47EE-B97E-3CAAA3212A73}" srcOrd="7" destOrd="0" presId="urn:microsoft.com/office/officeart/2005/8/layout/default"/>
    <dgm:cxn modelId="{5A7D6749-C9C6-46DA-9ED7-1DCC28AF5A1A}" type="presParOf" srcId="{D4E46791-5D08-4CF1-B133-4F354633B800}" destId="{3B7D4F88-1EFF-4A0D-963E-D97CA57E4FDB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606506F-05F1-4DF9-BE7D-7BD965E75D14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39EB70C-7D70-4E49-A66D-442CDF2E13D9}">
      <dgm:prSet/>
      <dgm:spPr/>
      <dgm:t>
        <a:bodyPr/>
        <a:lstStyle/>
        <a:p>
          <a:r>
            <a:rPr lang="en-US"/>
            <a:t>Visibility</a:t>
          </a:r>
        </a:p>
      </dgm:t>
    </dgm:pt>
    <dgm:pt modelId="{1CFDA550-AF9F-4EB5-B228-11361D178175}" type="parTrans" cxnId="{5DB5BCE3-7CDB-4129-B333-390C1D468861}">
      <dgm:prSet/>
      <dgm:spPr/>
      <dgm:t>
        <a:bodyPr/>
        <a:lstStyle/>
        <a:p>
          <a:endParaRPr lang="en-US"/>
        </a:p>
      </dgm:t>
    </dgm:pt>
    <dgm:pt modelId="{8CC53DBA-02DD-466A-A3D1-B0827128A0B6}" type="sibTrans" cxnId="{5DB5BCE3-7CDB-4129-B333-390C1D468861}">
      <dgm:prSet phldrT="1" phldr="0"/>
      <dgm:spPr/>
    </dgm:pt>
    <dgm:pt modelId="{6B6136A6-500A-4E42-B8F6-F3855F212AC9}">
      <dgm:prSet/>
      <dgm:spPr/>
      <dgm:t>
        <a:bodyPr/>
        <a:lstStyle/>
        <a:p>
          <a:r>
            <a:rPr lang="en-US"/>
            <a:t>Reusability</a:t>
          </a:r>
        </a:p>
      </dgm:t>
    </dgm:pt>
    <dgm:pt modelId="{B8110A25-CA7B-49D3-B6FE-0404651BACF3}" type="parTrans" cxnId="{A41B9011-90DD-4A1A-AA20-A91A245C3A16}">
      <dgm:prSet/>
      <dgm:spPr/>
      <dgm:t>
        <a:bodyPr/>
        <a:lstStyle/>
        <a:p>
          <a:endParaRPr lang="en-US"/>
        </a:p>
      </dgm:t>
    </dgm:pt>
    <dgm:pt modelId="{E92AC5D5-B7CB-48A9-BD09-59EA5B3466EB}" type="sibTrans" cxnId="{A41B9011-90DD-4A1A-AA20-A91A245C3A16}">
      <dgm:prSet phldrT="2" phldr="0"/>
      <dgm:spPr/>
    </dgm:pt>
    <dgm:pt modelId="{FAB5E2F3-4582-42EB-BC90-80BC198090BA}">
      <dgm:prSet/>
      <dgm:spPr/>
      <dgm:t>
        <a:bodyPr/>
        <a:lstStyle/>
        <a:p>
          <a:r>
            <a:rPr lang="en-US"/>
            <a:t>Maintainability</a:t>
          </a:r>
        </a:p>
      </dgm:t>
    </dgm:pt>
    <dgm:pt modelId="{6C5318B6-CD95-4343-97F9-299500CF4753}" type="parTrans" cxnId="{82BF8361-D7AF-4F19-86C2-AC11B7323FD6}">
      <dgm:prSet/>
      <dgm:spPr/>
      <dgm:t>
        <a:bodyPr/>
        <a:lstStyle/>
        <a:p>
          <a:endParaRPr lang="en-US"/>
        </a:p>
      </dgm:t>
    </dgm:pt>
    <dgm:pt modelId="{22AD0712-1494-4986-A52F-9DCA92AA5717}" type="sibTrans" cxnId="{82BF8361-D7AF-4F19-86C2-AC11B7323FD6}">
      <dgm:prSet phldrT="3" phldr="0"/>
      <dgm:spPr/>
    </dgm:pt>
    <dgm:pt modelId="{6003FFE2-7F6B-4CEE-8733-144FBEB0E897}">
      <dgm:prSet/>
      <dgm:spPr/>
      <dgm:t>
        <a:bodyPr/>
        <a:lstStyle/>
        <a:p>
          <a:r>
            <a:rPr lang="en-US"/>
            <a:t>Comprehensibility</a:t>
          </a:r>
        </a:p>
      </dgm:t>
    </dgm:pt>
    <dgm:pt modelId="{3CCADD8C-1A1E-43F2-8853-A5114CF3A308}" type="parTrans" cxnId="{B874BBCD-34E9-413A-B339-CDCAE27FD264}">
      <dgm:prSet/>
      <dgm:spPr/>
      <dgm:t>
        <a:bodyPr/>
        <a:lstStyle/>
        <a:p>
          <a:endParaRPr lang="en-US"/>
        </a:p>
      </dgm:t>
    </dgm:pt>
    <dgm:pt modelId="{955BF35A-6251-4248-8462-934138415336}" type="sibTrans" cxnId="{B874BBCD-34E9-413A-B339-CDCAE27FD264}">
      <dgm:prSet phldrT="4" phldr="0"/>
      <dgm:spPr/>
    </dgm:pt>
    <dgm:pt modelId="{EA881C5E-2CB1-41AA-93C2-52D9347D9B32}" type="pres">
      <dgm:prSet presAssocID="{7606506F-05F1-4DF9-BE7D-7BD965E75D14}" presName="diagram" presStyleCnt="0">
        <dgm:presLayoutVars>
          <dgm:dir/>
          <dgm:resizeHandles val="exact"/>
        </dgm:presLayoutVars>
      </dgm:prSet>
      <dgm:spPr/>
    </dgm:pt>
    <dgm:pt modelId="{B4DEA705-DFC6-4514-8FEA-1F51D91E7B8C}" type="pres">
      <dgm:prSet presAssocID="{739EB70C-7D70-4E49-A66D-442CDF2E13D9}" presName="node" presStyleLbl="node1" presStyleIdx="0" presStyleCnt="4">
        <dgm:presLayoutVars>
          <dgm:bulletEnabled val="1"/>
        </dgm:presLayoutVars>
      </dgm:prSet>
      <dgm:spPr/>
    </dgm:pt>
    <dgm:pt modelId="{C77677A7-9E4C-46AF-AE5C-136818E95FE2}" type="pres">
      <dgm:prSet presAssocID="{8CC53DBA-02DD-466A-A3D1-B0827128A0B6}" presName="sibTrans" presStyleCnt="0"/>
      <dgm:spPr/>
    </dgm:pt>
    <dgm:pt modelId="{FA80A7E4-4693-437D-9069-9EB443113661}" type="pres">
      <dgm:prSet presAssocID="{6B6136A6-500A-4E42-B8F6-F3855F212AC9}" presName="node" presStyleLbl="node1" presStyleIdx="1" presStyleCnt="4">
        <dgm:presLayoutVars>
          <dgm:bulletEnabled val="1"/>
        </dgm:presLayoutVars>
      </dgm:prSet>
      <dgm:spPr/>
    </dgm:pt>
    <dgm:pt modelId="{26A6DF1A-6DA4-4634-A9DD-5C34377D4CB2}" type="pres">
      <dgm:prSet presAssocID="{E92AC5D5-B7CB-48A9-BD09-59EA5B3466EB}" presName="sibTrans" presStyleCnt="0"/>
      <dgm:spPr/>
    </dgm:pt>
    <dgm:pt modelId="{562AD1FA-5AAB-4EA4-BD53-0D06048E0315}" type="pres">
      <dgm:prSet presAssocID="{FAB5E2F3-4582-42EB-BC90-80BC198090BA}" presName="node" presStyleLbl="node1" presStyleIdx="2" presStyleCnt="4">
        <dgm:presLayoutVars>
          <dgm:bulletEnabled val="1"/>
        </dgm:presLayoutVars>
      </dgm:prSet>
      <dgm:spPr/>
    </dgm:pt>
    <dgm:pt modelId="{024ED839-C4A3-4AE4-9141-2CFBFD05DD52}" type="pres">
      <dgm:prSet presAssocID="{22AD0712-1494-4986-A52F-9DCA92AA5717}" presName="sibTrans" presStyleCnt="0"/>
      <dgm:spPr/>
    </dgm:pt>
    <dgm:pt modelId="{695DE748-18BA-4D6A-B6C9-2BE512AF2CFE}" type="pres">
      <dgm:prSet presAssocID="{6003FFE2-7F6B-4CEE-8733-144FBEB0E897}" presName="node" presStyleLbl="node1" presStyleIdx="3" presStyleCnt="4">
        <dgm:presLayoutVars>
          <dgm:bulletEnabled val="1"/>
        </dgm:presLayoutVars>
      </dgm:prSet>
      <dgm:spPr/>
    </dgm:pt>
  </dgm:ptLst>
  <dgm:cxnLst>
    <dgm:cxn modelId="{A41B9011-90DD-4A1A-AA20-A91A245C3A16}" srcId="{7606506F-05F1-4DF9-BE7D-7BD965E75D14}" destId="{6B6136A6-500A-4E42-B8F6-F3855F212AC9}" srcOrd="1" destOrd="0" parTransId="{B8110A25-CA7B-49D3-B6FE-0404651BACF3}" sibTransId="{E92AC5D5-B7CB-48A9-BD09-59EA5B3466EB}"/>
    <dgm:cxn modelId="{BACE405D-1758-4E04-A849-1CFC962EA095}" type="presOf" srcId="{6003FFE2-7F6B-4CEE-8733-144FBEB0E897}" destId="{695DE748-18BA-4D6A-B6C9-2BE512AF2CFE}" srcOrd="0" destOrd="0" presId="urn:microsoft.com/office/officeart/2005/8/layout/default"/>
    <dgm:cxn modelId="{82BF8361-D7AF-4F19-86C2-AC11B7323FD6}" srcId="{7606506F-05F1-4DF9-BE7D-7BD965E75D14}" destId="{FAB5E2F3-4582-42EB-BC90-80BC198090BA}" srcOrd="2" destOrd="0" parTransId="{6C5318B6-CD95-4343-97F9-299500CF4753}" sibTransId="{22AD0712-1494-4986-A52F-9DCA92AA5717}"/>
    <dgm:cxn modelId="{FA0D9765-5265-44D0-AB72-F3551D3D2D35}" type="presOf" srcId="{6B6136A6-500A-4E42-B8F6-F3855F212AC9}" destId="{FA80A7E4-4693-437D-9069-9EB443113661}" srcOrd="0" destOrd="0" presId="urn:microsoft.com/office/officeart/2005/8/layout/default"/>
    <dgm:cxn modelId="{1C8DA572-CFC9-466C-A384-73AA504D6322}" type="presOf" srcId="{739EB70C-7D70-4E49-A66D-442CDF2E13D9}" destId="{B4DEA705-DFC6-4514-8FEA-1F51D91E7B8C}" srcOrd="0" destOrd="0" presId="urn:microsoft.com/office/officeart/2005/8/layout/default"/>
    <dgm:cxn modelId="{D78D5977-6F7B-4C5B-8AEB-28855EDB75DE}" type="presOf" srcId="{7606506F-05F1-4DF9-BE7D-7BD965E75D14}" destId="{EA881C5E-2CB1-41AA-93C2-52D9347D9B32}" srcOrd="0" destOrd="0" presId="urn:microsoft.com/office/officeart/2005/8/layout/default"/>
    <dgm:cxn modelId="{B874BBCD-34E9-413A-B339-CDCAE27FD264}" srcId="{7606506F-05F1-4DF9-BE7D-7BD965E75D14}" destId="{6003FFE2-7F6B-4CEE-8733-144FBEB0E897}" srcOrd="3" destOrd="0" parTransId="{3CCADD8C-1A1E-43F2-8853-A5114CF3A308}" sibTransId="{955BF35A-6251-4248-8462-934138415336}"/>
    <dgm:cxn modelId="{8F794ECF-77C7-4F0C-9FD6-5766ACA20E01}" type="presOf" srcId="{FAB5E2F3-4582-42EB-BC90-80BC198090BA}" destId="{562AD1FA-5AAB-4EA4-BD53-0D06048E0315}" srcOrd="0" destOrd="0" presId="urn:microsoft.com/office/officeart/2005/8/layout/default"/>
    <dgm:cxn modelId="{5DB5BCE3-7CDB-4129-B333-390C1D468861}" srcId="{7606506F-05F1-4DF9-BE7D-7BD965E75D14}" destId="{739EB70C-7D70-4E49-A66D-442CDF2E13D9}" srcOrd="0" destOrd="0" parTransId="{1CFDA550-AF9F-4EB5-B228-11361D178175}" sibTransId="{8CC53DBA-02DD-466A-A3D1-B0827128A0B6}"/>
    <dgm:cxn modelId="{8B304CA0-2682-4C64-B50E-026EA1F9DFE1}" type="presParOf" srcId="{EA881C5E-2CB1-41AA-93C2-52D9347D9B32}" destId="{B4DEA705-DFC6-4514-8FEA-1F51D91E7B8C}" srcOrd="0" destOrd="0" presId="urn:microsoft.com/office/officeart/2005/8/layout/default"/>
    <dgm:cxn modelId="{2821575D-B4AD-4C9E-B5E7-911515780387}" type="presParOf" srcId="{EA881C5E-2CB1-41AA-93C2-52D9347D9B32}" destId="{C77677A7-9E4C-46AF-AE5C-136818E95FE2}" srcOrd="1" destOrd="0" presId="urn:microsoft.com/office/officeart/2005/8/layout/default"/>
    <dgm:cxn modelId="{7EB6A30D-7C5F-4EF6-A921-D917DE71E2AD}" type="presParOf" srcId="{EA881C5E-2CB1-41AA-93C2-52D9347D9B32}" destId="{FA80A7E4-4693-437D-9069-9EB443113661}" srcOrd="2" destOrd="0" presId="urn:microsoft.com/office/officeart/2005/8/layout/default"/>
    <dgm:cxn modelId="{7F6282BC-9AB8-474C-A86B-58C320A69D24}" type="presParOf" srcId="{EA881C5E-2CB1-41AA-93C2-52D9347D9B32}" destId="{26A6DF1A-6DA4-4634-A9DD-5C34377D4CB2}" srcOrd="3" destOrd="0" presId="urn:microsoft.com/office/officeart/2005/8/layout/default"/>
    <dgm:cxn modelId="{4C57D47F-E1E9-4085-BC96-76FFD14DC343}" type="presParOf" srcId="{EA881C5E-2CB1-41AA-93C2-52D9347D9B32}" destId="{562AD1FA-5AAB-4EA4-BD53-0D06048E0315}" srcOrd="4" destOrd="0" presId="urn:microsoft.com/office/officeart/2005/8/layout/default"/>
    <dgm:cxn modelId="{A622352E-63CC-4F59-BBBB-1BC6FBA852CF}" type="presParOf" srcId="{EA881C5E-2CB1-41AA-93C2-52D9347D9B32}" destId="{024ED839-C4A3-4AE4-9141-2CFBFD05DD52}" srcOrd="5" destOrd="0" presId="urn:microsoft.com/office/officeart/2005/8/layout/default"/>
    <dgm:cxn modelId="{4A831178-6AD5-411C-BB37-8A7D47C6A9AD}" type="presParOf" srcId="{EA881C5E-2CB1-41AA-93C2-52D9347D9B32}" destId="{695DE748-18BA-4D6A-B6C9-2BE512AF2CFE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8B2D3E-740B-4D9D-99B2-1742D0CB3B63}">
      <dsp:nvSpPr>
        <dsp:cNvPr id="0" name=""/>
        <dsp:cNvSpPr/>
      </dsp:nvSpPr>
      <dsp:spPr>
        <a:xfrm>
          <a:off x="1655038" y="977411"/>
          <a:ext cx="3490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9022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20058" y="1021233"/>
        <a:ext cx="18981" cy="3796"/>
      </dsp:txXfrm>
    </dsp:sp>
    <dsp:sp modelId="{E2CDC1BB-4431-4133-BD53-DBCAA86169D5}">
      <dsp:nvSpPr>
        <dsp:cNvPr id="0" name=""/>
        <dsp:cNvSpPr/>
      </dsp:nvSpPr>
      <dsp:spPr>
        <a:xfrm>
          <a:off x="6305" y="527971"/>
          <a:ext cx="1650532" cy="9903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877" tIns="84895" rIns="80877" bIns="848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Objective</a:t>
          </a:r>
        </a:p>
      </dsp:txBody>
      <dsp:txXfrm>
        <a:off x="6305" y="527971"/>
        <a:ext cx="1650532" cy="990319"/>
      </dsp:txXfrm>
    </dsp:sp>
    <dsp:sp modelId="{1A258D6D-16B7-4FA7-9943-B85607F84836}">
      <dsp:nvSpPr>
        <dsp:cNvPr id="0" name=""/>
        <dsp:cNvSpPr/>
      </dsp:nvSpPr>
      <dsp:spPr>
        <a:xfrm>
          <a:off x="3685192" y="977411"/>
          <a:ext cx="3490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9022" y="45720"/>
              </a:lnTo>
            </a:path>
          </a:pathLst>
        </a:custGeom>
        <a:noFill/>
        <a:ln w="9525" cap="flat" cmpd="sng" algn="ctr">
          <a:solidFill>
            <a:schemeClr val="accent2">
              <a:hueOff val="591955"/>
              <a:satOff val="3088"/>
              <a:lumOff val="-88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50213" y="1021233"/>
        <a:ext cx="18981" cy="3796"/>
      </dsp:txXfrm>
    </dsp:sp>
    <dsp:sp modelId="{AE784806-2B11-4100-A23B-D5F2B01E020C}">
      <dsp:nvSpPr>
        <dsp:cNvPr id="0" name=""/>
        <dsp:cNvSpPr/>
      </dsp:nvSpPr>
      <dsp:spPr>
        <a:xfrm>
          <a:off x="2036460" y="527971"/>
          <a:ext cx="1650532" cy="990319"/>
        </a:xfrm>
        <a:prstGeom prst="rect">
          <a:avLst/>
        </a:prstGeom>
        <a:solidFill>
          <a:schemeClr val="accent2">
            <a:hueOff val="526182"/>
            <a:satOff val="2745"/>
            <a:lumOff val="-78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877" tIns="84895" rIns="80877" bIns="848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Requirements</a:t>
          </a:r>
        </a:p>
      </dsp:txBody>
      <dsp:txXfrm>
        <a:off x="2036460" y="527971"/>
        <a:ext cx="1650532" cy="990319"/>
      </dsp:txXfrm>
    </dsp:sp>
    <dsp:sp modelId="{0F9D3E92-D7CC-4CF3-AE60-DB33922BBB49}">
      <dsp:nvSpPr>
        <dsp:cNvPr id="0" name=""/>
        <dsp:cNvSpPr/>
      </dsp:nvSpPr>
      <dsp:spPr>
        <a:xfrm>
          <a:off x="5715347" y="977411"/>
          <a:ext cx="3490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9022" y="45720"/>
              </a:lnTo>
            </a:path>
          </a:pathLst>
        </a:custGeom>
        <a:noFill/>
        <a:ln w="9525" cap="flat" cmpd="sng" algn="ctr">
          <a:solidFill>
            <a:schemeClr val="accent2">
              <a:hueOff val="1183910"/>
              <a:satOff val="6177"/>
              <a:lumOff val="-176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880368" y="1021233"/>
        <a:ext cx="18981" cy="3796"/>
      </dsp:txXfrm>
    </dsp:sp>
    <dsp:sp modelId="{D8A666C7-860D-4B52-940C-F99497E7CB70}">
      <dsp:nvSpPr>
        <dsp:cNvPr id="0" name=""/>
        <dsp:cNvSpPr/>
      </dsp:nvSpPr>
      <dsp:spPr>
        <a:xfrm>
          <a:off x="4066615" y="527971"/>
          <a:ext cx="1650532" cy="990319"/>
        </a:xfrm>
        <a:prstGeom prst="rect">
          <a:avLst/>
        </a:prstGeom>
        <a:solidFill>
          <a:schemeClr val="accent2">
            <a:hueOff val="1052364"/>
            <a:satOff val="5490"/>
            <a:lumOff val="-156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877" tIns="84895" rIns="80877" bIns="848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Prerequisite Knowledge</a:t>
          </a:r>
        </a:p>
      </dsp:txBody>
      <dsp:txXfrm>
        <a:off x="4066615" y="527971"/>
        <a:ext cx="1650532" cy="990319"/>
      </dsp:txXfrm>
    </dsp:sp>
    <dsp:sp modelId="{843FAC37-E8E5-47E2-AB68-5485B1434D18}">
      <dsp:nvSpPr>
        <dsp:cNvPr id="0" name=""/>
        <dsp:cNvSpPr/>
      </dsp:nvSpPr>
      <dsp:spPr>
        <a:xfrm>
          <a:off x="7745502" y="977411"/>
          <a:ext cx="3490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9022" y="45720"/>
              </a:lnTo>
            </a:path>
          </a:pathLst>
        </a:custGeom>
        <a:noFill/>
        <a:ln w="9525" cap="flat" cmpd="sng" algn="ctr">
          <a:solidFill>
            <a:schemeClr val="accent2">
              <a:hueOff val="1775864"/>
              <a:satOff val="9265"/>
              <a:lumOff val="-264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10523" y="1021233"/>
        <a:ext cx="18981" cy="3796"/>
      </dsp:txXfrm>
    </dsp:sp>
    <dsp:sp modelId="{6C16D514-85EA-49B3-8787-B36327098108}">
      <dsp:nvSpPr>
        <dsp:cNvPr id="0" name=""/>
        <dsp:cNvSpPr/>
      </dsp:nvSpPr>
      <dsp:spPr>
        <a:xfrm>
          <a:off x="6096770" y="527971"/>
          <a:ext cx="1650532" cy="990319"/>
        </a:xfrm>
        <a:prstGeom prst="rect">
          <a:avLst/>
        </a:prstGeom>
        <a:solidFill>
          <a:schemeClr val="accent2">
            <a:hueOff val="1578546"/>
            <a:satOff val="8236"/>
            <a:lumOff val="-235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877" tIns="84895" rIns="80877" bIns="848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Design Decisions</a:t>
          </a:r>
        </a:p>
      </dsp:txBody>
      <dsp:txXfrm>
        <a:off x="6096770" y="527971"/>
        <a:ext cx="1650532" cy="990319"/>
      </dsp:txXfrm>
    </dsp:sp>
    <dsp:sp modelId="{DE5C1767-BF4B-4A1A-B42D-A33A7D437D50}">
      <dsp:nvSpPr>
        <dsp:cNvPr id="0" name=""/>
        <dsp:cNvSpPr/>
      </dsp:nvSpPr>
      <dsp:spPr>
        <a:xfrm>
          <a:off x="831572" y="1516491"/>
          <a:ext cx="8120618" cy="349022"/>
        </a:xfrm>
        <a:custGeom>
          <a:avLst/>
          <a:gdLst/>
          <a:ahLst/>
          <a:cxnLst/>
          <a:rect l="0" t="0" r="0" b="0"/>
          <a:pathLst>
            <a:path>
              <a:moveTo>
                <a:pt x="8120618" y="0"/>
              </a:moveTo>
              <a:lnTo>
                <a:pt x="8120618" y="191611"/>
              </a:lnTo>
              <a:lnTo>
                <a:pt x="0" y="191611"/>
              </a:lnTo>
              <a:lnTo>
                <a:pt x="0" y="349022"/>
              </a:lnTo>
            </a:path>
          </a:pathLst>
        </a:custGeom>
        <a:noFill/>
        <a:ln w="9525" cap="flat" cmpd="sng" algn="ctr">
          <a:solidFill>
            <a:schemeClr val="accent2">
              <a:hueOff val="2367819"/>
              <a:satOff val="12354"/>
              <a:lumOff val="-352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688644" y="1689104"/>
        <a:ext cx="406474" cy="3796"/>
      </dsp:txXfrm>
    </dsp:sp>
    <dsp:sp modelId="{63004A0F-076E-4106-9D7F-59AD5AC5DBDD}">
      <dsp:nvSpPr>
        <dsp:cNvPr id="0" name=""/>
        <dsp:cNvSpPr/>
      </dsp:nvSpPr>
      <dsp:spPr>
        <a:xfrm>
          <a:off x="8126924" y="527971"/>
          <a:ext cx="1650532" cy="990319"/>
        </a:xfrm>
        <a:prstGeom prst="rect">
          <a:avLst/>
        </a:prstGeom>
        <a:solidFill>
          <a:schemeClr val="accent2">
            <a:hueOff val="2104728"/>
            <a:satOff val="10981"/>
            <a:lumOff val="-313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877" tIns="84895" rIns="80877" bIns="848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Design</a:t>
          </a:r>
        </a:p>
      </dsp:txBody>
      <dsp:txXfrm>
        <a:off x="8126924" y="527971"/>
        <a:ext cx="1650532" cy="990319"/>
      </dsp:txXfrm>
    </dsp:sp>
    <dsp:sp modelId="{58A704E4-68B3-4F2E-8719-EF9AF78E4623}">
      <dsp:nvSpPr>
        <dsp:cNvPr id="0" name=""/>
        <dsp:cNvSpPr/>
      </dsp:nvSpPr>
      <dsp:spPr>
        <a:xfrm>
          <a:off x="1655038" y="2347353"/>
          <a:ext cx="3490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9022" y="45720"/>
              </a:lnTo>
            </a:path>
          </a:pathLst>
        </a:custGeom>
        <a:noFill/>
        <a:ln w="9525" cap="flat" cmpd="sng" algn="ctr">
          <a:solidFill>
            <a:schemeClr val="accent2">
              <a:hueOff val="2959774"/>
              <a:satOff val="15442"/>
              <a:lumOff val="-441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820058" y="2391175"/>
        <a:ext cx="18981" cy="3796"/>
      </dsp:txXfrm>
    </dsp:sp>
    <dsp:sp modelId="{66514FB8-F9E4-4081-B52C-FC0A35189245}">
      <dsp:nvSpPr>
        <dsp:cNvPr id="0" name=""/>
        <dsp:cNvSpPr/>
      </dsp:nvSpPr>
      <dsp:spPr>
        <a:xfrm>
          <a:off x="6305" y="1897913"/>
          <a:ext cx="1650532" cy="990319"/>
        </a:xfrm>
        <a:prstGeom prst="rect">
          <a:avLst/>
        </a:prstGeom>
        <a:solidFill>
          <a:schemeClr val="accent2">
            <a:hueOff val="2630910"/>
            <a:satOff val="13726"/>
            <a:lumOff val="-392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877" tIns="84895" rIns="80877" bIns="848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Implementation</a:t>
          </a:r>
        </a:p>
      </dsp:txBody>
      <dsp:txXfrm>
        <a:off x="6305" y="1897913"/>
        <a:ext cx="1650532" cy="990319"/>
      </dsp:txXfrm>
    </dsp:sp>
    <dsp:sp modelId="{AA003F4E-B50F-494D-98BF-201C6BC1CFDC}">
      <dsp:nvSpPr>
        <dsp:cNvPr id="0" name=""/>
        <dsp:cNvSpPr/>
      </dsp:nvSpPr>
      <dsp:spPr>
        <a:xfrm>
          <a:off x="3685192" y="2347353"/>
          <a:ext cx="3490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9022" y="45720"/>
              </a:lnTo>
            </a:path>
          </a:pathLst>
        </a:custGeom>
        <a:noFill/>
        <a:ln w="9525" cap="flat" cmpd="sng" algn="ctr">
          <a:solidFill>
            <a:schemeClr val="accent2">
              <a:hueOff val="3551729"/>
              <a:satOff val="18530"/>
              <a:lumOff val="-529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850213" y="2391175"/>
        <a:ext cx="18981" cy="3796"/>
      </dsp:txXfrm>
    </dsp:sp>
    <dsp:sp modelId="{5F43A942-2CDC-4070-804D-858203AD01E8}">
      <dsp:nvSpPr>
        <dsp:cNvPr id="0" name=""/>
        <dsp:cNvSpPr/>
      </dsp:nvSpPr>
      <dsp:spPr>
        <a:xfrm>
          <a:off x="2036460" y="1897913"/>
          <a:ext cx="1650532" cy="990319"/>
        </a:xfrm>
        <a:prstGeom prst="rect">
          <a:avLst/>
        </a:prstGeom>
        <a:solidFill>
          <a:schemeClr val="accent2">
            <a:hueOff val="3157092"/>
            <a:satOff val="16471"/>
            <a:lumOff val="-470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877" tIns="84895" rIns="80877" bIns="848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Demo</a:t>
          </a:r>
        </a:p>
      </dsp:txBody>
      <dsp:txXfrm>
        <a:off x="2036460" y="1897913"/>
        <a:ext cx="1650532" cy="990319"/>
      </dsp:txXfrm>
    </dsp:sp>
    <dsp:sp modelId="{CE5A5135-140A-4FEB-BDB6-D68676486D7B}">
      <dsp:nvSpPr>
        <dsp:cNvPr id="0" name=""/>
        <dsp:cNvSpPr/>
      </dsp:nvSpPr>
      <dsp:spPr>
        <a:xfrm>
          <a:off x="5715347" y="2347353"/>
          <a:ext cx="3490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9022" y="45720"/>
              </a:lnTo>
            </a:path>
          </a:pathLst>
        </a:custGeom>
        <a:noFill/>
        <a:ln w="9525" cap="flat" cmpd="sng" algn="ctr">
          <a:solidFill>
            <a:schemeClr val="accent2">
              <a:hueOff val="4143684"/>
              <a:satOff val="21619"/>
              <a:lumOff val="-617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880368" y="2391175"/>
        <a:ext cx="18981" cy="3796"/>
      </dsp:txXfrm>
    </dsp:sp>
    <dsp:sp modelId="{82970748-615C-4017-866C-7FB9B3962A40}">
      <dsp:nvSpPr>
        <dsp:cNvPr id="0" name=""/>
        <dsp:cNvSpPr/>
      </dsp:nvSpPr>
      <dsp:spPr>
        <a:xfrm>
          <a:off x="4066615" y="1897913"/>
          <a:ext cx="1650532" cy="990319"/>
        </a:xfrm>
        <a:prstGeom prst="rect">
          <a:avLst/>
        </a:prstGeom>
        <a:solidFill>
          <a:schemeClr val="accent2">
            <a:hueOff val="3683274"/>
            <a:satOff val="19217"/>
            <a:lumOff val="-549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877" tIns="84895" rIns="80877" bIns="848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Testing</a:t>
          </a:r>
        </a:p>
      </dsp:txBody>
      <dsp:txXfrm>
        <a:off x="4066615" y="1897913"/>
        <a:ext cx="1650532" cy="990319"/>
      </dsp:txXfrm>
    </dsp:sp>
    <dsp:sp modelId="{ADE7FC53-3823-4BE2-B1DF-5ADC48DCA86C}">
      <dsp:nvSpPr>
        <dsp:cNvPr id="0" name=""/>
        <dsp:cNvSpPr/>
      </dsp:nvSpPr>
      <dsp:spPr>
        <a:xfrm>
          <a:off x="7745502" y="2347353"/>
          <a:ext cx="3490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9022" y="45720"/>
              </a:lnTo>
            </a:path>
          </a:pathLst>
        </a:custGeom>
        <a:noFill/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10523" y="2391175"/>
        <a:ext cx="18981" cy="3796"/>
      </dsp:txXfrm>
    </dsp:sp>
    <dsp:sp modelId="{4E8E8209-9477-4DE4-B136-5A62B2DED6A9}">
      <dsp:nvSpPr>
        <dsp:cNvPr id="0" name=""/>
        <dsp:cNvSpPr/>
      </dsp:nvSpPr>
      <dsp:spPr>
        <a:xfrm>
          <a:off x="6096770" y="1897913"/>
          <a:ext cx="1650532" cy="990319"/>
        </a:xfrm>
        <a:prstGeom prst="rect">
          <a:avLst/>
        </a:prstGeom>
        <a:solidFill>
          <a:schemeClr val="accent2">
            <a:hueOff val="4209456"/>
            <a:satOff val="21962"/>
            <a:lumOff val="-627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877" tIns="84895" rIns="80877" bIns="848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Maintainability</a:t>
          </a:r>
        </a:p>
      </dsp:txBody>
      <dsp:txXfrm>
        <a:off x="6096770" y="1897913"/>
        <a:ext cx="1650532" cy="990319"/>
      </dsp:txXfrm>
    </dsp:sp>
    <dsp:sp modelId="{7195DFFE-3BB8-44DD-8797-73288AE614B7}">
      <dsp:nvSpPr>
        <dsp:cNvPr id="0" name=""/>
        <dsp:cNvSpPr/>
      </dsp:nvSpPr>
      <dsp:spPr>
        <a:xfrm>
          <a:off x="8126924" y="1897913"/>
          <a:ext cx="1650532" cy="990319"/>
        </a:xfrm>
        <a:prstGeom prst="rect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877" tIns="84895" rIns="80877" bIns="848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Conclusion</a:t>
          </a:r>
        </a:p>
      </dsp:txBody>
      <dsp:txXfrm>
        <a:off x="8126924" y="1897913"/>
        <a:ext cx="1650532" cy="9903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2191D1-6D80-409C-8DD3-C5355BCA161E}">
      <dsp:nvSpPr>
        <dsp:cNvPr id="0" name=""/>
        <dsp:cNvSpPr/>
      </dsp:nvSpPr>
      <dsp:spPr>
        <a:xfrm>
          <a:off x="1194" y="0"/>
          <a:ext cx="4657797" cy="3416205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3140" tIns="330200" rIns="36314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>
              <a:latin typeface="Calibri Light"/>
              <a:cs typeface="Calibri Light"/>
            </a:rPr>
            <a:t>Java is used as the language to create the functionality.</a:t>
          </a:r>
          <a:endParaRPr lang="en-US" sz="2600" kern="1200" dirty="0">
            <a:latin typeface="Calibri Light"/>
            <a:cs typeface="Calibri Light"/>
          </a:endParaRPr>
        </a:p>
      </dsp:txBody>
      <dsp:txXfrm>
        <a:off x="1194" y="1298157"/>
        <a:ext cx="4657797" cy="2049723"/>
      </dsp:txXfrm>
    </dsp:sp>
    <dsp:sp modelId="{597195F3-8CB3-4811-882F-FE6D6334DA6A}">
      <dsp:nvSpPr>
        <dsp:cNvPr id="0" name=""/>
        <dsp:cNvSpPr/>
      </dsp:nvSpPr>
      <dsp:spPr>
        <a:xfrm>
          <a:off x="1817662" y="341620"/>
          <a:ext cx="1024861" cy="102486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967749" y="491707"/>
        <a:ext cx="724687" cy="724687"/>
      </dsp:txXfrm>
    </dsp:sp>
    <dsp:sp modelId="{A1922B38-34AD-4EB6-B9CC-FE8971C3AAC2}">
      <dsp:nvSpPr>
        <dsp:cNvPr id="0" name=""/>
        <dsp:cNvSpPr/>
      </dsp:nvSpPr>
      <dsp:spPr>
        <a:xfrm>
          <a:off x="1194" y="3416133"/>
          <a:ext cx="4657797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57FC83B-2369-4F8B-9C52-B676CFE5B04C}">
      <dsp:nvSpPr>
        <dsp:cNvPr id="0" name=""/>
        <dsp:cNvSpPr/>
      </dsp:nvSpPr>
      <dsp:spPr>
        <a:xfrm>
          <a:off x="5124771" y="0"/>
          <a:ext cx="4657797" cy="3416205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3140" tIns="330200" rIns="363140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>
              <a:latin typeface="Calibri Light"/>
              <a:cs typeface="Calibri Light"/>
            </a:rPr>
            <a:t>Only freely distributed, open-source dependencies are used. </a:t>
          </a:r>
          <a:endParaRPr lang="en-US" sz="2600" kern="1200" dirty="0">
            <a:latin typeface="Calibri Light"/>
            <a:cs typeface="Calibri Light"/>
          </a:endParaRPr>
        </a:p>
      </dsp:txBody>
      <dsp:txXfrm>
        <a:off x="5124771" y="1298157"/>
        <a:ext cx="4657797" cy="2049723"/>
      </dsp:txXfrm>
    </dsp:sp>
    <dsp:sp modelId="{27F42628-A9E3-444D-91AB-F8D40662D298}">
      <dsp:nvSpPr>
        <dsp:cNvPr id="0" name=""/>
        <dsp:cNvSpPr/>
      </dsp:nvSpPr>
      <dsp:spPr>
        <a:xfrm>
          <a:off x="6941239" y="341620"/>
          <a:ext cx="1024861" cy="102486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7091326" y="491707"/>
        <a:ext cx="724687" cy="724687"/>
      </dsp:txXfrm>
    </dsp:sp>
    <dsp:sp modelId="{5CD7EB34-BB3F-4D6C-B97C-E64F78A6C3B5}">
      <dsp:nvSpPr>
        <dsp:cNvPr id="0" name=""/>
        <dsp:cNvSpPr/>
      </dsp:nvSpPr>
      <dsp:spPr>
        <a:xfrm>
          <a:off x="5124771" y="3416133"/>
          <a:ext cx="4657797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238D03-1BBE-4AF5-85B0-E76D3E1343C5}">
      <dsp:nvSpPr>
        <dsp:cNvPr id="0" name=""/>
        <dsp:cNvSpPr/>
      </dsp:nvSpPr>
      <dsp:spPr>
        <a:xfrm>
          <a:off x="1194" y="621283"/>
          <a:ext cx="4347277" cy="21736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88900" dist="2794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Knowledge of Java</a:t>
          </a:r>
        </a:p>
      </dsp:txBody>
      <dsp:txXfrm>
        <a:off x="64858" y="684947"/>
        <a:ext cx="4219949" cy="2046310"/>
      </dsp:txXfrm>
    </dsp:sp>
    <dsp:sp modelId="{600B85F3-97F2-45EA-BF79-BEC729832A79}">
      <dsp:nvSpPr>
        <dsp:cNvPr id="0" name=""/>
        <dsp:cNvSpPr/>
      </dsp:nvSpPr>
      <dsp:spPr>
        <a:xfrm>
          <a:off x="5435291" y="621283"/>
          <a:ext cx="4347277" cy="21736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88900" dist="2794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3825" tIns="82550" rIns="123825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/>
            <a:t>Knowledge of Github</a:t>
          </a:r>
        </a:p>
      </dsp:txBody>
      <dsp:txXfrm>
        <a:off x="5498955" y="684947"/>
        <a:ext cx="4219949" cy="20463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69120F-1E05-42E6-A610-BD48279A0F66}">
      <dsp:nvSpPr>
        <dsp:cNvPr id="0" name=""/>
        <dsp:cNvSpPr/>
      </dsp:nvSpPr>
      <dsp:spPr>
        <a:xfrm>
          <a:off x="0" y="0"/>
          <a:ext cx="3057425" cy="34162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8369" tIns="330200" rIns="23836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Intellij IDEA IDE</a:t>
          </a:r>
        </a:p>
      </dsp:txBody>
      <dsp:txXfrm>
        <a:off x="0" y="1298157"/>
        <a:ext cx="3057425" cy="2049723"/>
      </dsp:txXfrm>
    </dsp:sp>
    <dsp:sp modelId="{9125B8CB-13B2-402B-9231-DDC610FF1139}">
      <dsp:nvSpPr>
        <dsp:cNvPr id="0" name=""/>
        <dsp:cNvSpPr/>
      </dsp:nvSpPr>
      <dsp:spPr>
        <a:xfrm>
          <a:off x="1016282" y="341620"/>
          <a:ext cx="1024861" cy="102486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66369" y="491707"/>
        <a:ext cx="724687" cy="724687"/>
      </dsp:txXfrm>
    </dsp:sp>
    <dsp:sp modelId="{2C6FFCC4-FB97-4C0D-84E8-2722192A5E8F}">
      <dsp:nvSpPr>
        <dsp:cNvPr id="0" name=""/>
        <dsp:cNvSpPr/>
      </dsp:nvSpPr>
      <dsp:spPr>
        <a:xfrm>
          <a:off x="0" y="3416133"/>
          <a:ext cx="3057425" cy="72"/>
        </a:xfrm>
        <a:prstGeom prst="rect">
          <a:avLst/>
        </a:prstGeom>
        <a:solidFill>
          <a:schemeClr val="accent2">
            <a:hueOff val="947128"/>
            <a:satOff val="4941"/>
            <a:lumOff val="-1412"/>
            <a:alphaOff val="0"/>
          </a:schemeClr>
        </a:solidFill>
        <a:ln w="12700" cap="flat" cmpd="sng" algn="ctr">
          <a:solidFill>
            <a:schemeClr val="accent2">
              <a:hueOff val="947128"/>
              <a:satOff val="4941"/>
              <a:lumOff val="-141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2D977C-D6B3-464A-97F1-DF3FDA6A2E39}">
      <dsp:nvSpPr>
        <dsp:cNvPr id="0" name=""/>
        <dsp:cNvSpPr/>
      </dsp:nvSpPr>
      <dsp:spPr>
        <a:xfrm>
          <a:off x="3363168" y="0"/>
          <a:ext cx="3057425" cy="3416205"/>
        </a:xfrm>
        <a:prstGeom prst="rect">
          <a:avLst/>
        </a:prstGeom>
        <a:solidFill>
          <a:schemeClr val="accent2">
            <a:tint val="40000"/>
            <a:alpha val="90000"/>
            <a:hueOff val="1684432"/>
            <a:satOff val="-998"/>
            <a:lumOff val="-24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684432"/>
              <a:satOff val="-998"/>
              <a:lumOff val="-24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8369" tIns="330200" rIns="23836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Github used for version control</a:t>
          </a:r>
        </a:p>
      </dsp:txBody>
      <dsp:txXfrm>
        <a:off x="3363168" y="1298157"/>
        <a:ext cx="3057425" cy="2049723"/>
      </dsp:txXfrm>
    </dsp:sp>
    <dsp:sp modelId="{5AE3BE9A-4EC7-45F6-AEFA-9D31E36A7278}">
      <dsp:nvSpPr>
        <dsp:cNvPr id="0" name=""/>
        <dsp:cNvSpPr/>
      </dsp:nvSpPr>
      <dsp:spPr>
        <a:xfrm>
          <a:off x="4379450" y="341620"/>
          <a:ext cx="1024861" cy="1024861"/>
        </a:xfrm>
        <a:prstGeom prst="ellipse">
          <a:avLst/>
        </a:prstGeom>
        <a:solidFill>
          <a:schemeClr val="accent2">
            <a:hueOff val="1894255"/>
            <a:satOff val="9883"/>
            <a:lumOff val="-2823"/>
            <a:alphaOff val="0"/>
          </a:schemeClr>
        </a:solidFill>
        <a:ln w="12700" cap="flat" cmpd="sng" algn="ctr">
          <a:solidFill>
            <a:schemeClr val="accent2">
              <a:hueOff val="1894255"/>
              <a:satOff val="9883"/>
              <a:lumOff val="-28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529537" y="491707"/>
        <a:ext cx="724687" cy="724687"/>
      </dsp:txXfrm>
    </dsp:sp>
    <dsp:sp modelId="{33F60D37-6698-4EC7-85BD-05040EA7977C}">
      <dsp:nvSpPr>
        <dsp:cNvPr id="0" name=""/>
        <dsp:cNvSpPr/>
      </dsp:nvSpPr>
      <dsp:spPr>
        <a:xfrm>
          <a:off x="3363168" y="3416133"/>
          <a:ext cx="3057425" cy="72"/>
        </a:xfrm>
        <a:prstGeom prst="rect">
          <a:avLst/>
        </a:prstGeom>
        <a:solidFill>
          <a:schemeClr val="accent2">
            <a:hueOff val="2841383"/>
            <a:satOff val="14824"/>
            <a:lumOff val="-4235"/>
            <a:alphaOff val="0"/>
          </a:schemeClr>
        </a:solidFill>
        <a:ln w="12700" cap="flat" cmpd="sng" algn="ctr">
          <a:solidFill>
            <a:schemeClr val="accent2">
              <a:hueOff val="2841383"/>
              <a:satOff val="14824"/>
              <a:lumOff val="-42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1EA95A-D553-4606-9EB2-C2AD26934FB6}">
      <dsp:nvSpPr>
        <dsp:cNvPr id="0" name=""/>
        <dsp:cNvSpPr/>
      </dsp:nvSpPr>
      <dsp:spPr>
        <a:xfrm>
          <a:off x="6726337" y="0"/>
          <a:ext cx="3057425" cy="3416205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8369" tIns="330200" rIns="23836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Maven for building and testing tool</a:t>
          </a:r>
        </a:p>
      </dsp:txBody>
      <dsp:txXfrm>
        <a:off x="6726337" y="1298157"/>
        <a:ext cx="3057425" cy="2049723"/>
      </dsp:txXfrm>
    </dsp:sp>
    <dsp:sp modelId="{986096A8-28E9-431E-AA16-BDE49059006D}">
      <dsp:nvSpPr>
        <dsp:cNvPr id="0" name=""/>
        <dsp:cNvSpPr/>
      </dsp:nvSpPr>
      <dsp:spPr>
        <a:xfrm>
          <a:off x="7742619" y="341620"/>
          <a:ext cx="1024861" cy="1024861"/>
        </a:xfrm>
        <a:prstGeom prst="ellipse">
          <a:avLst/>
        </a:prstGeom>
        <a:solidFill>
          <a:schemeClr val="accent2">
            <a:hueOff val="3788511"/>
            <a:satOff val="19766"/>
            <a:lumOff val="-5646"/>
            <a:alphaOff val="0"/>
          </a:schemeClr>
        </a:solidFill>
        <a:ln w="12700" cap="flat" cmpd="sng" algn="ctr">
          <a:solidFill>
            <a:schemeClr val="accent2">
              <a:hueOff val="3788511"/>
              <a:satOff val="19766"/>
              <a:lumOff val="-56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902" tIns="12700" rIns="7990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7892706" y="491707"/>
        <a:ext cx="724687" cy="724687"/>
      </dsp:txXfrm>
    </dsp:sp>
    <dsp:sp modelId="{6E74E5CC-C196-476E-8348-7C03C1004B93}">
      <dsp:nvSpPr>
        <dsp:cNvPr id="0" name=""/>
        <dsp:cNvSpPr/>
      </dsp:nvSpPr>
      <dsp:spPr>
        <a:xfrm>
          <a:off x="6726337" y="3416133"/>
          <a:ext cx="3057425" cy="72"/>
        </a:xfrm>
        <a:prstGeom prst="rect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5C987C-D8CE-4332-BA7D-8983D89FA10F}">
      <dsp:nvSpPr>
        <dsp:cNvPr id="0" name=""/>
        <dsp:cNvSpPr/>
      </dsp:nvSpPr>
      <dsp:spPr>
        <a:xfrm>
          <a:off x="0" y="417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F40A18C-9C61-4D54-BB9F-FE89015E4786}">
      <dsp:nvSpPr>
        <dsp:cNvPr id="0" name=""/>
        <dsp:cNvSpPr/>
      </dsp:nvSpPr>
      <dsp:spPr>
        <a:xfrm>
          <a:off x="0" y="417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Pre-processing</a:t>
          </a:r>
          <a:endParaRPr lang="en-US" sz="3100" kern="1200"/>
        </a:p>
      </dsp:txBody>
      <dsp:txXfrm>
        <a:off x="0" y="417"/>
        <a:ext cx="9783763" cy="683074"/>
      </dsp:txXfrm>
    </dsp:sp>
    <dsp:sp modelId="{11DD5ED6-9BB8-447E-8556-157E784CD8AF}">
      <dsp:nvSpPr>
        <dsp:cNvPr id="0" name=""/>
        <dsp:cNvSpPr/>
      </dsp:nvSpPr>
      <dsp:spPr>
        <a:xfrm>
          <a:off x="0" y="683491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1183910"/>
                <a:satOff val="6177"/>
                <a:lumOff val="-1765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1183910"/>
                <a:satOff val="6177"/>
                <a:lumOff val="-1765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1183910"/>
                <a:satOff val="6177"/>
                <a:lumOff val="-1765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1183910"/>
              <a:satOff val="6177"/>
              <a:lumOff val="-1765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FBA3326-E388-4201-9561-6C28C521A61B}">
      <dsp:nvSpPr>
        <dsp:cNvPr id="0" name=""/>
        <dsp:cNvSpPr/>
      </dsp:nvSpPr>
      <dsp:spPr>
        <a:xfrm>
          <a:off x="0" y="683491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Indexing</a:t>
          </a:r>
          <a:endParaRPr lang="en-US" sz="3100" kern="1200"/>
        </a:p>
      </dsp:txBody>
      <dsp:txXfrm>
        <a:off x="0" y="683491"/>
        <a:ext cx="9783763" cy="683074"/>
      </dsp:txXfrm>
    </dsp:sp>
    <dsp:sp modelId="{EACD4E7D-D4AC-4EF7-BD19-BC7258C20134}">
      <dsp:nvSpPr>
        <dsp:cNvPr id="0" name=""/>
        <dsp:cNvSpPr/>
      </dsp:nvSpPr>
      <dsp:spPr>
        <a:xfrm>
          <a:off x="0" y="1366565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2367819"/>
                <a:satOff val="12354"/>
                <a:lumOff val="-3529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367819"/>
                <a:satOff val="12354"/>
                <a:lumOff val="-3529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367819"/>
                <a:satOff val="12354"/>
                <a:lumOff val="-3529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2367819"/>
              <a:satOff val="12354"/>
              <a:lumOff val="-3529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B1F658D-09D9-4683-8D76-50174549155A}">
      <dsp:nvSpPr>
        <dsp:cNvPr id="0" name=""/>
        <dsp:cNvSpPr/>
      </dsp:nvSpPr>
      <dsp:spPr>
        <a:xfrm>
          <a:off x="0" y="1366565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Record pair comparison</a:t>
          </a:r>
          <a:endParaRPr lang="en-US" sz="3100" kern="1200"/>
        </a:p>
      </dsp:txBody>
      <dsp:txXfrm>
        <a:off x="0" y="1366565"/>
        <a:ext cx="9783763" cy="683074"/>
      </dsp:txXfrm>
    </dsp:sp>
    <dsp:sp modelId="{43B8489A-53E0-4BE7-A7F4-17D913E34C3D}">
      <dsp:nvSpPr>
        <dsp:cNvPr id="0" name=""/>
        <dsp:cNvSpPr/>
      </dsp:nvSpPr>
      <dsp:spPr>
        <a:xfrm>
          <a:off x="0" y="2049639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3551729"/>
                <a:satOff val="18530"/>
                <a:lumOff val="-5294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3551729"/>
                <a:satOff val="18530"/>
                <a:lumOff val="-5294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3551729"/>
                <a:satOff val="18530"/>
                <a:lumOff val="-5294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3551729"/>
              <a:satOff val="18530"/>
              <a:lumOff val="-5294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9D3582-217B-4127-B7D7-D3EB58FF463E}">
      <dsp:nvSpPr>
        <dsp:cNvPr id="0" name=""/>
        <dsp:cNvSpPr/>
      </dsp:nvSpPr>
      <dsp:spPr>
        <a:xfrm>
          <a:off x="0" y="2049639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Classification</a:t>
          </a:r>
          <a:endParaRPr lang="en-US" sz="3100" kern="1200"/>
        </a:p>
      </dsp:txBody>
      <dsp:txXfrm>
        <a:off x="0" y="2049639"/>
        <a:ext cx="9783763" cy="683074"/>
      </dsp:txXfrm>
    </dsp:sp>
    <dsp:sp modelId="{17BF2038-1D1F-4B6C-9D88-0E9961FF9C31}">
      <dsp:nvSpPr>
        <dsp:cNvPr id="0" name=""/>
        <dsp:cNvSpPr/>
      </dsp:nvSpPr>
      <dsp:spPr>
        <a:xfrm>
          <a:off x="0" y="2732713"/>
          <a:ext cx="9783763" cy="0"/>
        </a:xfrm>
        <a:prstGeom prst="line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EBC6428-097E-4D3A-A1AB-135F884857CF}">
      <dsp:nvSpPr>
        <dsp:cNvPr id="0" name=""/>
        <dsp:cNvSpPr/>
      </dsp:nvSpPr>
      <dsp:spPr>
        <a:xfrm>
          <a:off x="0" y="2732713"/>
          <a:ext cx="9783763" cy="6830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/>
            <a:t>Evaluation</a:t>
          </a:r>
          <a:endParaRPr lang="en-US" sz="3100" kern="1200"/>
        </a:p>
      </dsp:txBody>
      <dsp:txXfrm>
        <a:off x="0" y="2732713"/>
        <a:ext cx="9783763" cy="6830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359751-46CD-4381-910F-8DCCC35D1B87}">
      <dsp:nvSpPr>
        <dsp:cNvPr id="0" name=""/>
        <dsp:cNvSpPr/>
      </dsp:nvSpPr>
      <dsp:spPr>
        <a:xfrm>
          <a:off x="11085" y="129804"/>
          <a:ext cx="2436862" cy="731058"/>
        </a:xfrm>
        <a:prstGeom prst="chevron">
          <a:avLst>
            <a:gd name="adj" fmla="val 3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265" tIns="90265" rIns="90265" bIns="9026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Remove</a:t>
          </a:r>
        </a:p>
      </dsp:txBody>
      <dsp:txXfrm>
        <a:off x="230402" y="129804"/>
        <a:ext cx="1998228" cy="731058"/>
      </dsp:txXfrm>
    </dsp:sp>
    <dsp:sp modelId="{22B1D367-372A-4F0B-90D4-878ABC3231A6}">
      <dsp:nvSpPr>
        <dsp:cNvPr id="0" name=""/>
        <dsp:cNvSpPr/>
      </dsp:nvSpPr>
      <dsp:spPr>
        <a:xfrm>
          <a:off x="11085" y="860863"/>
          <a:ext cx="2217545" cy="243201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35" tIns="175235" rIns="175235" bIns="350471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Unwanted characters 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Punctuation, tabs, new lines</a:t>
          </a:r>
        </a:p>
      </dsp:txBody>
      <dsp:txXfrm>
        <a:off x="11085" y="860863"/>
        <a:ext cx="2217545" cy="2432015"/>
      </dsp:txXfrm>
    </dsp:sp>
    <dsp:sp modelId="{8E668663-EAC7-4C63-8A1B-4CC234B5BDB1}">
      <dsp:nvSpPr>
        <dsp:cNvPr id="0" name=""/>
        <dsp:cNvSpPr/>
      </dsp:nvSpPr>
      <dsp:spPr>
        <a:xfrm>
          <a:off x="2399868" y="129804"/>
          <a:ext cx="2436862" cy="731058"/>
        </a:xfrm>
        <a:prstGeom prst="chevron">
          <a:avLst>
            <a:gd name="adj" fmla="val 30000"/>
          </a:avLst>
        </a:prstGeom>
        <a:solidFill>
          <a:schemeClr val="accent2">
            <a:hueOff val="1578546"/>
            <a:satOff val="8236"/>
            <a:lumOff val="-2353"/>
            <a:alphaOff val="0"/>
          </a:schemeClr>
        </a:solidFill>
        <a:ln w="12700" cap="flat" cmpd="sng" algn="ctr">
          <a:solidFill>
            <a:schemeClr val="accent2">
              <a:hueOff val="1578546"/>
              <a:satOff val="8236"/>
              <a:lumOff val="-23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265" tIns="90265" rIns="90265" bIns="9026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Trim</a:t>
          </a:r>
        </a:p>
      </dsp:txBody>
      <dsp:txXfrm>
        <a:off x="2619185" y="129804"/>
        <a:ext cx="1998228" cy="731058"/>
      </dsp:txXfrm>
    </dsp:sp>
    <dsp:sp modelId="{37A930D6-309C-4A24-A493-FE698F45A226}">
      <dsp:nvSpPr>
        <dsp:cNvPr id="0" name=""/>
        <dsp:cNvSpPr/>
      </dsp:nvSpPr>
      <dsp:spPr>
        <a:xfrm>
          <a:off x="2399868" y="860863"/>
          <a:ext cx="2217545" cy="2432015"/>
        </a:xfrm>
        <a:prstGeom prst="rect">
          <a:avLst/>
        </a:prstGeom>
        <a:solidFill>
          <a:schemeClr val="accent2">
            <a:tint val="40000"/>
            <a:alpha val="90000"/>
            <a:hueOff val="1122955"/>
            <a:satOff val="-665"/>
            <a:lumOff val="-16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122955"/>
              <a:satOff val="-665"/>
              <a:lumOff val="-1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35" tIns="175235" rIns="175235" bIns="350471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All unnecessary whitespace</a:t>
          </a:r>
        </a:p>
      </dsp:txBody>
      <dsp:txXfrm>
        <a:off x="2399868" y="860863"/>
        <a:ext cx="2217545" cy="2432015"/>
      </dsp:txXfrm>
    </dsp:sp>
    <dsp:sp modelId="{C16B4BFE-F133-421F-A0E9-D1FCAA5F555D}">
      <dsp:nvSpPr>
        <dsp:cNvPr id="0" name=""/>
        <dsp:cNvSpPr/>
      </dsp:nvSpPr>
      <dsp:spPr>
        <a:xfrm>
          <a:off x="4788651" y="129804"/>
          <a:ext cx="2436862" cy="731058"/>
        </a:xfrm>
        <a:prstGeom prst="chevron">
          <a:avLst>
            <a:gd name="adj" fmla="val 30000"/>
          </a:avLst>
        </a:prstGeom>
        <a:solidFill>
          <a:schemeClr val="accent2">
            <a:hueOff val="3157092"/>
            <a:satOff val="16471"/>
            <a:lumOff val="-4705"/>
            <a:alphaOff val="0"/>
          </a:schemeClr>
        </a:solidFill>
        <a:ln w="12700" cap="flat" cmpd="sng" algn="ctr">
          <a:solidFill>
            <a:schemeClr val="accent2">
              <a:hueOff val="3157092"/>
              <a:satOff val="16471"/>
              <a:lumOff val="-47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265" tIns="90265" rIns="90265" bIns="9026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Combine</a:t>
          </a:r>
        </a:p>
      </dsp:txBody>
      <dsp:txXfrm>
        <a:off x="5007968" y="129804"/>
        <a:ext cx="1998228" cy="731058"/>
      </dsp:txXfrm>
    </dsp:sp>
    <dsp:sp modelId="{4ECA84B0-2EE2-49A4-83D1-BB76CEBF0141}">
      <dsp:nvSpPr>
        <dsp:cNvPr id="0" name=""/>
        <dsp:cNvSpPr/>
      </dsp:nvSpPr>
      <dsp:spPr>
        <a:xfrm>
          <a:off x="4788651" y="860863"/>
          <a:ext cx="2217545" cy="2432015"/>
        </a:xfrm>
        <a:prstGeom prst="rect">
          <a:avLst/>
        </a:prstGeom>
        <a:solidFill>
          <a:schemeClr val="accent2">
            <a:tint val="40000"/>
            <a:alpha val="90000"/>
            <a:hueOff val="2245909"/>
            <a:satOff val="-1331"/>
            <a:lumOff val="-32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245909"/>
              <a:satOff val="-1331"/>
              <a:lumOff val="-32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35" tIns="175235" rIns="175235" bIns="350471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Related fields into a single field 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Ex. 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Address_1 &amp; Address_2 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 dirty="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Address</a:t>
          </a:r>
        </a:p>
      </dsp:txBody>
      <dsp:txXfrm>
        <a:off x="4788651" y="860863"/>
        <a:ext cx="2217545" cy="2432015"/>
      </dsp:txXfrm>
    </dsp:sp>
    <dsp:sp modelId="{3EF28675-B936-4184-AC81-23D5B485381F}">
      <dsp:nvSpPr>
        <dsp:cNvPr id="0" name=""/>
        <dsp:cNvSpPr/>
      </dsp:nvSpPr>
      <dsp:spPr>
        <a:xfrm>
          <a:off x="7177434" y="129804"/>
          <a:ext cx="2436862" cy="731058"/>
        </a:xfrm>
        <a:prstGeom prst="chevron">
          <a:avLst>
            <a:gd name="adj" fmla="val 30000"/>
          </a:avLst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265" tIns="90265" rIns="90265" bIns="90265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Transform</a:t>
          </a:r>
        </a:p>
      </dsp:txBody>
      <dsp:txXfrm>
        <a:off x="7396751" y="129804"/>
        <a:ext cx="1998228" cy="731058"/>
      </dsp:txXfrm>
    </dsp:sp>
    <dsp:sp modelId="{F71CD58C-220C-4B5B-9366-7BD356E2E394}">
      <dsp:nvSpPr>
        <dsp:cNvPr id="0" name=""/>
        <dsp:cNvSpPr/>
      </dsp:nvSpPr>
      <dsp:spPr>
        <a:xfrm>
          <a:off x="7177434" y="860863"/>
          <a:ext cx="2217545" cy="2432015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35" tIns="175235" rIns="175235" bIns="350471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Common address abbreviations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Ex. 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123 N State St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600" kern="1200" dirty="0"/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123 North State Street</a:t>
          </a:r>
        </a:p>
      </dsp:txBody>
      <dsp:txXfrm>
        <a:off x="7177434" y="860863"/>
        <a:ext cx="2217545" cy="243201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8DE6D8-14BD-45F6-ADA5-75DB365F2306}">
      <dsp:nvSpPr>
        <dsp:cNvPr id="0" name=""/>
        <dsp:cNvSpPr/>
      </dsp:nvSpPr>
      <dsp:spPr>
        <a:xfrm>
          <a:off x="0" y="466695"/>
          <a:ext cx="6765925" cy="2649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5111" tIns="604012" rIns="525111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O(n*m) 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Master dataset – 21,450 records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Match dataset – 29,585 records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634,598,250 comparisons!</a:t>
          </a:r>
        </a:p>
      </dsp:txBody>
      <dsp:txXfrm>
        <a:off x="0" y="466695"/>
        <a:ext cx="6765925" cy="2649150"/>
      </dsp:txXfrm>
    </dsp:sp>
    <dsp:sp modelId="{028E6A7E-23BA-4F12-8DC1-7FD956608DDD}">
      <dsp:nvSpPr>
        <dsp:cNvPr id="0" name=""/>
        <dsp:cNvSpPr/>
      </dsp:nvSpPr>
      <dsp:spPr>
        <a:xfrm>
          <a:off x="338296" y="38655"/>
          <a:ext cx="4736147" cy="8560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9015" tIns="0" rIns="179015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Initial complexity</a:t>
          </a:r>
        </a:p>
      </dsp:txBody>
      <dsp:txXfrm>
        <a:off x="380086" y="80445"/>
        <a:ext cx="4652567" cy="772500"/>
      </dsp:txXfrm>
    </dsp:sp>
    <dsp:sp modelId="{07B3EA0B-0A65-415B-9037-DA23320F68C7}">
      <dsp:nvSpPr>
        <dsp:cNvPr id="0" name=""/>
        <dsp:cNvSpPr/>
      </dsp:nvSpPr>
      <dsp:spPr>
        <a:xfrm>
          <a:off x="0" y="3700486"/>
          <a:ext cx="6765925" cy="1233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5111" tIns="604012" rIns="525111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Over 25 minutes!</a:t>
          </a:r>
        </a:p>
      </dsp:txBody>
      <dsp:txXfrm>
        <a:off x="0" y="3700486"/>
        <a:ext cx="6765925" cy="1233225"/>
      </dsp:txXfrm>
    </dsp:sp>
    <dsp:sp modelId="{6A9ADE83-535F-402B-8DB7-34B1937E93A9}">
      <dsp:nvSpPr>
        <dsp:cNvPr id="0" name=""/>
        <dsp:cNvSpPr/>
      </dsp:nvSpPr>
      <dsp:spPr>
        <a:xfrm>
          <a:off x="338296" y="3272446"/>
          <a:ext cx="4736147" cy="856080"/>
        </a:xfrm>
        <a:prstGeom prst="roundRect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9015" tIns="0" rIns="179015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/>
            <a:t>Time</a:t>
          </a:r>
        </a:p>
      </dsp:txBody>
      <dsp:txXfrm>
        <a:off x="380086" y="3314236"/>
        <a:ext cx="4652567" cy="7725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8DE6D8-14BD-45F6-ADA5-75DB365F2306}">
      <dsp:nvSpPr>
        <dsp:cNvPr id="0" name=""/>
        <dsp:cNvSpPr/>
      </dsp:nvSpPr>
      <dsp:spPr>
        <a:xfrm>
          <a:off x="0" y="505105"/>
          <a:ext cx="6817995" cy="2891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152" tIns="562356" rIns="529152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Group similar records together by phonetic encoding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Apache Commons Codec package used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1,261,453 comparisons!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Reduced # of comparisons by 99%</a:t>
          </a:r>
        </a:p>
      </dsp:txBody>
      <dsp:txXfrm>
        <a:off x="0" y="505105"/>
        <a:ext cx="6817995" cy="2891700"/>
      </dsp:txXfrm>
    </dsp:sp>
    <dsp:sp modelId="{028E6A7E-23BA-4F12-8DC1-7FD956608DDD}">
      <dsp:nvSpPr>
        <dsp:cNvPr id="0" name=""/>
        <dsp:cNvSpPr/>
      </dsp:nvSpPr>
      <dsp:spPr>
        <a:xfrm>
          <a:off x="340899" y="106585"/>
          <a:ext cx="4772596" cy="797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0393" tIns="0" rIns="18039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Indexing approach</a:t>
          </a:r>
        </a:p>
      </dsp:txBody>
      <dsp:txXfrm>
        <a:off x="379807" y="145493"/>
        <a:ext cx="4694780" cy="719224"/>
      </dsp:txXfrm>
    </dsp:sp>
    <dsp:sp modelId="{07B3EA0B-0A65-415B-9037-DA23320F68C7}">
      <dsp:nvSpPr>
        <dsp:cNvPr id="0" name=""/>
        <dsp:cNvSpPr/>
      </dsp:nvSpPr>
      <dsp:spPr>
        <a:xfrm>
          <a:off x="0" y="3941126"/>
          <a:ext cx="6817995" cy="11481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152" tIns="562356" rIns="529152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~2 seconds</a:t>
          </a:r>
        </a:p>
      </dsp:txBody>
      <dsp:txXfrm>
        <a:off x="0" y="3941126"/>
        <a:ext cx="6817995" cy="1148175"/>
      </dsp:txXfrm>
    </dsp:sp>
    <dsp:sp modelId="{6A9ADE83-535F-402B-8DB7-34B1937E93A9}">
      <dsp:nvSpPr>
        <dsp:cNvPr id="0" name=""/>
        <dsp:cNvSpPr/>
      </dsp:nvSpPr>
      <dsp:spPr>
        <a:xfrm>
          <a:off x="340899" y="3542605"/>
          <a:ext cx="4772596" cy="797040"/>
        </a:xfrm>
        <a:prstGeom prst="roundRect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80393" tIns="0" rIns="18039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Time</a:t>
          </a:r>
        </a:p>
      </dsp:txBody>
      <dsp:txXfrm>
        <a:off x="379807" y="3581513"/>
        <a:ext cx="4694780" cy="71922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E1ACBF-CF77-4EB2-94B9-3622FFA1EB42}">
      <dsp:nvSpPr>
        <dsp:cNvPr id="0" name=""/>
        <dsp:cNvSpPr/>
      </dsp:nvSpPr>
      <dsp:spPr>
        <a:xfrm>
          <a:off x="4586" y="534941"/>
          <a:ext cx="1758019" cy="6938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entury Gothic" panose="020B0502020202020204"/>
            </a:rPr>
            <a:t>Compare contacts in each group</a:t>
          </a:r>
        </a:p>
      </dsp:txBody>
      <dsp:txXfrm>
        <a:off x="4586" y="534941"/>
        <a:ext cx="1758019" cy="693832"/>
      </dsp:txXfrm>
    </dsp:sp>
    <dsp:sp modelId="{DB01EE45-0F15-40B9-A8FD-18263192A6CF}">
      <dsp:nvSpPr>
        <dsp:cNvPr id="0" name=""/>
        <dsp:cNvSpPr/>
      </dsp:nvSpPr>
      <dsp:spPr>
        <a:xfrm>
          <a:off x="4586" y="1228773"/>
          <a:ext cx="1758019" cy="165249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Century Gothic" panose="020B0502020202020204"/>
            </a:rPr>
            <a:t>Utilized Java's parallel stream</a:t>
          </a:r>
        </a:p>
      </dsp:txBody>
      <dsp:txXfrm>
        <a:off x="4586" y="1228773"/>
        <a:ext cx="1758019" cy="1652490"/>
      </dsp:txXfrm>
    </dsp:sp>
    <dsp:sp modelId="{741472C8-94F3-4ABF-A6DB-C521F1FDB643}">
      <dsp:nvSpPr>
        <dsp:cNvPr id="0" name=""/>
        <dsp:cNvSpPr/>
      </dsp:nvSpPr>
      <dsp:spPr>
        <a:xfrm>
          <a:off x="2008728" y="534941"/>
          <a:ext cx="1758019" cy="693832"/>
        </a:xfrm>
        <a:prstGeom prst="rect">
          <a:avLst/>
        </a:prstGeom>
        <a:solidFill>
          <a:schemeClr val="accent2">
            <a:hueOff val="1183910"/>
            <a:satOff val="6177"/>
            <a:lumOff val="-1765"/>
            <a:alphaOff val="0"/>
          </a:schemeClr>
        </a:solidFill>
        <a:ln w="12700" cap="flat" cmpd="sng" algn="ctr">
          <a:solidFill>
            <a:schemeClr val="accent2">
              <a:hueOff val="1183910"/>
              <a:satOff val="6177"/>
              <a:lumOff val="-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entury Gothic" panose="020B0502020202020204"/>
            </a:rPr>
            <a:t>Similarity Metric</a:t>
          </a:r>
        </a:p>
      </dsp:txBody>
      <dsp:txXfrm>
        <a:off x="2008728" y="534941"/>
        <a:ext cx="1758019" cy="693832"/>
      </dsp:txXfrm>
    </dsp:sp>
    <dsp:sp modelId="{CAB49D05-CE3B-4941-B979-59A18D1F5A7F}">
      <dsp:nvSpPr>
        <dsp:cNvPr id="0" name=""/>
        <dsp:cNvSpPr/>
      </dsp:nvSpPr>
      <dsp:spPr>
        <a:xfrm>
          <a:off x="2008728" y="1228773"/>
          <a:ext cx="1758019" cy="1652490"/>
        </a:xfrm>
        <a:prstGeom prst="rect">
          <a:avLst/>
        </a:prstGeom>
        <a:solidFill>
          <a:schemeClr val="accent2">
            <a:tint val="40000"/>
            <a:alpha val="90000"/>
            <a:hueOff val="842216"/>
            <a:satOff val="-499"/>
            <a:lumOff val="-12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842216"/>
              <a:satOff val="-499"/>
              <a:lumOff val="-1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>
              <a:latin typeface="Century Gothic" panose="020B0502020202020204"/>
            </a:rPr>
            <a:t>Levenshtein</a:t>
          </a:r>
          <a:r>
            <a:rPr lang="en-US" sz="1400" kern="1200" dirty="0">
              <a:latin typeface="Century Gothic" panose="020B0502020202020204"/>
            </a:rPr>
            <a:t> Distance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Century Gothic" panose="020B0502020202020204"/>
            </a:rPr>
            <a:t>Ratio between 0 – 100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kern="1200">
            <a:latin typeface="Century Gothic" panose="020B0502020202020204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 err="1">
              <a:latin typeface="Century Gothic" panose="020B0502020202020204"/>
            </a:rPr>
            <a:t>FuzzyWuzzy</a:t>
          </a:r>
          <a:r>
            <a:rPr lang="en-US" sz="1400" kern="1200" dirty="0">
              <a:latin typeface="Century Gothic" panose="020B0502020202020204"/>
            </a:rPr>
            <a:t> package used</a:t>
          </a:r>
        </a:p>
      </dsp:txBody>
      <dsp:txXfrm>
        <a:off x="2008728" y="1228773"/>
        <a:ext cx="1758019" cy="1652490"/>
      </dsp:txXfrm>
    </dsp:sp>
    <dsp:sp modelId="{C7BA7BEB-834A-41D4-A4C0-E7B56875EA05}">
      <dsp:nvSpPr>
        <dsp:cNvPr id="0" name=""/>
        <dsp:cNvSpPr/>
      </dsp:nvSpPr>
      <dsp:spPr>
        <a:xfrm>
          <a:off x="4012871" y="534941"/>
          <a:ext cx="1758019" cy="693832"/>
        </a:xfrm>
        <a:prstGeom prst="rect">
          <a:avLst/>
        </a:prstGeom>
        <a:solidFill>
          <a:schemeClr val="accent2">
            <a:hueOff val="2367819"/>
            <a:satOff val="12354"/>
            <a:lumOff val="-3529"/>
            <a:alphaOff val="0"/>
          </a:schemeClr>
        </a:solidFill>
        <a:ln w="12700" cap="flat" cmpd="sng" algn="ctr">
          <a:solidFill>
            <a:schemeClr val="accent2">
              <a:hueOff val="2367819"/>
              <a:satOff val="12354"/>
              <a:lumOff val="-35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entury Gothic" panose="020B0502020202020204"/>
            </a:rPr>
            <a:t>Weights</a:t>
          </a:r>
        </a:p>
      </dsp:txBody>
      <dsp:txXfrm>
        <a:off x="4012871" y="534941"/>
        <a:ext cx="1758019" cy="693832"/>
      </dsp:txXfrm>
    </dsp:sp>
    <dsp:sp modelId="{B8F72D8D-15EB-41C9-90C5-589C3A0349A2}">
      <dsp:nvSpPr>
        <dsp:cNvPr id="0" name=""/>
        <dsp:cNvSpPr/>
      </dsp:nvSpPr>
      <dsp:spPr>
        <a:xfrm>
          <a:off x="4012871" y="1228773"/>
          <a:ext cx="1758019" cy="1652490"/>
        </a:xfrm>
        <a:prstGeom prst="rect">
          <a:avLst/>
        </a:prstGeom>
        <a:solidFill>
          <a:schemeClr val="accent2">
            <a:tint val="40000"/>
            <a:alpha val="90000"/>
            <a:hueOff val="1684432"/>
            <a:satOff val="-998"/>
            <a:lumOff val="-24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684432"/>
              <a:satOff val="-998"/>
              <a:lumOff val="-24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Century Gothic" panose="020B0502020202020204"/>
            </a:rPr>
            <a:t>Weights per field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400" kern="1200">
            <a:latin typeface="Century Gothic" panose="020B0502020202020204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Century Gothic" panose="020B0502020202020204"/>
            </a:rPr>
            <a:t>Sum of weights equal to 1</a:t>
          </a:r>
        </a:p>
      </dsp:txBody>
      <dsp:txXfrm>
        <a:off x="4012871" y="1228773"/>
        <a:ext cx="1758019" cy="1652490"/>
      </dsp:txXfrm>
    </dsp:sp>
    <dsp:sp modelId="{DBF54611-6412-4F8E-A9C3-0066E97ED3CE}">
      <dsp:nvSpPr>
        <dsp:cNvPr id="0" name=""/>
        <dsp:cNvSpPr/>
      </dsp:nvSpPr>
      <dsp:spPr>
        <a:xfrm>
          <a:off x="6017014" y="534941"/>
          <a:ext cx="1758019" cy="693832"/>
        </a:xfrm>
        <a:prstGeom prst="rect">
          <a:avLst/>
        </a:prstGeom>
        <a:solidFill>
          <a:schemeClr val="accent2">
            <a:hueOff val="3551729"/>
            <a:satOff val="18530"/>
            <a:lumOff val="-5294"/>
            <a:alphaOff val="0"/>
          </a:schemeClr>
        </a:solidFill>
        <a:ln w="12700" cap="flat" cmpd="sng" algn="ctr">
          <a:solidFill>
            <a:schemeClr val="accent2">
              <a:hueOff val="3551729"/>
              <a:satOff val="18530"/>
              <a:lumOff val="-52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entury Gothic" panose="020B0502020202020204"/>
            </a:rPr>
            <a:t>Calculation</a:t>
          </a:r>
        </a:p>
      </dsp:txBody>
      <dsp:txXfrm>
        <a:off x="6017014" y="534941"/>
        <a:ext cx="1758019" cy="693832"/>
      </dsp:txXfrm>
    </dsp:sp>
    <dsp:sp modelId="{66C81634-C06D-4DBE-A6AF-4317E8FD57E9}">
      <dsp:nvSpPr>
        <dsp:cNvPr id="0" name=""/>
        <dsp:cNvSpPr/>
      </dsp:nvSpPr>
      <dsp:spPr>
        <a:xfrm>
          <a:off x="6017014" y="1228773"/>
          <a:ext cx="1758019" cy="1652490"/>
        </a:xfrm>
        <a:prstGeom prst="rect">
          <a:avLst/>
        </a:prstGeom>
        <a:solidFill>
          <a:schemeClr val="accent2">
            <a:tint val="40000"/>
            <a:alpha val="90000"/>
            <a:hueOff val="2526648"/>
            <a:satOff val="-1497"/>
            <a:lumOff val="-36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526648"/>
              <a:satOff val="-1497"/>
              <a:lumOff val="-3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Century Gothic" panose="020B0502020202020204"/>
            </a:rPr>
            <a:t>Sum of each field's similarity * each field's weight</a:t>
          </a:r>
        </a:p>
      </dsp:txBody>
      <dsp:txXfrm>
        <a:off x="6017014" y="1228773"/>
        <a:ext cx="1758019" cy="1652490"/>
      </dsp:txXfrm>
    </dsp:sp>
    <dsp:sp modelId="{2B632CFC-B252-44DE-80E6-AE3540797F77}">
      <dsp:nvSpPr>
        <dsp:cNvPr id="0" name=""/>
        <dsp:cNvSpPr/>
      </dsp:nvSpPr>
      <dsp:spPr>
        <a:xfrm>
          <a:off x="8021156" y="534941"/>
          <a:ext cx="1758019" cy="693832"/>
        </a:xfrm>
        <a:prstGeom prst="rect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entury Gothic" panose="020B0502020202020204"/>
            </a:rPr>
            <a:t>Score of Confidence</a:t>
          </a:r>
        </a:p>
      </dsp:txBody>
      <dsp:txXfrm>
        <a:off x="8021156" y="534941"/>
        <a:ext cx="1758019" cy="693832"/>
      </dsp:txXfrm>
    </dsp:sp>
    <dsp:sp modelId="{DB5BCD02-C4B1-4233-97FA-20D6D6E55632}">
      <dsp:nvSpPr>
        <dsp:cNvPr id="0" name=""/>
        <dsp:cNvSpPr/>
      </dsp:nvSpPr>
      <dsp:spPr>
        <a:xfrm>
          <a:off x="8021156" y="1228773"/>
          <a:ext cx="1758019" cy="1652490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Century Gothic" panose="020B0502020202020204"/>
            </a:rPr>
            <a:t>Calculation between 0 – 100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Century Gothic" panose="020B0502020202020204"/>
            </a:rPr>
            <a:t>A score of 100 is a perfect match</a:t>
          </a:r>
        </a:p>
      </dsp:txBody>
      <dsp:txXfrm>
        <a:off x="8021156" y="1228773"/>
        <a:ext cx="1758019" cy="165249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8B8A2A-4198-4E63-8C84-DD8797087684}">
      <dsp:nvSpPr>
        <dsp:cNvPr id="0" name=""/>
        <dsp:cNvSpPr/>
      </dsp:nvSpPr>
      <dsp:spPr>
        <a:xfrm>
          <a:off x="3007" y="400114"/>
          <a:ext cx="2932733" cy="117309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dirty="0">
              <a:latin typeface="Century Gothic" panose="020B0502020202020204"/>
            </a:rPr>
            <a:t>Non-match </a:t>
          </a:r>
          <a:endParaRPr lang="en-US" sz="3300" kern="1200" dirty="0">
            <a:latin typeface="Century Gothic" panose="020B0502020202020204"/>
          </a:endParaRPr>
        </a:p>
      </dsp:txBody>
      <dsp:txXfrm>
        <a:off x="3007" y="400114"/>
        <a:ext cx="2932733" cy="1173093"/>
      </dsp:txXfrm>
    </dsp:sp>
    <dsp:sp modelId="{9C8415EA-9F97-423D-85D6-1361494AF506}">
      <dsp:nvSpPr>
        <dsp:cNvPr id="0" name=""/>
        <dsp:cNvSpPr/>
      </dsp:nvSpPr>
      <dsp:spPr>
        <a:xfrm>
          <a:off x="3007" y="1573208"/>
          <a:ext cx="2932733" cy="144936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b="0" i="0" kern="1200" dirty="0">
              <a:latin typeface="Century Gothic"/>
            </a:rPr>
            <a:t>[ 0, 70)</a:t>
          </a:r>
          <a:endParaRPr lang="en-US" sz="3300" kern="1200" dirty="0">
            <a:latin typeface="Century Gothic"/>
          </a:endParaRPr>
        </a:p>
      </dsp:txBody>
      <dsp:txXfrm>
        <a:off x="3007" y="1573208"/>
        <a:ext cx="2932733" cy="1449360"/>
      </dsp:txXfrm>
    </dsp:sp>
    <dsp:sp modelId="{5B6DAA36-6AD9-4290-97AA-8B4D841F7619}">
      <dsp:nvSpPr>
        <dsp:cNvPr id="0" name=""/>
        <dsp:cNvSpPr/>
      </dsp:nvSpPr>
      <dsp:spPr>
        <a:xfrm>
          <a:off x="3346324" y="400114"/>
          <a:ext cx="2932733" cy="1173093"/>
        </a:xfrm>
        <a:prstGeom prst="rect">
          <a:avLst/>
        </a:prstGeom>
        <a:gradFill rotWithShape="0">
          <a:gsLst>
            <a:gs pos="0">
              <a:schemeClr val="accent2">
                <a:hueOff val="2367819"/>
                <a:satOff val="12354"/>
                <a:lumOff val="-3529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2367819"/>
                <a:satOff val="12354"/>
                <a:lumOff val="-3529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2367819"/>
                <a:satOff val="12354"/>
                <a:lumOff val="-3529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2367819"/>
              <a:satOff val="12354"/>
              <a:lumOff val="-3529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dirty="0">
              <a:latin typeface="Century Gothic"/>
            </a:rPr>
            <a:t>Potential Match</a:t>
          </a:r>
          <a:endParaRPr lang="en-US" sz="3300" kern="1200" dirty="0">
            <a:latin typeface="Century Gothic"/>
          </a:endParaRPr>
        </a:p>
      </dsp:txBody>
      <dsp:txXfrm>
        <a:off x="3346324" y="400114"/>
        <a:ext cx="2932733" cy="1173093"/>
      </dsp:txXfrm>
    </dsp:sp>
    <dsp:sp modelId="{D49AED09-BD53-4876-9BBC-040D753C6882}">
      <dsp:nvSpPr>
        <dsp:cNvPr id="0" name=""/>
        <dsp:cNvSpPr/>
      </dsp:nvSpPr>
      <dsp:spPr>
        <a:xfrm>
          <a:off x="3346324" y="1573208"/>
          <a:ext cx="2932733" cy="1449360"/>
        </a:xfrm>
        <a:prstGeom prst="rect">
          <a:avLst/>
        </a:prstGeom>
        <a:solidFill>
          <a:schemeClr val="accent2">
            <a:tint val="40000"/>
            <a:alpha val="90000"/>
            <a:hueOff val="1684432"/>
            <a:satOff val="-998"/>
            <a:lumOff val="-241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1684432"/>
              <a:satOff val="-998"/>
              <a:lumOff val="-24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b="0" i="0" kern="1200" dirty="0">
              <a:latin typeface="Century Gothic"/>
            </a:rPr>
            <a:t>[70, 90)</a:t>
          </a:r>
          <a:endParaRPr lang="en-US" sz="3300" kern="1200" dirty="0">
            <a:latin typeface="Century Gothic"/>
          </a:endParaRPr>
        </a:p>
      </dsp:txBody>
      <dsp:txXfrm>
        <a:off x="3346324" y="1573208"/>
        <a:ext cx="2932733" cy="1449360"/>
      </dsp:txXfrm>
    </dsp:sp>
    <dsp:sp modelId="{7AC0FAFC-06CC-4EA6-BFFE-D92CC0A8CE68}">
      <dsp:nvSpPr>
        <dsp:cNvPr id="0" name=""/>
        <dsp:cNvSpPr/>
      </dsp:nvSpPr>
      <dsp:spPr>
        <a:xfrm>
          <a:off x="6689641" y="400114"/>
          <a:ext cx="2932733" cy="1173093"/>
        </a:xfrm>
        <a:prstGeom prst="rect">
          <a:avLst/>
        </a:prstGeom>
        <a:gradFill rotWithShape="0">
          <a:gsLst>
            <a:gs pos="0">
              <a:schemeClr val="accent2">
                <a:hueOff val="4735638"/>
                <a:satOff val="24707"/>
                <a:lumOff val="-7058"/>
                <a:alphaOff val="0"/>
                <a:tint val="85000"/>
                <a:shade val="98000"/>
                <a:satMod val="110000"/>
                <a:lumMod val="103000"/>
              </a:schemeClr>
            </a:gs>
            <a:gs pos="50000">
              <a:schemeClr val="accent2">
                <a:hueOff val="4735638"/>
                <a:satOff val="24707"/>
                <a:lumOff val="-7058"/>
                <a:alphaOff val="0"/>
                <a:shade val="85000"/>
                <a:satMod val="105000"/>
                <a:lumMod val="100000"/>
              </a:schemeClr>
            </a:gs>
            <a:gs pos="100000">
              <a:schemeClr val="accent2">
                <a:hueOff val="4735638"/>
                <a:satOff val="24707"/>
                <a:lumOff val="-7058"/>
                <a:alphaOff val="0"/>
                <a:shade val="60000"/>
                <a:satMod val="12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4735638"/>
              <a:satOff val="24707"/>
              <a:lumOff val="-7058"/>
              <a:alphaOff val="0"/>
            </a:schemeClr>
          </a:solidFill>
          <a:prstDash val="solid"/>
        </a:ln>
        <a:effectLst>
          <a:outerShdw blurRad="50800" dist="15875" dir="5400000" algn="ctr" rotWithShape="0">
            <a:srgbClr val="000000">
              <a:alpha val="68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4696" tIns="134112" rIns="234696" bIns="134112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dirty="0">
              <a:latin typeface="Century Gothic"/>
            </a:rPr>
            <a:t>Match</a:t>
          </a:r>
          <a:endParaRPr lang="en-US" sz="3300" kern="1200" dirty="0">
            <a:latin typeface="Century Gothic"/>
          </a:endParaRPr>
        </a:p>
      </dsp:txBody>
      <dsp:txXfrm>
        <a:off x="6689641" y="400114"/>
        <a:ext cx="2932733" cy="1173093"/>
      </dsp:txXfrm>
    </dsp:sp>
    <dsp:sp modelId="{0F324DFC-98A1-4870-B3E1-F4078E06D589}">
      <dsp:nvSpPr>
        <dsp:cNvPr id="0" name=""/>
        <dsp:cNvSpPr/>
      </dsp:nvSpPr>
      <dsp:spPr>
        <a:xfrm>
          <a:off x="6689641" y="1573208"/>
          <a:ext cx="2932733" cy="1449360"/>
        </a:xfrm>
        <a:prstGeom prst="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022" tIns="176022" rIns="234696" bIns="264033" numCol="1" spcCol="1270" anchor="t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b="0" i="0" kern="1200" dirty="0">
              <a:latin typeface="Century Gothic"/>
            </a:rPr>
            <a:t>[ 90, 100]</a:t>
          </a:r>
          <a:endParaRPr lang="en-US" sz="3300" kern="1200" dirty="0">
            <a:latin typeface="Century Gothic"/>
          </a:endParaRPr>
        </a:p>
      </dsp:txBody>
      <dsp:txXfrm>
        <a:off x="6689641" y="1573208"/>
        <a:ext cx="2932733" cy="144936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D25665-7172-4967-8403-C1D1F690DF17}">
      <dsp:nvSpPr>
        <dsp:cNvPr id="0" name=""/>
        <dsp:cNvSpPr/>
      </dsp:nvSpPr>
      <dsp:spPr>
        <a:xfrm rot="5400000">
          <a:off x="6324015" y="-2717915"/>
          <a:ext cx="657886" cy="626160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Unique identifier match between records</a:t>
          </a:r>
        </a:p>
      </dsp:txBody>
      <dsp:txXfrm rot="-5400000">
        <a:off x="3522155" y="116060"/>
        <a:ext cx="6229493" cy="593656"/>
      </dsp:txXfrm>
    </dsp:sp>
    <dsp:sp modelId="{A91254AD-F405-4B3F-BCD3-3CE06633B6D5}">
      <dsp:nvSpPr>
        <dsp:cNvPr id="0" name=""/>
        <dsp:cNvSpPr/>
      </dsp:nvSpPr>
      <dsp:spPr>
        <a:xfrm>
          <a:off x="0" y="1709"/>
          <a:ext cx="3522154" cy="82235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Count known matches</a:t>
          </a:r>
        </a:p>
      </dsp:txBody>
      <dsp:txXfrm>
        <a:off x="40144" y="41853"/>
        <a:ext cx="3441866" cy="742069"/>
      </dsp:txXfrm>
    </dsp:sp>
    <dsp:sp modelId="{A704DB6B-0B7F-4E21-BBE8-A68CEFBAB172}">
      <dsp:nvSpPr>
        <dsp:cNvPr id="0" name=""/>
        <dsp:cNvSpPr/>
      </dsp:nvSpPr>
      <dsp:spPr>
        <a:xfrm rot="5400000">
          <a:off x="6324015" y="-1854439"/>
          <a:ext cx="657886" cy="6261608"/>
        </a:xfrm>
        <a:prstGeom prst="round2SameRect">
          <a:avLst/>
        </a:prstGeom>
        <a:solidFill>
          <a:schemeClr val="accent2">
            <a:tint val="40000"/>
            <a:alpha val="90000"/>
            <a:hueOff val="1122955"/>
            <a:satOff val="-665"/>
            <a:lumOff val="-16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122955"/>
              <a:satOff val="-665"/>
              <a:lumOff val="-1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If a known match is in our top list</a:t>
          </a:r>
        </a:p>
      </dsp:txBody>
      <dsp:txXfrm rot="-5400000">
        <a:off x="3522155" y="979536"/>
        <a:ext cx="6229493" cy="593656"/>
      </dsp:txXfrm>
    </dsp:sp>
    <dsp:sp modelId="{12E32F0A-5744-4109-BDDD-75E38CF90A72}">
      <dsp:nvSpPr>
        <dsp:cNvPr id="0" name=""/>
        <dsp:cNvSpPr/>
      </dsp:nvSpPr>
      <dsp:spPr>
        <a:xfrm>
          <a:off x="0" y="865185"/>
          <a:ext cx="3522154" cy="822357"/>
        </a:xfrm>
        <a:prstGeom prst="roundRect">
          <a:avLst/>
        </a:prstGeom>
        <a:solidFill>
          <a:schemeClr val="accent2">
            <a:hueOff val="1578546"/>
            <a:satOff val="8236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Count how known matches we identified</a:t>
          </a:r>
        </a:p>
      </dsp:txBody>
      <dsp:txXfrm>
        <a:off x="40144" y="905329"/>
        <a:ext cx="3441866" cy="742069"/>
      </dsp:txXfrm>
    </dsp:sp>
    <dsp:sp modelId="{97101DB0-F1F4-4313-B9F7-D8FFEDA2522A}">
      <dsp:nvSpPr>
        <dsp:cNvPr id="0" name=""/>
        <dsp:cNvSpPr/>
      </dsp:nvSpPr>
      <dsp:spPr>
        <a:xfrm rot="5400000">
          <a:off x="6324015" y="-990963"/>
          <a:ext cx="657886" cy="6261608"/>
        </a:xfrm>
        <a:prstGeom prst="round2SameRect">
          <a:avLst/>
        </a:prstGeom>
        <a:solidFill>
          <a:schemeClr val="accent2">
            <a:tint val="40000"/>
            <a:alpha val="90000"/>
            <a:hueOff val="2245909"/>
            <a:satOff val="-1331"/>
            <a:lumOff val="-321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2245909"/>
              <a:satOff val="-1331"/>
              <a:lumOff val="-32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Identified matches / Total known matches</a:t>
          </a:r>
        </a:p>
      </dsp:txBody>
      <dsp:txXfrm rot="-5400000">
        <a:off x="3522155" y="1843012"/>
        <a:ext cx="6229493" cy="593656"/>
      </dsp:txXfrm>
    </dsp:sp>
    <dsp:sp modelId="{036C813C-8BB0-4D5F-B745-64D6A9A0F8D3}">
      <dsp:nvSpPr>
        <dsp:cNvPr id="0" name=""/>
        <dsp:cNvSpPr/>
      </dsp:nvSpPr>
      <dsp:spPr>
        <a:xfrm>
          <a:off x="0" y="1728661"/>
          <a:ext cx="3522154" cy="822357"/>
        </a:xfrm>
        <a:prstGeom prst="roundRect">
          <a:avLst/>
        </a:prstGeom>
        <a:solidFill>
          <a:schemeClr val="accent2">
            <a:hueOff val="3157092"/>
            <a:satOff val="16471"/>
            <a:lumOff val="-47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Accuracy score</a:t>
          </a:r>
        </a:p>
      </dsp:txBody>
      <dsp:txXfrm>
        <a:off x="40144" y="1768805"/>
        <a:ext cx="3441866" cy="742069"/>
      </dsp:txXfrm>
    </dsp:sp>
    <dsp:sp modelId="{EF071A64-3702-4678-BD02-B206B9D8951C}">
      <dsp:nvSpPr>
        <dsp:cNvPr id="0" name=""/>
        <dsp:cNvSpPr/>
      </dsp:nvSpPr>
      <dsp:spPr>
        <a:xfrm rot="5400000">
          <a:off x="6324015" y="-127487"/>
          <a:ext cx="657886" cy="6261608"/>
        </a:xfrm>
        <a:prstGeom prst="round2SameRect">
          <a:avLst/>
        </a:prstGeom>
        <a:solidFill>
          <a:schemeClr val="accent2">
            <a:tint val="40000"/>
            <a:alpha val="90000"/>
            <a:hueOff val="3368864"/>
            <a:satOff val="-1996"/>
            <a:lumOff val="-48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3368864"/>
              <a:satOff val="-1996"/>
              <a:lumOff val="-4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To ensure matches make sense</a:t>
          </a:r>
        </a:p>
      </dsp:txBody>
      <dsp:txXfrm rot="-5400000">
        <a:off x="3522155" y="2706488"/>
        <a:ext cx="6229493" cy="593656"/>
      </dsp:txXfrm>
    </dsp:sp>
    <dsp:sp modelId="{F7A1FEFD-C75F-4BCD-A03B-14CC2242D8FF}">
      <dsp:nvSpPr>
        <dsp:cNvPr id="0" name=""/>
        <dsp:cNvSpPr/>
      </dsp:nvSpPr>
      <dsp:spPr>
        <a:xfrm>
          <a:off x="0" y="2592137"/>
          <a:ext cx="3522154" cy="822357"/>
        </a:xfrm>
        <a:prstGeom prst="roundRect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Manual review</a:t>
          </a:r>
        </a:p>
      </dsp:txBody>
      <dsp:txXfrm>
        <a:off x="40144" y="2632281"/>
        <a:ext cx="3441866" cy="74206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AFB1BF-06A4-4499-8B2F-3591C2A782D4}">
      <dsp:nvSpPr>
        <dsp:cNvPr id="0" name=""/>
        <dsp:cNvSpPr/>
      </dsp:nvSpPr>
      <dsp:spPr>
        <a:xfrm>
          <a:off x="687920" y="243"/>
          <a:ext cx="2627475" cy="157648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Project management tool</a:t>
          </a:r>
        </a:p>
      </dsp:txBody>
      <dsp:txXfrm>
        <a:off x="687920" y="243"/>
        <a:ext cx="2627475" cy="1576485"/>
      </dsp:txXfrm>
    </dsp:sp>
    <dsp:sp modelId="{2E2FD602-6992-490D-8424-29A694C2BCA3}">
      <dsp:nvSpPr>
        <dsp:cNvPr id="0" name=""/>
        <dsp:cNvSpPr/>
      </dsp:nvSpPr>
      <dsp:spPr>
        <a:xfrm>
          <a:off x="3578143" y="243"/>
          <a:ext cx="2627475" cy="1576485"/>
        </a:xfrm>
        <a:prstGeom prst="rect">
          <a:avLst/>
        </a:prstGeom>
        <a:solidFill>
          <a:schemeClr val="accent2">
            <a:hueOff val="1183910"/>
            <a:satOff val="6177"/>
            <a:lumOff val="-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Build automation tool primarily for Java projects</a:t>
          </a:r>
        </a:p>
      </dsp:txBody>
      <dsp:txXfrm>
        <a:off x="3578143" y="243"/>
        <a:ext cx="2627475" cy="1576485"/>
      </dsp:txXfrm>
    </dsp:sp>
    <dsp:sp modelId="{B64C096F-9544-49B5-8B76-40DCCF61827C}">
      <dsp:nvSpPr>
        <dsp:cNvPr id="0" name=""/>
        <dsp:cNvSpPr/>
      </dsp:nvSpPr>
      <dsp:spPr>
        <a:xfrm>
          <a:off x="6468366" y="243"/>
          <a:ext cx="2627475" cy="1576485"/>
        </a:xfrm>
        <a:prstGeom prst="rect">
          <a:avLst/>
        </a:prstGeom>
        <a:solidFill>
          <a:schemeClr val="accent2">
            <a:hueOff val="2367819"/>
            <a:satOff val="12354"/>
            <a:lumOff val="-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Small core expandable with plugins</a:t>
          </a:r>
        </a:p>
      </dsp:txBody>
      <dsp:txXfrm>
        <a:off x="6468366" y="243"/>
        <a:ext cx="2627475" cy="1576485"/>
      </dsp:txXfrm>
    </dsp:sp>
    <dsp:sp modelId="{D8345103-B4CF-4779-87EE-30C5059B18E2}">
      <dsp:nvSpPr>
        <dsp:cNvPr id="0" name=""/>
        <dsp:cNvSpPr/>
      </dsp:nvSpPr>
      <dsp:spPr>
        <a:xfrm>
          <a:off x="2133032" y="1839476"/>
          <a:ext cx="2627475" cy="1576485"/>
        </a:xfrm>
        <a:prstGeom prst="rect">
          <a:avLst/>
        </a:prstGeom>
        <a:solidFill>
          <a:schemeClr val="accent2">
            <a:hueOff val="3551729"/>
            <a:satOff val="18530"/>
            <a:lumOff val="-5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Project Object Model (POM)</a:t>
          </a:r>
        </a:p>
      </dsp:txBody>
      <dsp:txXfrm>
        <a:off x="2133032" y="1839476"/>
        <a:ext cx="2627475" cy="1576485"/>
      </dsp:txXfrm>
    </dsp:sp>
    <dsp:sp modelId="{3B7D4F88-1EFF-4A0D-963E-D97CA57E4FDB}">
      <dsp:nvSpPr>
        <dsp:cNvPr id="0" name=""/>
        <dsp:cNvSpPr/>
      </dsp:nvSpPr>
      <dsp:spPr>
        <a:xfrm>
          <a:off x="5023255" y="1839476"/>
          <a:ext cx="2627475" cy="1576485"/>
        </a:xfrm>
        <a:prstGeom prst="rect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Dependency management</a:t>
          </a:r>
        </a:p>
      </dsp:txBody>
      <dsp:txXfrm>
        <a:off x="5023255" y="1839476"/>
        <a:ext cx="2627475" cy="157648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EA705-DFC6-4514-8FEA-1F51D91E7B8C}">
      <dsp:nvSpPr>
        <dsp:cNvPr id="0" name=""/>
        <dsp:cNvSpPr/>
      </dsp:nvSpPr>
      <dsp:spPr>
        <a:xfrm>
          <a:off x="687920" y="243"/>
          <a:ext cx="2627475" cy="157648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Visibility</a:t>
          </a:r>
        </a:p>
      </dsp:txBody>
      <dsp:txXfrm>
        <a:off x="687920" y="243"/>
        <a:ext cx="2627475" cy="1576485"/>
      </dsp:txXfrm>
    </dsp:sp>
    <dsp:sp modelId="{FA80A7E4-4693-437D-9069-9EB443113661}">
      <dsp:nvSpPr>
        <dsp:cNvPr id="0" name=""/>
        <dsp:cNvSpPr/>
      </dsp:nvSpPr>
      <dsp:spPr>
        <a:xfrm>
          <a:off x="3578143" y="243"/>
          <a:ext cx="2627475" cy="1576485"/>
        </a:xfrm>
        <a:prstGeom prst="rect">
          <a:avLst/>
        </a:prstGeom>
        <a:solidFill>
          <a:schemeClr val="accent2">
            <a:hueOff val="1578546"/>
            <a:satOff val="8236"/>
            <a:lumOff val="-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Reusability</a:t>
          </a:r>
        </a:p>
      </dsp:txBody>
      <dsp:txXfrm>
        <a:off x="3578143" y="243"/>
        <a:ext cx="2627475" cy="1576485"/>
      </dsp:txXfrm>
    </dsp:sp>
    <dsp:sp modelId="{562AD1FA-5AAB-4EA4-BD53-0D06048E0315}">
      <dsp:nvSpPr>
        <dsp:cNvPr id="0" name=""/>
        <dsp:cNvSpPr/>
      </dsp:nvSpPr>
      <dsp:spPr>
        <a:xfrm>
          <a:off x="6468366" y="243"/>
          <a:ext cx="2627475" cy="1576485"/>
        </a:xfrm>
        <a:prstGeom prst="rect">
          <a:avLst/>
        </a:prstGeom>
        <a:solidFill>
          <a:schemeClr val="accent2">
            <a:hueOff val="3157092"/>
            <a:satOff val="16471"/>
            <a:lumOff val="-47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Maintainability</a:t>
          </a:r>
        </a:p>
      </dsp:txBody>
      <dsp:txXfrm>
        <a:off x="6468366" y="243"/>
        <a:ext cx="2627475" cy="1576485"/>
      </dsp:txXfrm>
    </dsp:sp>
    <dsp:sp modelId="{695DE748-18BA-4D6A-B6C9-2BE512AF2CFE}">
      <dsp:nvSpPr>
        <dsp:cNvPr id="0" name=""/>
        <dsp:cNvSpPr/>
      </dsp:nvSpPr>
      <dsp:spPr>
        <a:xfrm>
          <a:off x="3578143" y="1839476"/>
          <a:ext cx="2627475" cy="1576485"/>
        </a:xfrm>
        <a:prstGeom prst="rect">
          <a:avLst/>
        </a:prstGeom>
        <a:solidFill>
          <a:schemeClr val="accent2">
            <a:hueOff val="4735638"/>
            <a:satOff val="24707"/>
            <a:lumOff val="-705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Comprehensibility</a:t>
          </a:r>
        </a:p>
      </dsp:txBody>
      <dsp:txXfrm>
        <a:off x="3578143" y="1839476"/>
        <a:ext cx="2627475" cy="15764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78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21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095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205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14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133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52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51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8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0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02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67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alespage.com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04B3A732-BD30-43B3-B22F-86F941907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CB5978F0-8D3C-4B12-B071-F1254173E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1600"/>
            <a:ext cx="12192000" cy="4114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1693334"/>
            <a:ext cx="8821199" cy="3471334"/>
          </a:xfrm>
        </p:spPr>
        <p:txBody>
          <a:bodyPr anchor="ctr">
            <a:normAutofit/>
          </a:bodyPr>
          <a:lstStyle/>
          <a:p>
            <a:pPr algn="l"/>
            <a:r>
              <a:rPr lang="en-US" sz="8000" dirty="0"/>
              <a:t>Fuzzy Record Linkage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660219"/>
            <a:ext cx="9144000" cy="7626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2800" dirty="0"/>
              <a:t>By Gregory Smith &amp; Axel Solano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8080A-BE41-489E-8E6E-DE2ED9EA0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Introduction</a:t>
            </a:r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2F813DEE-4D70-4B55-9F13-64FFBB376E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6454159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333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5D13FF-D9E1-421B-AC1F-24D74587B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325880"/>
            <a:ext cx="3089437" cy="4206240"/>
          </a:xfrm>
        </p:spPr>
        <p:txBody>
          <a:bodyPr>
            <a:normAutofit/>
          </a:bodyPr>
          <a:lstStyle/>
          <a:p>
            <a:pPr algn="r"/>
            <a:r>
              <a:rPr lang="en-US" sz="3200">
                <a:solidFill>
                  <a:schemeClr val="tx2"/>
                </a:solidFill>
              </a:rPr>
              <a:t>Objective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F6B14-8370-4B53-85FE-29D280D68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668" y="1126067"/>
            <a:ext cx="6605331" cy="460586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Given a master dataset and matching datasets, generate functionality to evaluate various datapoints and return a level of confidence of a match to the master dataset.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563442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6B997-41F0-49A9-8C40-55D4A985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 dirty="0"/>
              <a:t>Requirements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5BB43BFB-C993-429F-8FE7-ECD82CA267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7096247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4360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E0826-40F2-4BE0-A701-B43890AFD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Prerequisite Knowledge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67CEB2-7018-44DB-BBAC-0BD7F44602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5124557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1565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1DAEC-E455-404E-A00A-CB67DE078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Design Decisions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6D158B1-0B4A-450B-A537-05157B88CB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728431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64519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E13D9-0A5C-45BB-9ED4-74F0C346C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4" y="284176"/>
            <a:ext cx="3886199" cy="1508760"/>
          </a:xfrm>
        </p:spPr>
        <p:txBody>
          <a:bodyPr>
            <a:normAutofit/>
          </a:bodyPr>
          <a:lstStyle/>
          <a:p>
            <a:r>
              <a:rPr lang="en-US"/>
              <a:t>Design</a:t>
            </a: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94D45AE-1E70-46DE-8CEB-37E01B080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3120" y="0"/>
            <a:ext cx="754888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44AD36-4F46-4173-8A18-BA4C2267A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7283" y="0"/>
            <a:ext cx="4027471" cy="39489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DEE670-2A62-4487-B887-E9EE53644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84592" y="0"/>
            <a:ext cx="3107408" cy="2828913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91C101-B43C-419E-8197-06D7E53B5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7284" y="4109826"/>
            <a:ext cx="4016442" cy="2748174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AE892B-B008-4202-A3A4-E2280B0A0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99034" y="2989781"/>
            <a:ext cx="3092966" cy="38682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0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00A06706-08AA-4671-859A-9C9719FCF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754" y="2123784"/>
            <a:ext cx="2973093" cy="4436354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959D16F6-7985-4975-BC57-737026EC6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135" y="-842"/>
            <a:ext cx="7289843" cy="685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407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7117C-B6F5-4437-82B2-3CBF77B4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419" y="238819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Implementation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0CE5EDD1-A9DE-4E53-9521-4D3BF62685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5904025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241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48AFA-23C4-47EE-9E5C-FF0256A9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82" y="571622"/>
            <a:ext cx="8761413" cy="926039"/>
          </a:xfrm>
        </p:spPr>
        <p:txBody>
          <a:bodyPr>
            <a:normAutofit/>
          </a:bodyPr>
          <a:lstStyle/>
          <a:p>
            <a:r>
              <a:rPr lang="en-US" u="sng" dirty="0"/>
              <a:t>Implementation</a:t>
            </a:r>
            <a:br>
              <a:rPr lang="en-US" sz="2000" dirty="0"/>
            </a:br>
            <a:r>
              <a:rPr lang="en-US" sz="2000" dirty="0"/>
              <a:t>                                        Pre-Processing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E4AADE-FD6A-4793-BA6E-9EDB324B1E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522403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257" name="Straight Arrow Connector 1256">
            <a:extLst>
              <a:ext uri="{FF2B5EF4-FFF2-40B4-BE49-F238E27FC236}">
                <a16:creationId xmlns:a16="http://schemas.microsoft.com/office/drawing/2014/main" id="{CA1B6DD1-B88B-46FA-87A0-92836E2375EC}"/>
              </a:ext>
            </a:extLst>
          </p:cNvPr>
          <p:cNvCxnSpPr/>
          <p:nvPr/>
        </p:nvCxnSpPr>
        <p:spPr>
          <a:xfrm>
            <a:off x="6952069" y="4761068"/>
            <a:ext cx="0" cy="2381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66" name="Straight Arrow Connector 1365">
            <a:extLst>
              <a:ext uri="{FF2B5EF4-FFF2-40B4-BE49-F238E27FC236}">
                <a16:creationId xmlns:a16="http://schemas.microsoft.com/office/drawing/2014/main" id="{17003B9B-9CDF-484F-B3A8-88FC1316451D}"/>
              </a:ext>
            </a:extLst>
          </p:cNvPr>
          <p:cNvCxnSpPr>
            <a:cxnSpLocks/>
          </p:cNvCxnSpPr>
          <p:nvPr/>
        </p:nvCxnSpPr>
        <p:spPr>
          <a:xfrm>
            <a:off x="9568180" y="4519295"/>
            <a:ext cx="9525" cy="2476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101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59E8E-6F7A-47C3-A181-38FBAD9DA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327" y="39069"/>
            <a:ext cx="5371507" cy="1974183"/>
          </a:xfrm>
        </p:spPr>
        <p:txBody>
          <a:bodyPr anchor="ctr">
            <a:normAutofit/>
          </a:bodyPr>
          <a:lstStyle/>
          <a:p>
            <a:r>
              <a:rPr lang="en-US" u="sng" dirty="0" err="1"/>
              <a:t>ImplementatiOn</a:t>
            </a:r>
            <a:br>
              <a:rPr lang="en-US" sz="4800" u="sng" dirty="0"/>
            </a:br>
            <a:r>
              <a:rPr lang="en-US" sz="2000" dirty="0"/>
              <a:t>                                                          Indexing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AE1E7-E138-4C88-8422-B6007378E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>
              <a:solidFill>
                <a:schemeClr val="tx1"/>
              </a:solidFill>
            </a:endParaRPr>
          </a:p>
          <a:p>
            <a:pPr lvl="1"/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64E8A326-783B-4E87-8335-3177A01B15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4919892"/>
              </p:ext>
            </p:extLst>
          </p:nvPr>
        </p:nvGraphicFramePr>
        <p:xfrm>
          <a:off x="3152140" y="1691958"/>
          <a:ext cx="6765925" cy="49723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786369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59E8E-6F7A-47C3-A181-38FBAD9DA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27" y="-1220771"/>
            <a:ext cx="5452787" cy="4686903"/>
          </a:xfrm>
        </p:spPr>
        <p:txBody>
          <a:bodyPr anchor="ctr">
            <a:normAutofit/>
          </a:bodyPr>
          <a:lstStyle/>
          <a:p>
            <a:r>
              <a:rPr lang="en-US" u="sng" dirty="0"/>
              <a:t>Implementation</a:t>
            </a:r>
            <a:br>
              <a:rPr lang="en-US" sz="4800" u="sng" dirty="0"/>
            </a:br>
            <a:r>
              <a:rPr lang="en-US" sz="2000" dirty="0"/>
              <a:t>                                                         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AE1E7-E138-4C88-8422-B6007378E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6679" y="1055069"/>
            <a:ext cx="5579707" cy="4686903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>
              <a:solidFill>
                <a:schemeClr val="tx1"/>
              </a:solidFill>
            </a:endParaRPr>
          </a:p>
          <a:p>
            <a:pPr lvl="1"/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64E8A326-783B-4E87-8335-3177A01B15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636970"/>
              </p:ext>
            </p:extLst>
          </p:nvPr>
        </p:nvGraphicFramePr>
        <p:xfrm>
          <a:off x="3050540" y="1580198"/>
          <a:ext cx="6817995" cy="5195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49022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F82D6-6EF0-4EE9-9BF2-D69B2129B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919" y="247890"/>
            <a:ext cx="9784080" cy="1508760"/>
          </a:xfrm>
        </p:spPr>
        <p:txBody>
          <a:bodyPr>
            <a:normAutofit/>
          </a:bodyPr>
          <a:lstStyle/>
          <a:p>
            <a:r>
              <a:rPr lang="en-US" u="sng" dirty="0"/>
              <a:t>Implementation</a:t>
            </a:r>
            <a:br>
              <a:rPr lang="en-US" dirty="0"/>
            </a:br>
            <a:r>
              <a:rPr lang="en-US" sz="2000" dirty="0"/>
              <a:t>                  Record pair comparison</a:t>
            </a:r>
            <a:endParaRPr lang="en-US" dirty="0"/>
          </a:p>
        </p:txBody>
      </p:sp>
      <p:graphicFrame>
        <p:nvGraphicFramePr>
          <p:cNvPr id="44" name="Content Placeholder 2">
            <a:extLst>
              <a:ext uri="{FF2B5EF4-FFF2-40B4-BE49-F238E27FC236}">
                <a16:creationId xmlns:a16="http://schemas.microsoft.com/office/drawing/2014/main" id="{08CE8C4A-8384-4FCD-8F5E-0EB18CB33F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3705339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28207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597C2-F8D2-4E24-9566-2BD1DE4F4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285" y="462765"/>
            <a:ext cx="8761413" cy="1011764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4800" u="sng" dirty="0"/>
              <a:t>Implementation</a:t>
            </a:r>
            <a:br>
              <a:rPr lang="en-US" sz="2000" dirty="0"/>
            </a:br>
            <a:r>
              <a:rPr lang="en-US" sz="2000"/>
              <a:t>                                           Score Classification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EB22E1F6-7137-469E-B51F-D17C9B8603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2502765"/>
              </p:ext>
            </p:extLst>
          </p:nvPr>
        </p:nvGraphicFramePr>
        <p:xfrm>
          <a:off x="1286934" y="2324100"/>
          <a:ext cx="9625383" cy="34226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9283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A383-3EAE-4463-ABA9-5F6CB0B0C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990" y="256962"/>
            <a:ext cx="9784080" cy="1508760"/>
          </a:xfrm>
        </p:spPr>
        <p:txBody>
          <a:bodyPr>
            <a:normAutofit/>
          </a:bodyPr>
          <a:lstStyle/>
          <a:p>
            <a:r>
              <a:rPr lang="en-US" u="sng" dirty="0"/>
              <a:t>Implementation</a:t>
            </a:r>
            <a:br>
              <a:rPr lang="en-US" dirty="0"/>
            </a:br>
            <a:r>
              <a:rPr lang="en-US" sz="2000" dirty="0"/>
              <a:t>                                                  Evaluation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C8D3E0-7FD5-44A9-88D0-1BCED47DF2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5950332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6476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">
            <a:extLst>
              <a:ext uri="{FF2B5EF4-FFF2-40B4-BE49-F238E27FC236}">
                <a16:creationId xmlns:a16="http://schemas.microsoft.com/office/drawing/2014/main" id="{5F9F5EB8-AB42-47FD-8F4A-176C0A4B1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2059012"/>
            <a:ext cx="12188952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5D04095-82A0-4203-9728-B32227226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6" descr="A screen 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06D93BB7-3971-4971-9BB9-8F3DA7276A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59"/>
          <a:stretch/>
        </p:blipFill>
        <p:spPr>
          <a:xfrm>
            <a:off x="268748" y="65125"/>
            <a:ext cx="11732735" cy="3545739"/>
          </a:xfrm>
          <a:prstGeom prst="rect">
            <a:avLst/>
          </a:prstGeom>
        </p:spPr>
      </p:pic>
      <p:sp>
        <p:nvSpPr>
          <p:cNvPr id="9" name="Rectangle 14">
            <a:extLst>
              <a:ext uri="{FF2B5EF4-FFF2-40B4-BE49-F238E27FC236}">
                <a16:creationId xmlns:a16="http://schemas.microsoft.com/office/drawing/2014/main" id="{F6775829-84CA-4765-8BE1-88A69E91D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3657600"/>
            <a:ext cx="12188952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053B6C-2329-D843-BCE2-6DEC6AC95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59" y="3794760"/>
            <a:ext cx="11471565" cy="17393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6000" b="0" i="0" spc="150" dirty="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Demo</a:t>
            </a:r>
            <a:endParaRPr lang="en-US" sz="6000" b="0" i="0" spc="150" dirty="0"/>
          </a:p>
        </p:txBody>
      </p:sp>
    </p:spTree>
    <p:extLst>
      <p:ext uri="{BB962C8B-B14F-4D97-AF65-F5344CB8AC3E}">
        <p14:creationId xmlns:p14="http://schemas.microsoft.com/office/powerpoint/2010/main" val="108097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6">
            <a:extLst>
              <a:ext uri="{FF2B5EF4-FFF2-40B4-BE49-F238E27FC236}">
                <a16:creationId xmlns:a16="http://schemas.microsoft.com/office/drawing/2014/main" id="{CA758F27-EB0A-4675-AACF-0CD47C911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BB0B3C-25BB-804A-81C1-D232FBDC8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5497715"/>
            <a:ext cx="10905065" cy="662672"/>
          </a:xfrm>
        </p:spPr>
        <p:txBody>
          <a:bodyPr anchor="b">
            <a:no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Demo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DF506A-FD4E-4BBC-A10A-DEB94F9BA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7325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A461B10E-5EB2-9041-BE1A-36DAFD763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016" y="494988"/>
            <a:ext cx="6159965" cy="4720479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571FB1B-4FFC-43D6-8121-390B3A44E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3369"/>
            <a:ext cx="12192000" cy="4846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65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581E-FABD-1641-A0DC-8DB56DE06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Testing</a:t>
            </a:r>
          </a:p>
        </p:txBody>
      </p:sp>
      <p:pic>
        <p:nvPicPr>
          <p:cNvPr id="5" name="Content Placeholder 4" descr="A screenshot of text&#10;&#10;Description automatically generated">
            <a:extLst>
              <a:ext uri="{FF2B5EF4-FFF2-40B4-BE49-F238E27FC236}">
                <a16:creationId xmlns:a16="http://schemas.microsoft.com/office/drawing/2014/main" id="{6A2866DB-F514-0045-A46B-B839FD8563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6307" y="973668"/>
            <a:ext cx="5443871" cy="5599043"/>
          </a:xfrm>
        </p:spPr>
      </p:pic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78EE3D63-E933-AF4E-91FD-B6A6276A15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137" y="2087813"/>
            <a:ext cx="3141594" cy="439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657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59081-290F-AC4D-9800-6BE6CBD33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What is Maven?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FD9299-9791-4DCB-B085-A1C18457C4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2701534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5533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5165E-8BC8-4B43-9828-E96358D85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999" y="487376"/>
            <a:ext cx="9784080" cy="1508760"/>
          </a:xfrm>
        </p:spPr>
        <p:txBody>
          <a:bodyPr>
            <a:normAutofit/>
          </a:bodyPr>
          <a:lstStyle/>
          <a:p>
            <a:r>
              <a:rPr lang="en-US"/>
              <a:t>Achieved Goals</a:t>
            </a:r>
            <a:br>
              <a:rPr lang="en-US"/>
            </a:b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543AEC-F052-4A96-8140-2F31C33E45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2803305"/>
              </p:ext>
            </p:extLst>
          </p:nvPr>
        </p:nvGraphicFramePr>
        <p:xfrm>
          <a:off x="1203325" y="2476595"/>
          <a:ext cx="9783763" cy="3416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4208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B972422-B794-4FA8-BCC6-BAF6938A1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86494-2F9F-F246-B116-3397D2B5A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325880"/>
            <a:ext cx="3089437" cy="4206240"/>
          </a:xfrm>
        </p:spPr>
        <p:txBody>
          <a:bodyPr>
            <a:normAutofit/>
          </a:bodyPr>
          <a:lstStyle/>
          <a:p>
            <a:pPr algn="r"/>
            <a:r>
              <a:rPr lang="en-US" sz="2700">
                <a:solidFill>
                  <a:schemeClr val="tx2"/>
                </a:solidFill>
              </a:rPr>
              <a:t>Maintainability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DE9E2B-5611-49C8-862E-AD4D43A8A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6EC4F-8732-481B-94CB-C98E4EF29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9935" y="1836869"/>
            <a:ext cx="0" cy="3184263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F7981-0DFD-3741-BCEF-D81A73E3C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1668" y="1126067"/>
            <a:ext cx="6605331" cy="4605866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The engineering team of SalesPage will be in charge.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9C7155-1644-4C60-B0B5-32B1800D6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5400"/>
            <a:ext cx="12195668" cy="482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74491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D8A34-E4C6-E148-9EA1-2BB1FC96F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Client 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CFEF-61A6-DC4E-853E-72243B8A8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SalesPage</a:t>
            </a:r>
            <a:endParaRPr lang="en-US" dirty="0"/>
          </a:p>
          <a:p>
            <a:r>
              <a:rPr lang="en-US" dirty="0">
                <a:hlinkClick r:id="rId2"/>
              </a:rPr>
              <a:t>https://www.salespage.com</a:t>
            </a:r>
            <a:endParaRPr lang="en-US" dirty="0"/>
          </a:p>
          <a:p>
            <a:r>
              <a:rPr lang="en-US" dirty="0"/>
              <a:t>The engineering team will use out design and algorithm to implement a real time feature for the data matching problem in its proprietary software.</a:t>
            </a:r>
          </a:p>
        </p:txBody>
      </p:sp>
    </p:spTree>
    <p:extLst>
      <p:ext uri="{BB962C8B-B14F-4D97-AF65-F5344CB8AC3E}">
        <p14:creationId xmlns:p14="http://schemas.microsoft.com/office/powerpoint/2010/main" val="1062428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ell phone&#10;&#10;Description automatically generated">
            <a:extLst>
              <a:ext uri="{FF2B5EF4-FFF2-40B4-BE49-F238E27FC236}">
                <a16:creationId xmlns:a16="http://schemas.microsoft.com/office/drawing/2014/main" id="{C00D3E22-1B97-C241-A30E-B369148E2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8" y="0"/>
            <a:ext cx="121926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2085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EC86A-384A-7641-935C-0E8AE94D0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6E413-37EA-A84F-AC2C-9ADA22FE1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 believe we conclude a decent and complex version 1 of the project but we are looking to meet with the client to make some modifications if necessary.</a:t>
            </a:r>
          </a:p>
          <a:p>
            <a:r>
              <a:rPr lang="en-US" dirty="0"/>
              <a:t>We also will work in another version to compare other complex models to test performance and behavior.</a:t>
            </a:r>
          </a:p>
          <a:p>
            <a:r>
              <a:rPr lang="en-US" dirty="0"/>
              <a:t>We learn a about the different string similarity algorithms used in the industry.</a:t>
            </a:r>
          </a:p>
        </p:txBody>
      </p:sp>
    </p:spTree>
    <p:extLst>
      <p:ext uri="{BB962C8B-B14F-4D97-AF65-F5344CB8AC3E}">
        <p14:creationId xmlns:p14="http://schemas.microsoft.com/office/powerpoint/2010/main" val="4368933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37</TotalTime>
  <Words>469</Words>
  <Application>Microsoft Office PowerPoint</Application>
  <PresentationFormat>Widescreen</PresentationFormat>
  <Paragraphs>122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Banded</vt:lpstr>
      <vt:lpstr>Fuzzy Record Linkage</vt:lpstr>
      <vt:lpstr>Introduction</vt:lpstr>
      <vt:lpstr>Objective</vt:lpstr>
      <vt:lpstr>Requirements</vt:lpstr>
      <vt:lpstr>Prerequisite Knowledge</vt:lpstr>
      <vt:lpstr>Design Decisions</vt:lpstr>
      <vt:lpstr>Design</vt:lpstr>
      <vt:lpstr>Implementation</vt:lpstr>
      <vt:lpstr>Implementation                                         Pre-Processing</vt:lpstr>
      <vt:lpstr>ImplementatiOn                                                           Indexing</vt:lpstr>
      <vt:lpstr>Implementation                                                          Indexing</vt:lpstr>
      <vt:lpstr>Implementation                   Record pair comparison</vt:lpstr>
      <vt:lpstr>Implementation                                            Score Classification</vt:lpstr>
      <vt:lpstr>Implementation                                                   Evaluation</vt:lpstr>
      <vt:lpstr>Demo</vt:lpstr>
      <vt:lpstr>Demo</vt:lpstr>
      <vt:lpstr>Testing</vt:lpstr>
      <vt:lpstr>What is Maven?</vt:lpstr>
      <vt:lpstr>Achieved Goals </vt:lpstr>
      <vt:lpstr>Maintainability</vt:lpstr>
      <vt:lpstr>Client info</vt:lpstr>
      <vt:lpstr>PowerPoint Presentation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Axel Solano Illesca</cp:lastModifiedBy>
  <cp:revision>1120</cp:revision>
  <dcterms:created xsi:type="dcterms:W3CDTF">2013-07-15T20:26:40Z</dcterms:created>
  <dcterms:modified xsi:type="dcterms:W3CDTF">2019-02-04T23:05:11Z</dcterms:modified>
</cp:coreProperties>
</file>